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96" r:id="rId1"/>
  </p:sldMasterIdLst>
  <p:notesMasterIdLst>
    <p:notesMasterId r:id="rId16"/>
  </p:notesMasterIdLst>
  <p:sldIdLst>
    <p:sldId id="257" r:id="rId2"/>
    <p:sldId id="270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Inter" panose="02000503000000020004" pitchFamily="2" charset="0"/>
      <p:regular r:id="rId17"/>
      <p:bold r:id="rId17"/>
      <p:italic r:id="rId18"/>
      <p:boldItalic r:id="rId18"/>
    </p:embeddedFont>
    <p:embeddedFont>
      <p:font typeface="Inter Italic" panose="02000503000000020004" pitchFamily="2" charset="0"/>
      <p:regular r:id="rId19"/>
      <p:bold r:id="rId20"/>
      <p:italic r:id="rId21"/>
    </p:embeddedFont>
    <p:embeddedFont>
      <p:font typeface="Inter Medium" panose="02000503000000020004" pitchFamily="2" charset="0"/>
      <p:regular r:id="rId22"/>
      <p:italic r:id="rId23"/>
    </p:embeddedFont>
    <p:embeddedFont>
      <p:font typeface="Inter SemiBold" panose="02000503000000020004" pitchFamily="2" charset="0"/>
      <p:regular r:id="rId18"/>
      <p:bold r:id="rId18"/>
      <p:italic r:id="rId18"/>
      <p:boldItalic r:id="rId24"/>
    </p:embeddedFont>
    <p:embeddedFont>
      <p:font typeface="Open Sans" panose="020B0606030504020204" pitchFamily="34" charset="0"/>
      <p:regular r:id="rId25"/>
    </p:embeddedFont>
    <p:embeddedFont>
      <p:font typeface="Open Sans Semibold" panose="020B0606030504020204" pitchFamily="34" charset="0"/>
      <p:regular r:id="rId26"/>
      <p:bold r:id="rId27"/>
    </p:embeddedFont>
    <p:embeddedFont>
      <p:font typeface="Poppins" pitchFamily="2" charset="77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63FF"/>
    <a:srgbClr val="EDF1FA"/>
    <a:srgbClr val="F4AD58"/>
    <a:srgbClr val="7E47F6"/>
    <a:srgbClr val="FFFFFF"/>
    <a:srgbClr val="99DFFC"/>
    <a:srgbClr val="FFC09B"/>
    <a:srgbClr val="743DD5"/>
    <a:srgbClr val="F59AC1"/>
    <a:srgbClr val="C1A8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900"/>
    <p:restoredTop sz="96846"/>
  </p:normalViewPr>
  <p:slideViewPr>
    <p:cSldViewPr snapToGrid="0">
      <p:cViewPr>
        <p:scale>
          <a:sx n="140" d="100"/>
          <a:sy n="140" d="100"/>
        </p:scale>
        <p:origin x="400" y="10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87F88-BEAB-6644-B915-00A943FB8A4E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D7DA0-5E00-7349-828C-9EC62B178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903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5E4379F5-0F99-CC1F-5D52-406A1A2F4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47B81FA1-929C-6E7B-FD55-009A84A0E0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06A3BB61-F19A-6B23-B61F-CE5B573EFD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40056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0BCE807B-C725-14D2-FA50-9378D8A44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21BB93DB-096D-6ECF-6B3D-252FA7678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4F6ABFEA-C8C9-FC5E-B460-7BDF932A06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41596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3DEE5BE9-C022-2902-D6EC-E617CD606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45B98B5F-C607-F755-3B0A-645234740E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5B4EA7F6-0BBB-95FB-3528-5BD2B43AB6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72731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F9BD079A-0CA4-B5B2-BE3B-10717B310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D63EF83B-B644-99DD-5BA5-BC962F427E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7EDDAC16-97E5-40E3-EAFE-F6D8BE546D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75252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7CE7B4F7-D1E6-E9F6-0001-4A0827967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A6AA5088-49B0-C1C5-5F7B-C3C5BD796B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11C4FE7C-5D2C-189D-571A-B4296AA094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00009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FA34EE78-F87A-3647-21DE-DA496CBDE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2753E3CE-EC23-525F-DCDF-8BF5E75F04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736F90EC-D9FB-48BC-908D-73272318D9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6277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7497F9A1-8BC5-F0E9-A32C-BE6CB81AC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F18D4ECC-5820-971E-F2EF-C0598C534C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6F68D3DF-82F5-1F20-DB45-8E6E074FAF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65614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A23EEA16-5819-EC78-8F00-4489B8F7C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7B3F05DE-9E1B-BCAC-C5E0-E6661C80A3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611EDC62-2BBF-093C-1FEB-F5BF1DFD05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74923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B296A8B8-E42B-6B06-E9EE-4A70C6B03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106B84BB-0FC5-4AD7-EE12-59DFC1B4AF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FF233E3D-1520-FB72-553C-4B7E975789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28134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04EC7D3C-6F68-ACAF-DBF0-9DCA07D5F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36C0E7A9-CE1C-837C-E1D7-E201E1BA3B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74CBBD8A-73BF-0AA8-4002-A4C07E69C8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728027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11EFF323-9A69-7D62-9D46-B4D163371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DCEB0078-0A18-B635-D514-B94E17B9C2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B051670B-C079-B399-2293-33F66C6936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23512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1CEE1F63-12F0-5289-FFCA-471CC2C8E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4A8431A8-128F-2DC9-3082-AF52F1E32C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B63E1F4D-E9EA-FE33-7230-7FA453F9FB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97510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A54070CB-0FE8-CEF7-060F-EA65A1FE5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45C1AC22-6318-CEA2-7336-60BD51A9AC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DEFB54FF-013A-7127-4A90-7CD8E77A1F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2082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59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287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53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68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9/8/26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0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219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9/8/26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975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3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44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25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023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0" hasCustomPrompt="1"/>
          </p:nvPr>
        </p:nvSpPr>
        <p:spPr>
          <a:xfrm>
            <a:off x="2668694" y="1"/>
            <a:ext cx="8231633" cy="5835739"/>
          </a:xfrm>
          <a:custGeom>
            <a:avLst/>
            <a:gdLst>
              <a:gd name="connsiteX0" fmla="*/ 0 w 8231633"/>
              <a:gd name="connsiteY0" fmla="*/ 0 h 5835739"/>
              <a:gd name="connsiteX1" fmla="*/ 4791789 w 8231633"/>
              <a:gd name="connsiteY1" fmla="*/ 0 h 5835739"/>
              <a:gd name="connsiteX2" fmla="*/ 8231633 w 8231633"/>
              <a:gd name="connsiteY2" fmla="*/ 3439845 h 5835739"/>
              <a:gd name="connsiteX3" fmla="*/ 5835739 w 8231633"/>
              <a:gd name="connsiteY3" fmla="*/ 5835739 h 5835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1633" h="5835739">
                <a:moveTo>
                  <a:pt x="0" y="0"/>
                </a:moveTo>
                <a:lnTo>
                  <a:pt x="4791789" y="0"/>
                </a:lnTo>
                <a:lnTo>
                  <a:pt x="8231633" y="3439845"/>
                </a:lnTo>
                <a:lnTo>
                  <a:pt x="5835739" y="5835739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" hasCustomPrompt="1"/>
          </p:nvPr>
        </p:nvSpPr>
        <p:spPr>
          <a:xfrm>
            <a:off x="8172121" y="0"/>
            <a:ext cx="4019883" cy="4062874"/>
          </a:xfrm>
          <a:custGeom>
            <a:avLst/>
            <a:gdLst>
              <a:gd name="connsiteX0" fmla="*/ 4019882 w 4019883"/>
              <a:gd name="connsiteY0" fmla="*/ 2818042 h 4062873"/>
              <a:gd name="connsiteX1" fmla="*/ 4019882 w 4019883"/>
              <a:gd name="connsiteY1" fmla="*/ 4062873 h 4062873"/>
              <a:gd name="connsiteX2" fmla="*/ 3397466 w 4019883"/>
              <a:gd name="connsiteY2" fmla="*/ 3440458 h 4062873"/>
              <a:gd name="connsiteX3" fmla="*/ 0 w 4019883"/>
              <a:gd name="connsiteY3" fmla="*/ 0 h 4062873"/>
              <a:gd name="connsiteX4" fmla="*/ 4019883 w 4019883"/>
              <a:gd name="connsiteY4" fmla="*/ 0 h 4062873"/>
              <a:gd name="connsiteX5" fmla="*/ 4019883 w 4019883"/>
              <a:gd name="connsiteY5" fmla="*/ 2131129 h 4062873"/>
              <a:gd name="connsiteX6" fmla="*/ 3075506 w 4019883"/>
              <a:gd name="connsiteY6" fmla="*/ 3075506 h 4062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19883" h="4062873">
                <a:moveTo>
                  <a:pt x="4019882" y="2818042"/>
                </a:moveTo>
                <a:lnTo>
                  <a:pt x="4019882" y="4062873"/>
                </a:lnTo>
                <a:lnTo>
                  <a:pt x="3397466" y="3440458"/>
                </a:lnTo>
                <a:close/>
                <a:moveTo>
                  <a:pt x="0" y="0"/>
                </a:moveTo>
                <a:lnTo>
                  <a:pt x="4019883" y="0"/>
                </a:lnTo>
                <a:lnTo>
                  <a:pt x="4019883" y="2131129"/>
                </a:lnTo>
                <a:lnTo>
                  <a:pt x="3075506" y="3075506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3" hasCustomPrompt="1"/>
          </p:nvPr>
        </p:nvSpPr>
        <p:spPr>
          <a:xfrm>
            <a:off x="8852340" y="3776610"/>
            <a:ext cx="3339661" cy="3081391"/>
          </a:xfrm>
          <a:custGeom>
            <a:avLst/>
            <a:gdLst>
              <a:gd name="connsiteX0" fmla="*/ 2395894 w 3339661"/>
              <a:gd name="connsiteY0" fmla="*/ 0 h 3081391"/>
              <a:gd name="connsiteX1" fmla="*/ 3339661 w 3339661"/>
              <a:gd name="connsiteY1" fmla="*/ 943767 h 3081391"/>
              <a:gd name="connsiteX2" fmla="*/ 3339661 w 3339661"/>
              <a:gd name="connsiteY2" fmla="*/ 3081391 h 3081391"/>
              <a:gd name="connsiteX3" fmla="*/ 685497 w 3339661"/>
              <a:gd name="connsiteY3" fmla="*/ 3081391 h 3081391"/>
              <a:gd name="connsiteX4" fmla="*/ 0 w 3339661"/>
              <a:gd name="connsiteY4" fmla="*/ 2395894 h 3081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9661" h="3081391">
                <a:moveTo>
                  <a:pt x="2395894" y="0"/>
                </a:moveTo>
                <a:lnTo>
                  <a:pt x="3339661" y="943767"/>
                </a:lnTo>
                <a:lnTo>
                  <a:pt x="3339661" y="3081391"/>
                </a:lnTo>
                <a:lnTo>
                  <a:pt x="685497" y="3081391"/>
                </a:lnTo>
                <a:lnTo>
                  <a:pt x="0" y="2395894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</p:spTree>
    <p:extLst>
      <p:ext uri="{BB962C8B-B14F-4D97-AF65-F5344CB8AC3E}">
        <p14:creationId xmlns:p14="http://schemas.microsoft.com/office/powerpoint/2010/main" val="4206671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0EE29-3307-AF4D-AEA0-7A98CB5648C5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1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svg"/><Relationship Id="rId4" Type="http://schemas.openxmlformats.org/officeDocument/2006/relationships/image" Target="../media/image11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sv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A3C809-8884-C073-8DDD-F5F13F73C7C2}"/>
              </a:ext>
            </a:extLst>
          </p:cNvPr>
          <p:cNvSpPr txBox="1"/>
          <p:nvPr/>
        </p:nvSpPr>
        <p:spPr>
          <a:xfrm>
            <a:off x="912806" y="2823848"/>
            <a:ext cx="112791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sz="44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{{CAMPAIGN_NAME}}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C84B0C-1331-35DD-876F-83D6A1200A90}"/>
              </a:ext>
            </a:extLst>
          </p:cNvPr>
          <p:cNvSpPr txBox="1"/>
          <p:nvPr/>
        </p:nvSpPr>
        <p:spPr>
          <a:xfrm>
            <a:off x="912806" y="5060740"/>
            <a:ext cx="41685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spc="60" dirty="0"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{{CAMPAIGN_PERIOD}}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AE24635-5279-F802-23C1-F8DB01ACF5D2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6973" y="1821879"/>
            <a:ext cx="1758433" cy="2895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56A291-E778-32BD-29F1-3A0AD3027727}"/>
              </a:ext>
            </a:extLst>
          </p:cNvPr>
          <p:cNvSpPr txBox="1"/>
          <p:nvPr/>
        </p:nvSpPr>
        <p:spPr>
          <a:xfrm>
            <a:off x="0" y="625683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SECTION_ID: TITLE_OVERVIEW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481D985-1A1A-3C22-A164-CD9C1F7EC9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48719" y="6617952"/>
            <a:ext cx="586957" cy="966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4EEF21-EE3F-39C0-8DB1-09571D7DC5A5}"/>
              </a:ext>
            </a:extLst>
          </p:cNvPr>
          <p:cNvSpPr txBox="1"/>
          <p:nvPr/>
        </p:nvSpPr>
        <p:spPr>
          <a:xfrm>
            <a:off x="912806" y="3684022"/>
            <a:ext cx="4168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spc="6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PCA Reporting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6109149D-8748-E223-26D6-7FD62A661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0">
            <a:extLst>
              <a:ext uri="{FF2B5EF4-FFF2-40B4-BE49-F238E27FC236}">
                <a16:creationId xmlns:a16="http://schemas.microsoft.com/office/drawing/2014/main" id="{DF8121C4-452E-EFE8-1A14-F7DD32CDC8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39" b="51379"/>
          <a:stretch>
            <a:fillRect/>
          </a:stretch>
        </p:blipFill>
        <p:spPr>
          <a:xfrm>
            <a:off x="779456" y="3885794"/>
            <a:ext cx="9040819" cy="2419731"/>
          </a:xfrm>
          <a:custGeom>
            <a:avLst/>
            <a:gdLst>
              <a:gd name="csX0" fmla="*/ 155637 w 9040819"/>
              <a:gd name="csY0" fmla="*/ 0 h 2419731"/>
              <a:gd name="csX1" fmla="*/ 7470739 w 9040819"/>
              <a:gd name="csY1" fmla="*/ 0 h 2419731"/>
              <a:gd name="csX2" fmla="*/ 7470739 w 9040819"/>
              <a:gd name="csY2" fmla="*/ 1823438 h 2419731"/>
              <a:gd name="csX3" fmla="*/ 7830161 w 9040819"/>
              <a:gd name="csY3" fmla="*/ 2182860 h 2419731"/>
              <a:gd name="csX4" fmla="*/ 9040819 w 9040819"/>
              <a:gd name="csY4" fmla="*/ 2182860 h 2419731"/>
              <a:gd name="csX5" fmla="*/ 9040819 w 9040819"/>
              <a:gd name="csY5" fmla="*/ 2264094 h 2419731"/>
              <a:gd name="csX6" fmla="*/ 8885182 w 9040819"/>
              <a:gd name="csY6" fmla="*/ 2419731 h 2419731"/>
              <a:gd name="csX7" fmla="*/ 155637 w 9040819"/>
              <a:gd name="csY7" fmla="*/ 2419731 h 2419731"/>
              <a:gd name="csX8" fmla="*/ 0 w 9040819"/>
              <a:gd name="csY8" fmla="*/ 2264094 h 2419731"/>
              <a:gd name="csX9" fmla="*/ 0 w 9040819"/>
              <a:gd name="csY9" fmla="*/ 155637 h 2419731"/>
              <a:gd name="csX10" fmla="*/ 155637 w 9040819"/>
              <a:gd name="csY10" fmla="*/ 0 h 2419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9040819" h="2419731">
                <a:moveTo>
                  <a:pt x="155637" y="0"/>
                </a:moveTo>
                <a:lnTo>
                  <a:pt x="7470739" y="0"/>
                </a:lnTo>
                <a:lnTo>
                  <a:pt x="7470739" y="1823438"/>
                </a:lnTo>
                <a:cubicBezTo>
                  <a:pt x="7470739" y="2021941"/>
                  <a:pt x="7631658" y="2182860"/>
                  <a:pt x="7830161" y="2182860"/>
                </a:cubicBezTo>
                <a:lnTo>
                  <a:pt x="9040819" y="2182860"/>
                </a:lnTo>
                <a:lnTo>
                  <a:pt x="9040819" y="2264094"/>
                </a:lnTo>
                <a:cubicBezTo>
                  <a:pt x="9040819" y="2350050"/>
                  <a:pt x="8971138" y="2419731"/>
                  <a:pt x="8885182" y="2419731"/>
                </a:cubicBezTo>
                <a:lnTo>
                  <a:pt x="155637" y="2419731"/>
                </a:lnTo>
                <a:cubicBezTo>
                  <a:pt x="69681" y="2419731"/>
                  <a:pt x="0" y="2350050"/>
                  <a:pt x="0" y="2264094"/>
                </a:cubicBezTo>
                <a:lnTo>
                  <a:pt x="0" y="155637"/>
                </a:lnTo>
                <a:cubicBezTo>
                  <a:pt x="0" y="69681"/>
                  <a:pt x="69681" y="0"/>
                  <a:pt x="155637" y="0"/>
                </a:cubicBezTo>
                <a:close/>
              </a:path>
            </a:pathLst>
          </a:custGeom>
        </p:spPr>
      </p:pic>
      <p:pic>
        <p:nvPicPr>
          <p:cNvPr id="32" name="Picture 2">
            <a:extLst>
              <a:ext uri="{FF2B5EF4-FFF2-40B4-BE49-F238E27FC236}">
                <a16:creationId xmlns:a16="http://schemas.microsoft.com/office/drawing/2014/main" id="{CFD4EBE0-D11C-20FC-AE72-96BFA70C4D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1036312" y="4114429"/>
            <a:ext cx="1962463" cy="1962463"/>
          </a:xfrm>
          <a:prstGeom prst="roundRect">
            <a:avLst>
              <a:gd name="adj" fmla="val 472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E93FFF07-1980-93A4-3E8F-C89A9B8ABD3B}"/>
              </a:ext>
            </a:extLst>
          </p:cNvPr>
          <p:cNvSpPr txBox="1"/>
          <p:nvPr/>
        </p:nvSpPr>
        <p:spPr>
          <a:xfrm>
            <a:off x="912807" y="2352992"/>
            <a:ext cx="6045777" cy="255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{{EXEC_SUMMARY}}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874E7C9-26D7-090F-7641-4EF1642608D5}"/>
              </a:ext>
            </a:extLst>
          </p:cNvPr>
          <p:cNvSpPr txBox="1"/>
          <p:nvPr/>
        </p:nvSpPr>
        <p:spPr>
          <a:xfrm>
            <a:off x="912807" y="1864768"/>
            <a:ext cx="4168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spc="6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{{CAMPAIGN_NAME}}</a:t>
            </a:r>
          </a:p>
        </p:txBody>
      </p:sp>
      <p:pic>
        <p:nvPicPr>
          <p:cNvPr id="40" name="Picture 39" descr="A hand holding a cell phone&#10;&#10;AI-generated content may be incorrect.">
            <a:extLst>
              <a:ext uri="{FF2B5EF4-FFF2-40B4-BE49-F238E27FC236}">
                <a16:creationId xmlns:a16="http://schemas.microsoft.com/office/drawing/2014/main" id="{5A60D5C6-C7AD-14AD-8F7D-74927F99FFE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5405" b="12112"/>
          <a:stretch>
            <a:fillRect/>
          </a:stretch>
        </p:blipFill>
        <p:spPr>
          <a:xfrm>
            <a:off x="6803128" y="0"/>
            <a:ext cx="5388871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192CC0-BCF8-9A6F-306F-0D677F03F262}"/>
              </a:ext>
            </a:extLst>
          </p:cNvPr>
          <p:cNvSpPr txBox="1"/>
          <p:nvPr/>
        </p:nvSpPr>
        <p:spPr>
          <a:xfrm>
            <a:off x="912815" y="3473344"/>
            <a:ext cx="6357491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ja-JP" altLang="en-US" sz="800" b="1" spc="3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クリエイティブフォーマット：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120130-D8B3-342B-2DAB-62B62D680690}"/>
              </a:ext>
            </a:extLst>
          </p:cNvPr>
          <p:cNvSpPr txBox="1"/>
          <p:nvPr/>
        </p:nvSpPr>
        <p:spPr>
          <a:xfrm>
            <a:off x="2481585" y="3473344"/>
            <a:ext cx="5199517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800" spc="3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{{CAMPAIGN_FORMATS}}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181961-5F0A-19C8-A47A-7B680C9C1E74}"/>
              </a:ext>
            </a:extLst>
          </p:cNvPr>
          <p:cNvSpPr txBox="1"/>
          <p:nvPr/>
        </p:nvSpPr>
        <p:spPr>
          <a:xfrm>
            <a:off x="3175127" y="4624103"/>
            <a:ext cx="12562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b="1" spc="3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クライアント</a:t>
            </a:r>
            <a:r>
              <a:rPr lang="en-US" altLang="ja-JP" sz="800" b="1" spc="30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DF271C-3FFF-79F6-C5EC-268BAD7E6DD1}"/>
              </a:ext>
            </a:extLst>
          </p:cNvPr>
          <p:cNvSpPr txBox="1"/>
          <p:nvPr/>
        </p:nvSpPr>
        <p:spPr>
          <a:xfrm>
            <a:off x="4131273" y="4624102"/>
            <a:ext cx="33316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3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{{CLIENT_NAME}}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B16D45-ECCE-BB74-60BC-A91E954722EC}"/>
              </a:ext>
            </a:extLst>
          </p:cNvPr>
          <p:cNvSpPr txBox="1"/>
          <p:nvPr/>
        </p:nvSpPr>
        <p:spPr>
          <a:xfrm>
            <a:off x="3175127" y="4901428"/>
            <a:ext cx="11893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b="1" spc="3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キャンペーン</a:t>
            </a:r>
            <a:r>
              <a:rPr lang="en-US" altLang="ja-JP" sz="800" b="1" spc="30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68C54B-BA75-8ED7-265D-25C0544D8348}"/>
              </a:ext>
            </a:extLst>
          </p:cNvPr>
          <p:cNvSpPr txBox="1"/>
          <p:nvPr/>
        </p:nvSpPr>
        <p:spPr>
          <a:xfrm>
            <a:off x="3175127" y="5178754"/>
            <a:ext cx="10782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b="1" spc="3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配信国</a:t>
            </a:r>
            <a:r>
              <a:rPr lang="en-US" altLang="ja-JP" sz="800" b="1" spc="30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7CA246-2369-80B8-4173-E2C26D35839E}"/>
              </a:ext>
            </a:extLst>
          </p:cNvPr>
          <p:cNvSpPr txBox="1"/>
          <p:nvPr/>
        </p:nvSpPr>
        <p:spPr>
          <a:xfrm>
            <a:off x="3175127" y="5456080"/>
            <a:ext cx="10782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b="1" spc="3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配信期間</a:t>
            </a:r>
            <a:r>
              <a:rPr lang="en-US" altLang="ja-JP" sz="800" b="1" spc="30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31EDFE-3C21-1A20-208C-ED6A556482AF}"/>
              </a:ext>
            </a:extLst>
          </p:cNvPr>
          <p:cNvSpPr txBox="1"/>
          <p:nvPr/>
        </p:nvSpPr>
        <p:spPr>
          <a:xfrm>
            <a:off x="3175127" y="5733405"/>
            <a:ext cx="13814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b="1" spc="3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実配信金額</a:t>
            </a:r>
            <a:r>
              <a:rPr lang="en-US" altLang="ja-JP" sz="800" b="1" spc="30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AB9EE1-EA60-46C0-A3B2-B6457C06C249}"/>
              </a:ext>
            </a:extLst>
          </p:cNvPr>
          <p:cNvSpPr txBox="1"/>
          <p:nvPr/>
        </p:nvSpPr>
        <p:spPr>
          <a:xfrm>
            <a:off x="4131273" y="4900110"/>
            <a:ext cx="33316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3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{{CAMPAIGN_NAME}}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96DC6A-8E2B-F3C5-AC1C-906B3818973F}"/>
              </a:ext>
            </a:extLst>
          </p:cNvPr>
          <p:cNvSpPr txBox="1"/>
          <p:nvPr/>
        </p:nvSpPr>
        <p:spPr>
          <a:xfrm>
            <a:off x="4131273" y="5176118"/>
            <a:ext cx="33316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3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{{CAMPAIGN_MARKETS}}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595A23-8191-F8C9-820C-0D1AA636C19D}"/>
              </a:ext>
            </a:extLst>
          </p:cNvPr>
          <p:cNvSpPr txBox="1"/>
          <p:nvPr/>
        </p:nvSpPr>
        <p:spPr>
          <a:xfrm>
            <a:off x="4131272" y="5452126"/>
            <a:ext cx="37463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3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{{LIVE_DATES_FULL}}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0031E1-5009-46EA-F4F5-A246F66A0854}"/>
              </a:ext>
            </a:extLst>
          </p:cNvPr>
          <p:cNvSpPr txBox="1"/>
          <p:nvPr/>
        </p:nvSpPr>
        <p:spPr>
          <a:xfrm>
            <a:off x="4131273" y="5728133"/>
            <a:ext cx="33316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3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{{CAMPAIGN_BUDGET}}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7EA7AD-4C97-7ABD-03E1-5A7069A7FE1E}"/>
              </a:ext>
            </a:extLst>
          </p:cNvPr>
          <p:cNvSpPr txBox="1"/>
          <p:nvPr/>
        </p:nvSpPr>
        <p:spPr>
          <a:xfrm>
            <a:off x="0" y="625683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SECTION_ID: TITLE_OVERVIEW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47CE601-320E-FFB8-D06C-30488ACAAF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48719" y="6617952"/>
            <a:ext cx="586957" cy="96659"/>
          </a:xfrm>
          <a:prstGeom prst="rect">
            <a:avLst/>
          </a:prstGeom>
        </p:spPr>
      </p:pic>
      <p:sp>
        <p:nvSpPr>
          <p:cNvPr id="6" name="Google Shape;100;p2">
            <a:extLst>
              <a:ext uri="{FF2B5EF4-FFF2-40B4-BE49-F238E27FC236}">
                <a16:creationId xmlns:a16="http://schemas.microsoft.com/office/drawing/2014/main" id="{A03A30EA-CC96-5F2A-EEA2-A76684BBC683}"/>
              </a:ext>
            </a:extLst>
          </p:cNvPr>
          <p:cNvSpPr txBox="1"/>
          <p:nvPr/>
        </p:nvSpPr>
        <p:spPr>
          <a:xfrm>
            <a:off x="3175127" y="4221300"/>
            <a:ext cx="2262320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Campaign Details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5DD63F-4BF1-4787-5F3F-64AA2E0C2364}"/>
              </a:ext>
            </a:extLst>
          </p:cNvPr>
          <p:cNvSpPr txBox="1"/>
          <p:nvPr/>
        </p:nvSpPr>
        <p:spPr>
          <a:xfrm>
            <a:off x="912807" y="1190708"/>
            <a:ext cx="6216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Campaign Analysis.</a:t>
            </a:r>
            <a:endParaRPr kumimoji="0" lang="en-US" sz="36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1262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CF307703-5343-D572-57EE-5939ED011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10;p2">
            <a:extLst>
              <a:ext uri="{FF2B5EF4-FFF2-40B4-BE49-F238E27FC236}">
                <a16:creationId xmlns:a16="http://schemas.microsoft.com/office/drawing/2014/main" id="{D558976B-B391-1A5D-7463-859D0D505E36}"/>
              </a:ext>
            </a:extLst>
          </p:cNvPr>
          <p:cNvSpPr txBox="1"/>
          <p:nvPr/>
        </p:nvSpPr>
        <p:spPr>
          <a:xfrm>
            <a:off x="2688982" y="4488397"/>
            <a:ext cx="164170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2400" b="1" spc="1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{{PERFORMANCE_CTR}}</a:t>
            </a:r>
          </a:p>
        </p:txBody>
      </p:sp>
      <p:sp>
        <p:nvSpPr>
          <p:cNvPr id="18" name="Google Shape;110;p2">
            <a:extLst>
              <a:ext uri="{FF2B5EF4-FFF2-40B4-BE49-F238E27FC236}">
                <a16:creationId xmlns:a16="http://schemas.microsoft.com/office/drawing/2014/main" id="{27FF214A-08FF-CF3B-C641-EA00952BD740}"/>
              </a:ext>
            </a:extLst>
          </p:cNvPr>
          <p:cNvSpPr txBox="1"/>
          <p:nvPr/>
        </p:nvSpPr>
        <p:spPr>
          <a:xfrm>
            <a:off x="4410489" y="4488397"/>
            <a:ext cx="1788631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2400" b="1" spc="1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{{PERFORMANCE_ENGAGEMENT_RATE}}</a:t>
            </a:r>
          </a:p>
        </p:txBody>
      </p:sp>
      <p:sp>
        <p:nvSpPr>
          <p:cNvPr id="31" name="Google Shape;110;p2">
            <a:extLst>
              <a:ext uri="{FF2B5EF4-FFF2-40B4-BE49-F238E27FC236}">
                <a16:creationId xmlns:a16="http://schemas.microsoft.com/office/drawing/2014/main" id="{42B59DFC-A30F-E703-F514-87D87916E224}"/>
              </a:ext>
            </a:extLst>
          </p:cNvPr>
          <p:cNvSpPr txBox="1"/>
          <p:nvPr/>
        </p:nvSpPr>
        <p:spPr>
          <a:xfrm>
            <a:off x="6199120" y="4488397"/>
            <a:ext cx="1788631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2400" b="1" spc="1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{{PERFORMANCE_VCR}}</a:t>
            </a:r>
          </a:p>
        </p:txBody>
      </p:sp>
      <p:sp>
        <p:nvSpPr>
          <p:cNvPr id="34" name="Google Shape;110;p2">
            <a:extLst>
              <a:ext uri="{FF2B5EF4-FFF2-40B4-BE49-F238E27FC236}">
                <a16:creationId xmlns:a16="http://schemas.microsoft.com/office/drawing/2014/main" id="{D5930BBD-2D3F-BB18-997E-18B080B480CC}"/>
              </a:ext>
            </a:extLst>
          </p:cNvPr>
          <p:cNvSpPr txBox="1"/>
          <p:nvPr/>
        </p:nvSpPr>
        <p:spPr>
          <a:xfrm>
            <a:off x="912807" y="4488397"/>
            <a:ext cx="1641707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2400" b="1" spc="1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{{PERFORMANCE_ON_SCREEN}}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F672A96-8412-EA5F-3764-F6F6D8AE63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73796" y="735722"/>
            <a:ext cx="2623452" cy="5386556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FA1CCD4F-7B60-85EC-F67B-B91CD37F2A25}"/>
              </a:ext>
            </a:extLst>
          </p:cNvPr>
          <p:cNvSpPr txBox="1"/>
          <p:nvPr/>
        </p:nvSpPr>
        <p:spPr>
          <a:xfrm>
            <a:off x="912807" y="1864768"/>
            <a:ext cx="4168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spc="6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{{CAMPAIGN_NAME}}</a:t>
            </a:r>
          </a:p>
        </p:txBody>
      </p:sp>
      <p:sp>
        <p:nvSpPr>
          <p:cNvPr id="12" name="Google Shape;114;p2">
            <a:extLst>
              <a:ext uri="{FF2B5EF4-FFF2-40B4-BE49-F238E27FC236}">
                <a16:creationId xmlns:a16="http://schemas.microsoft.com/office/drawing/2014/main" id="{95218EA7-AEC4-E146-A095-6A34B9156B73}"/>
              </a:ext>
            </a:extLst>
          </p:cNvPr>
          <p:cNvSpPr txBox="1"/>
          <p:nvPr/>
        </p:nvSpPr>
        <p:spPr>
          <a:xfrm>
            <a:off x="912807" y="4981812"/>
            <a:ext cx="1182981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ja-JP" altLang="en-US" sz="800" spc="40">
                <a:latin typeface="Open Sans Semibold" panose="020B0606030504020204" pitchFamily="34" charset="0"/>
                <a:ea typeface="Inter SemiBold" panose="02000503000000020004" pitchFamily="2" charset="0"/>
                <a:cs typeface="Open Sans Semibold" panose="020B0606030504020204" pitchFamily="34" charset="0"/>
                <a:sym typeface="Inter"/>
              </a:rPr>
              <a:t>ビューアビリティ</a:t>
            </a:r>
          </a:p>
        </p:txBody>
      </p:sp>
      <p:sp>
        <p:nvSpPr>
          <p:cNvPr id="14" name="Google Shape;100;p2">
            <a:extLst>
              <a:ext uri="{FF2B5EF4-FFF2-40B4-BE49-F238E27FC236}">
                <a16:creationId xmlns:a16="http://schemas.microsoft.com/office/drawing/2014/main" id="{C0011DD4-4E85-374F-AFF6-90139C4EFC90}"/>
              </a:ext>
            </a:extLst>
          </p:cNvPr>
          <p:cNvSpPr txBox="1"/>
          <p:nvPr/>
        </p:nvSpPr>
        <p:spPr>
          <a:xfrm>
            <a:off x="912808" y="5175763"/>
            <a:ext cx="1182980" cy="16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US" altLang="ja-JP" sz="500" spc="4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60 - 70% Benchmark</a:t>
            </a:r>
          </a:p>
        </p:txBody>
      </p:sp>
      <p:sp>
        <p:nvSpPr>
          <p:cNvPr id="16" name="Google Shape;114;p2">
            <a:extLst>
              <a:ext uri="{FF2B5EF4-FFF2-40B4-BE49-F238E27FC236}">
                <a16:creationId xmlns:a16="http://schemas.microsoft.com/office/drawing/2014/main" id="{13A620E0-9DED-6611-BE20-CC759EFB7C32}"/>
              </a:ext>
            </a:extLst>
          </p:cNvPr>
          <p:cNvSpPr txBox="1"/>
          <p:nvPr/>
        </p:nvSpPr>
        <p:spPr>
          <a:xfrm>
            <a:off x="2688982" y="4981812"/>
            <a:ext cx="799796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ja-JP" altLang="en-US" sz="800" spc="40">
                <a:latin typeface="Open Sans Semibold" panose="020B0606030504020204" pitchFamily="34" charset="0"/>
                <a:ea typeface="Open Sans" panose="020B0606030504020204" pitchFamily="34" charset="0"/>
                <a:cs typeface="Open Sans Semibold" panose="020B0606030504020204" pitchFamily="34" charset="0"/>
                <a:sym typeface="Inter"/>
              </a:rPr>
              <a:t>クリック率</a:t>
            </a:r>
          </a:p>
        </p:txBody>
      </p:sp>
      <p:sp>
        <p:nvSpPr>
          <p:cNvPr id="17" name="Google Shape;100;p2">
            <a:extLst>
              <a:ext uri="{FF2B5EF4-FFF2-40B4-BE49-F238E27FC236}">
                <a16:creationId xmlns:a16="http://schemas.microsoft.com/office/drawing/2014/main" id="{40CAB706-7AAE-A0EE-4F04-C36D03C8F6B5}"/>
              </a:ext>
            </a:extLst>
          </p:cNvPr>
          <p:cNvSpPr txBox="1"/>
          <p:nvPr/>
        </p:nvSpPr>
        <p:spPr>
          <a:xfrm>
            <a:off x="2688981" y="5175763"/>
            <a:ext cx="1157991" cy="16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US" altLang="ja-JP" sz="500" spc="4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0.3-0.5 % Benchmark</a:t>
            </a:r>
          </a:p>
        </p:txBody>
      </p:sp>
      <p:sp>
        <p:nvSpPr>
          <p:cNvPr id="19" name="Google Shape;114;p2">
            <a:extLst>
              <a:ext uri="{FF2B5EF4-FFF2-40B4-BE49-F238E27FC236}">
                <a16:creationId xmlns:a16="http://schemas.microsoft.com/office/drawing/2014/main" id="{1259186A-5333-462D-7882-60587E943B15}"/>
              </a:ext>
            </a:extLst>
          </p:cNvPr>
          <p:cNvSpPr txBox="1"/>
          <p:nvPr/>
        </p:nvSpPr>
        <p:spPr>
          <a:xfrm>
            <a:off x="4410490" y="4981812"/>
            <a:ext cx="1511942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ja-JP" altLang="en-US" sz="800" spc="40">
                <a:latin typeface="Open Sans Semibold" panose="020B0606030504020204" pitchFamily="34" charset="0"/>
                <a:ea typeface="Open Sans" panose="020B0606030504020204" pitchFamily="34" charset="0"/>
                <a:cs typeface="Open Sans Semibold" panose="020B0606030504020204" pitchFamily="34" charset="0"/>
                <a:sym typeface="Inter"/>
              </a:rPr>
              <a:t>エンゲージメント率</a:t>
            </a:r>
          </a:p>
        </p:txBody>
      </p:sp>
      <p:sp>
        <p:nvSpPr>
          <p:cNvPr id="29" name="Google Shape;100;p2">
            <a:extLst>
              <a:ext uri="{FF2B5EF4-FFF2-40B4-BE49-F238E27FC236}">
                <a16:creationId xmlns:a16="http://schemas.microsoft.com/office/drawing/2014/main" id="{3F3A788F-6CB0-C7EB-4100-589AE66FA53E}"/>
              </a:ext>
            </a:extLst>
          </p:cNvPr>
          <p:cNvSpPr txBox="1"/>
          <p:nvPr/>
        </p:nvSpPr>
        <p:spPr>
          <a:xfrm>
            <a:off x="4410490" y="5175763"/>
            <a:ext cx="1286524" cy="16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US" altLang="ja-JP" sz="500" spc="4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0.3 – 0.5% Benchmark</a:t>
            </a:r>
          </a:p>
        </p:txBody>
      </p:sp>
      <p:sp>
        <p:nvSpPr>
          <p:cNvPr id="32" name="Google Shape;114;p2">
            <a:extLst>
              <a:ext uri="{FF2B5EF4-FFF2-40B4-BE49-F238E27FC236}">
                <a16:creationId xmlns:a16="http://schemas.microsoft.com/office/drawing/2014/main" id="{D3F5FEFA-89EE-C46C-AFDE-C7DA9D1D59FC}"/>
              </a:ext>
            </a:extLst>
          </p:cNvPr>
          <p:cNvSpPr txBox="1"/>
          <p:nvPr/>
        </p:nvSpPr>
        <p:spPr>
          <a:xfrm>
            <a:off x="6199120" y="4981812"/>
            <a:ext cx="1511942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ja-JP" altLang="en-US" sz="800" spc="40">
                <a:latin typeface="Open Sans Semibold" panose="020B0606030504020204" pitchFamily="34" charset="0"/>
                <a:ea typeface="Open Sans" panose="020B0606030504020204" pitchFamily="34" charset="0"/>
                <a:cs typeface="Open Sans Semibold" panose="020B0606030504020204" pitchFamily="34" charset="0"/>
                <a:sym typeface="Inter"/>
              </a:rPr>
              <a:t>動画視聴完了率</a:t>
            </a:r>
          </a:p>
        </p:txBody>
      </p:sp>
      <p:sp>
        <p:nvSpPr>
          <p:cNvPr id="33" name="Google Shape;100;p2">
            <a:extLst>
              <a:ext uri="{FF2B5EF4-FFF2-40B4-BE49-F238E27FC236}">
                <a16:creationId xmlns:a16="http://schemas.microsoft.com/office/drawing/2014/main" id="{7357EB61-D8E9-A9EE-C2CC-1D316318870B}"/>
              </a:ext>
            </a:extLst>
          </p:cNvPr>
          <p:cNvSpPr txBox="1"/>
          <p:nvPr/>
        </p:nvSpPr>
        <p:spPr>
          <a:xfrm>
            <a:off x="6199121" y="5175763"/>
            <a:ext cx="1079294" cy="16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500" spc="40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25 – 35% Benchmark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C79EAA-1C06-EB36-6E8D-A708FA8905C0}"/>
              </a:ext>
            </a:extLst>
          </p:cNvPr>
          <p:cNvSpPr txBox="1"/>
          <p:nvPr/>
        </p:nvSpPr>
        <p:spPr>
          <a:xfrm>
            <a:off x="0" y="625683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SECTION_ID: TITLE_OVERVIEW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E8F13C-F60B-40B5-2002-C325D5400B21}"/>
              </a:ext>
            </a:extLst>
          </p:cNvPr>
          <p:cNvSpPr txBox="1"/>
          <p:nvPr/>
        </p:nvSpPr>
        <p:spPr>
          <a:xfrm>
            <a:off x="912807" y="2718761"/>
            <a:ext cx="123031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/>
            </a:pPr>
            <a:r>
              <a:rPr lang="ja-JP" altLang="en-US" sz="800" spc="30">
                <a:solidFill>
                  <a:schemeClr val="bg1"/>
                </a:solidFill>
                <a:latin typeface="Inter Italic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概要 </a:t>
            </a:r>
            <a:r>
              <a:rPr lang="en-US" altLang="ja-JP" sz="800" spc="30" dirty="0">
                <a:solidFill>
                  <a:schemeClr val="bg1"/>
                </a:solidFill>
                <a:latin typeface="Inter Italic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8A2ACB-BAFB-D40B-6B3D-1A09139790E6}"/>
              </a:ext>
            </a:extLst>
          </p:cNvPr>
          <p:cNvSpPr txBox="1"/>
          <p:nvPr/>
        </p:nvSpPr>
        <p:spPr>
          <a:xfrm>
            <a:off x="912806" y="3158334"/>
            <a:ext cx="1641707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 startAt="2"/>
            </a:pPr>
            <a:r>
              <a:rPr lang="ja-JP" altLang="en-US" sz="800" spc="30">
                <a:solidFill>
                  <a:schemeClr val="bg1"/>
                </a:solidFill>
                <a:latin typeface="Inter Italic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オーディエンス：</a:t>
            </a:r>
            <a:endParaRPr lang="en-US" altLang="ja-JP" sz="800" spc="30" dirty="0">
              <a:solidFill>
                <a:schemeClr val="bg1"/>
              </a:solidFill>
              <a:latin typeface="Inter Italic" panose="02000503000000020004" pitchFamily="2" charset="0"/>
              <a:ea typeface="Inter Italic" panose="02000503000000020004" pitchFamily="2" charset="0"/>
              <a:cs typeface="Open Sans" panose="020B0606030504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3FB5B5-677E-5D4A-EFA3-41135878C40D}"/>
              </a:ext>
            </a:extLst>
          </p:cNvPr>
          <p:cNvSpPr txBox="1"/>
          <p:nvPr/>
        </p:nvSpPr>
        <p:spPr>
          <a:xfrm>
            <a:off x="912807" y="3547915"/>
            <a:ext cx="123031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 startAt="3"/>
            </a:pPr>
            <a:r>
              <a:rPr lang="en-GB" sz="8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KPI</a:t>
            </a:r>
            <a:r>
              <a:rPr lang="en-GB" sz="800" spc="3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617987-A426-F666-E130-F045239F9293}"/>
              </a:ext>
            </a:extLst>
          </p:cNvPr>
          <p:cNvSpPr txBox="1"/>
          <p:nvPr/>
        </p:nvSpPr>
        <p:spPr>
          <a:xfrm>
            <a:off x="1558616" y="2688583"/>
            <a:ext cx="5780422" cy="25532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GB" sz="800" spc="3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800" spc="3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800" spc="3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800" spc="3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800" spc="3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3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800" spc="3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3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800" spc="3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3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800" spc="3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3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800" spc="3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800" spc="3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800" spc="3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3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800" spc="3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3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800" spc="3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3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3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labore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CC95D2-919D-CB46-A0AF-0FCFF82C908E}"/>
              </a:ext>
            </a:extLst>
          </p:cNvPr>
          <p:cNvSpPr txBox="1"/>
          <p:nvPr/>
        </p:nvSpPr>
        <p:spPr>
          <a:xfrm>
            <a:off x="2119352" y="3128156"/>
            <a:ext cx="5780422" cy="25532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GB" sz="800" spc="3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Audience Type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343CED-61B8-DE8C-0BFA-F6A13889F9F6}"/>
              </a:ext>
            </a:extLst>
          </p:cNvPr>
          <p:cNvSpPr txBox="1"/>
          <p:nvPr/>
        </p:nvSpPr>
        <p:spPr>
          <a:xfrm>
            <a:off x="1558616" y="3517737"/>
            <a:ext cx="6067135" cy="25532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GB" sz="800" spc="3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KPI 1, KPI 2, KPI 3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B39B84D-95C1-181E-0D40-11E7EF826F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48719" y="6617952"/>
            <a:ext cx="586957" cy="96659"/>
          </a:xfrm>
          <a:prstGeom prst="rect">
            <a:avLst/>
          </a:prstGeom>
        </p:spPr>
      </p:pic>
      <p:sp>
        <p:nvSpPr>
          <p:cNvPr id="3" name="Google Shape;100;p2">
            <a:extLst>
              <a:ext uri="{FF2B5EF4-FFF2-40B4-BE49-F238E27FC236}">
                <a16:creationId xmlns:a16="http://schemas.microsoft.com/office/drawing/2014/main" id="{C1F95D7B-2467-42D4-D3E4-CD1B8B660D66}"/>
              </a:ext>
            </a:extLst>
          </p:cNvPr>
          <p:cNvSpPr txBox="1"/>
          <p:nvPr/>
        </p:nvSpPr>
        <p:spPr>
          <a:xfrm>
            <a:off x="912807" y="2393071"/>
            <a:ext cx="2262320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Campaign 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EF932D-D907-A21E-7B97-46AF749EF42C}"/>
              </a:ext>
            </a:extLst>
          </p:cNvPr>
          <p:cNvSpPr txBox="1"/>
          <p:nvPr/>
        </p:nvSpPr>
        <p:spPr>
          <a:xfrm>
            <a:off x="912807" y="1190708"/>
            <a:ext cx="6216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Campaign Snapshot.</a:t>
            </a:r>
            <a:endParaRPr kumimoji="0" lang="en-US" sz="36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Google Shape;100;p2">
            <a:extLst>
              <a:ext uri="{FF2B5EF4-FFF2-40B4-BE49-F238E27FC236}">
                <a16:creationId xmlns:a16="http://schemas.microsoft.com/office/drawing/2014/main" id="{ABFF7459-BA5B-FD0C-6C06-55B077FEFA26}"/>
              </a:ext>
            </a:extLst>
          </p:cNvPr>
          <p:cNvSpPr txBox="1"/>
          <p:nvPr/>
        </p:nvSpPr>
        <p:spPr>
          <a:xfrm>
            <a:off x="912807" y="4090896"/>
            <a:ext cx="2262320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Key Figures</a:t>
            </a:r>
          </a:p>
        </p:txBody>
      </p:sp>
    </p:spTree>
    <p:extLst>
      <p:ext uri="{BB962C8B-B14F-4D97-AF65-F5344CB8AC3E}">
        <p14:creationId xmlns:p14="http://schemas.microsoft.com/office/powerpoint/2010/main" val="887836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C908CF0F-3F8E-2350-F033-2CA9E9E0A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Picture 120">
            <a:extLst>
              <a:ext uri="{FF2B5EF4-FFF2-40B4-BE49-F238E27FC236}">
                <a16:creationId xmlns:a16="http://schemas.microsoft.com/office/drawing/2014/main" id="{8600E18F-AF80-7E82-C354-9717CEF499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2" b="52847"/>
          <a:stretch>
            <a:fillRect/>
          </a:stretch>
        </p:blipFill>
        <p:spPr>
          <a:xfrm>
            <a:off x="779455" y="2649122"/>
            <a:ext cx="10632989" cy="1243369"/>
          </a:xfrm>
          <a:prstGeom prst="roundRect">
            <a:avLst>
              <a:gd name="adj" fmla="val 18220"/>
            </a:avLst>
          </a:prstGeom>
        </p:spPr>
      </p:pic>
      <p:sp>
        <p:nvSpPr>
          <p:cNvPr id="124" name="Google Shape;100;p2">
            <a:extLst>
              <a:ext uri="{FF2B5EF4-FFF2-40B4-BE49-F238E27FC236}">
                <a16:creationId xmlns:a16="http://schemas.microsoft.com/office/drawing/2014/main" id="{437ED21B-256C-7751-B7B7-0569E2EA4EB1}"/>
              </a:ext>
            </a:extLst>
          </p:cNvPr>
          <p:cNvSpPr txBox="1"/>
          <p:nvPr/>
        </p:nvSpPr>
        <p:spPr>
          <a:xfrm>
            <a:off x="1202057" y="3159576"/>
            <a:ext cx="1752548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{{DELIVERED_IMPRESSIONS}}</a:t>
            </a:r>
          </a:p>
        </p:txBody>
      </p:sp>
      <p:sp>
        <p:nvSpPr>
          <p:cNvPr id="125" name="Google Shape;100;p2">
            <a:extLst>
              <a:ext uri="{FF2B5EF4-FFF2-40B4-BE49-F238E27FC236}">
                <a16:creationId xmlns:a16="http://schemas.microsoft.com/office/drawing/2014/main" id="{1AD03DB7-8BF6-C322-4CAD-B0CE9AFBCEF2}"/>
              </a:ext>
            </a:extLst>
          </p:cNvPr>
          <p:cNvSpPr txBox="1"/>
          <p:nvPr/>
        </p:nvSpPr>
        <p:spPr>
          <a:xfrm>
            <a:off x="1202055" y="2916675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ja-JP" altLang="en-US" sz="900" b="1" spc="4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実配信インプレッション数</a:t>
            </a:r>
            <a:endParaRPr lang="en-GB" sz="900" b="1" spc="40" dirty="0">
              <a:solidFill>
                <a:schemeClr val="accent6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168" name="Google Shape;100;p2">
            <a:extLst>
              <a:ext uri="{FF2B5EF4-FFF2-40B4-BE49-F238E27FC236}">
                <a16:creationId xmlns:a16="http://schemas.microsoft.com/office/drawing/2014/main" id="{0B815B41-7342-8A0C-6F35-DF4E9599F245}"/>
              </a:ext>
            </a:extLst>
          </p:cNvPr>
          <p:cNvSpPr txBox="1"/>
          <p:nvPr/>
        </p:nvSpPr>
        <p:spPr>
          <a:xfrm>
            <a:off x="3175359" y="3159576"/>
            <a:ext cx="1752548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{{IO_OVERALL_IMPRESSIONS}}</a:t>
            </a:r>
          </a:p>
        </p:txBody>
      </p:sp>
      <p:sp>
        <p:nvSpPr>
          <p:cNvPr id="169" name="Google Shape;100;p2">
            <a:extLst>
              <a:ext uri="{FF2B5EF4-FFF2-40B4-BE49-F238E27FC236}">
                <a16:creationId xmlns:a16="http://schemas.microsoft.com/office/drawing/2014/main" id="{EA12E97F-B89B-0A71-F1FB-13BC6B51F1D2}"/>
              </a:ext>
            </a:extLst>
          </p:cNvPr>
          <p:cNvSpPr txBox="1"/>
          <p:nvPr/>
        </p:nvSpPr>
        <p:spPr>
          <a:xfrm>
            <a:off x="3175357" y="2916675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ja-JP" altLang="en-US" sz="900" b="1" spc="4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配信予定インプレッション数</a:t>
            </a:r>
            <a:endParaRPr lang="en-GB" sz="900" b="1" spc="40" dirty="0">
              <a:solidFill>
                <a:schemeClr val="accent6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171" name="Google Shape;100;p2">
            <a:extLst>
              <a:ext uri="{FF2B5EF4-FFF2-40B4-BE49-F238E27FC236}">
                <a16:creationId xmlns:a16="http://schemas.microsoft.com/office/drawing/2014/main" id="{AEADC4FD-B7F4-78CE-B3D9-15E87C9423D2}"/>
              </a:ext>
            </a:extLst>
          </p:cNvPr>
          <p:cNvSpPr txBox="1"/>
          <p:nvPr/>
        </p:nvSpPr>
        <p:spPr>
          <a:xfrm>
            <a:off x="5148661" y="3159576"/>
            <a:ext cx="1880292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{{ADDED_VALUE_IMPRESSIONS}}</a:t>
            </a:r>
          </a:p>
        </p:txBody>
      </p:sp>
      <p:sp>
        <p:nvSpPr>
          <p:cNvPr id="172" name="Google Shape;100;p2">
            <a:extLst>
              <a:ext uri="{FF2B5EF4-FFF2-40B4-BE49-F238E27FC236}">
                <a16:creationId xmlns:a16="http://schemas.microsoft.com/office/drawing/2014/main" id="{9E6E572A-2A41-F21A-A9FD-3C4E428F1E98}"/>
              </a:ext>
            </a:extLst>
          </p:cNvPr>
          <p:cNvSpPr txBox="1"/>
          <p:nvPr/>
        </p:nvSpPr>
        <p:spPr>
          <a:xfrm>
            <a:off x="5148659" y="2916675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ja-JP" altLang="en-US" sz="900" b="1" spc="4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無償配信インプレッション数</a:t>
            </a:r>
            <a:endParaRPr lang="en-GB" sz="900" b="1" spc="40" dirty="0">
              <a:solidFill>
                <a:schemeClr val="accent6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174" name="Google Shape;100;p2">
            <a:extLst>
              <a:ext uri="{FF2B5EF4-FFF2-40B4-BE49-F238E27FC236}">
                <a16:creationId xmlns:a16="http://schemas.microsoft.com/office/drawing/2014/main" id="{FC0350E0-FFF5-F11A-CA51-CB2E02AF3B28}"/>
              </a:ext>
            </a:extLst>
          </p:cNvPr>
          <p:cNvSpPr txBox="1"/>
          <p:nvPr/>
        </p:nvSpPr>
        <p:spPr>
          <a:xfrm>
            <a:off x="7121963" y="3159576"/>
            <a:ext cx="1880292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{{DELIVERY_WITH_AV_PERCENT}}</a:t>
            </a:r>
          </a:p>
        </p:txBody>
      </p:sp>
      <p:sp>
        <p:nvSpPr>
          <p:cNvPr id="175" name="Google Shape;100;p2">
            <a:extLst>
              <a:ext uri="{FF2B5EF4-FFF2-40B4-BE49-F238E27FC236}">
                <a16:creationId xmlns:a16="http://schemas.microsoft.com/office/drawing/2014/main" id="{3FB33B2F-E46C-2236-B32D-E8C924870A1B}"/>
              </a:ext>
            </a:extLst>
          </p:cNvPr>
          <p:cNvSpPr txBox="1"/>
          <p:nvPr/>
        </p:nvSpPr>
        <p:spPr>
          <a:xfrm>
            <a:off x="7121961" y="2916675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ja-JP" altLang="en-US" sz="900" b="1" spc="4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配信達成率（無償配信数含む）</a:t>
            </a:r>
            <a:endParaRPr lang="en-GB" sz="900" b="1" spc="40" dirty="0">
              <a:solidFill>
                <a:schemeClr val="accent6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177" name="Google Shape;100;p2">
            <a:extLst>
              <a:ext uri="{FF2B5EF4-FFF2-40B4-BE49-F238E27FC236}">
                <a16:creationId xmlns:a16="http://schemas.microsoft.com/office/drawing/2014/main" id="{2451EEA5-9613-C8F2-6FEE-BD3B82420BCE}"/>
              </a:ext>
            </a:extLst>
          </p:cNvPr>
          <p:cNvSpPr txBox="1"/>
          <p:nvPr/>
        </p:nvSpPr>
        <p:spPr>
          <a:xfrm>
            <a:off x="9095266" y="3159576"/>
            <a:ext cx="2041797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{{ADDED_VALUE_WORTH}}</a:t>
            </a:r>
          </a:p>
        </p:txBody>
      </p:sp>
      <p:sp>
        <p:nvSpPr>
          <p:cNvPr id="178" name="Google Shape;100;p2">
            <a:extLst>
              <a:ext uri="{FF2B5EF4-FFF2-40B4-BE49-F238E27FC236}">
                <a16:creationId xmlns:a16="http://schemas.microsoft.com/office/drawing/2014/main" id="{904048A9-1819-8ED2-C1DE-DA313A6D2D0C}"/>
              </a:ext>
            </a:extLst>
          </p:cNvPr>
          <p:cNvSpPr txBox="1"/>
          <p:nvPr/>
        </p:nvSpPr>
        <p:spPr>
          <a:xfrm>
            <a:off x="9095264" y="2916675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ja-JP" altLang="en-US" sz="900" b="1" spc="4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無償配信金額</a:t>
            </a:r>
            <a:endParaRPr lang="en-GB" sz="900" b="1" spc="40" dirty="0">
              <a:solidFill>
                <a:schemeClr val="accent6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179" name="Google Shape;110;p2">
            <a:extLst>
              <a:ext uri="{FF2B5EF4-FFF2-40B4-BE49-F238E27FC236}">
                <a16:creationId xmlns:a16="http://schemas.microsoft.com/office/drawing/2014/main" id="{07400FB6-90D6-DD7C-1FA8-8C6A226F5D2A}"/>
              </a:ext>
            </a:extLst>
          </p:cNvPr>
          <p:cNvSpPr txBox="1"/>
          <p:nvPr/>
        </p:nvSpPr>
        <p:spPr>
          <a:xfrm>
            <a:off x="912806" y="4241049"/>
            <a:ext cx="2041799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2800" b="1" spc="1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{{PERFORMANCE_ON_SCREEN}}</a:t>
            </a:r>
          </a:p>
        </p:txBody>
      </p:sp>
      <p:sp>
        <p:nvSpPr>
          <p:cNvPr id="180" name="Google Shape;114;p2">
            <a:extLst>
              <a:ext uri="{FF2B5EF4-FFF2-40B4-BE49-F238E27FC236}">
                <a16:creationId xmlns:a16="http://schemas.microsoft.com/office/drawing/2014/main" id="{E2F4A70F-7D05-D263-246C-12CF32CDA7E0}"/>
              </a:ext>
            </a:extLst>
          </p:cNvPr>
          <p:cNvSpPr txBox="1"/>
          <p:nvPr/>
        </p:nvSpPr>
        <p:spPr>
          <a:xfrm>
            <a:off x="912806" y="4813518"/>
            <a:ext cx="2041799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ja-JP" altLang="en-US" sz="1000" b="1" spc="4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ビューアビリティ</a:t>
            </a:r>
          </a:p>
        </p:txBody>
      </p:sp>
      <p:sp>
        <p:nvSpPr>
          <p:cNvPr id="184" name="Google Shape;110;p2">
            <a:extLst>
              <a:ext uri="{FF2B5EF4-FFF2-40B4-BE49-F238E27FC236}">
                <a16:creationId xmlns:a16="http://schemas.microsoft.com/office/drawing/2014/main" id="{ADC148F4-7A27-7326-5581-7EB3E6FD9B6C}"/>
              </a:ext>
            </a:extLst>
          </p:cNvPr>
          <p:cNvSpPr txBox="1"/>
          <p:nvPr/>
        </p:nvSpPr>
        <p:spPr>
          <a:xfrm>
            <a:off x="3677683" y="4241049"/>
            <a:ext cx="2041799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2800" b="1" spc="1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{{PERFORMANCE_CTR}}</a:t>
            </a:r>
          </a:p>
        </p:txBody>
      </p:sp>
      <p:sp>
        <p:nvSpPr>
          <p:cNvPr id="185" name="Google Shape;114;p2">
            <a:extLst>
              <a:ext uri="{FF2B5EF4-FFF2-40B4-BE49-F238E27FC236}">
                <a16:creationId xmlns:a16="http://schemas.microsoft.com/office/drawing/2014/main" id="{965AF407-43F9-8F6B-008A-BF60086CA2CC}"/>
              </a:ext>
            </a:extLst>
          </p:cNvPr>
          <p:cNvSpPr txBox="1"/>
          <p:nvPr/>
        </p:nvSpPr>
        <p:spPr>
          <a:xfrm>
            <a:off x="3677683" y="4813518"/>
            <a:ext cx="2041799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ja-JP" altLang="en-US" sz="1000" b="1" spc="4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クリック率</a:t>
            </a:r>
          </a:p>
        </p:txBody>
      </p:sp>
      <p:sp>
        <p:nvSpPr>
          <p:cNvPr id="188" name="Google Shape;110;p2">
            <a:extLst>
              <a:ext uri="{FF2B5EF4-FFF2-40B4-BE49-F238E27FC236}">
                <a16:creationId xmlns:a16="http://schemas.microsoft.com/office/drawing/2014/main" id="{996D3852-3E71-70FB-4CD5-44F22CBF9B97}"/>
              </a:ext>
            </a:extLst>
          </p:cNvPr>
          <p:cNvSpPr txBox="1"/>
          <p:nvPr/>
        </p:nvSpPr>
        <p:spPr>
          <a:xfrm>
            <a:off x="6386473" y="4241049"/>
            <a:ext cx="2041799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2800" b="1" spc="1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{{PERFORMANCE_ENGAGEMENT_RATE}}</a:t>
            </a:r>
          </a:p>
        </p:txBody>
      </p:sp>
      <p:sp>
        <p:nvSpPr>
          <p:cNvPr id="189" name="Google Shape;114;p2">
            <a:extLst>
              <a:ext uri="{FF2B5EF4-FFF2-40B4-BE49-F238E27FC236}">
                <a16:creationId xmlns:a16="http://schemas.microsoft.com/office/drawing/2014/main" id="{66C176A2-C2EF-FEFC-B0CE-4D83E4CEBEC4}"/>
              </a:ext>
            </a:extLst>
          </p:cNvPr>
          <p:cNvSpPr txBox="1"/>
          <p:nvPr/>
        </p:nvSpPr>
        <p:spPr>
          <a:xfrm>
            <a:off x="6386473" y="4813518"/>
            <a:ext cx="2041799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ja-JP" altLang="en-US" sz="1000" b="1" spc="4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エンゲージメント率</a:t>
            </a:r>
          </a:p>
        </p:txBody>
      </p:sp>
      <p:sp>
        <p:nvSpPr>
          <p:cNvPr id="192" name="Google Shape;110;p2">
            <a:extLst>
              <a:ext uri="{FF2B5EF4-FFF2-40B4-BE49-F238E27FC236}">
                <a16:creationId xmlns:a16="http://schemas.microsoft.com/office/drawing/2014/main" id="{0DEDBA84-CF37-F670-9BA4-5B77ADCF4D57}"/>
              </a:ext>
            </a:extLst>
          </p:cNvPr>
          <p:cNvSpPr txBox="1"/>
          <p:nvPr/>
        </p:nvSpPr>
        <p:spPr>
          <a:xfrm>
            <a:off x="9095264" y="4241049"/>
            <a:ext cx="2041799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2800" b="1" spc="1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{{PERFORMANCE_VCR}}</a:t>
            </a:r>
          </a:p>
        </p:txBody>
      </p:sp>
      <p:sp>
        <p:nvSpPr>
          <p:cNvPr id="193" name="Google Shape;114;p2">
            <a:extLst>
              <a:ext uri="{FF2B5EF4-FFF2-40B4-BE49-F238E27FC236}">
                <a16:creationId xmlns:a16="http://schemas.microsoft.com/office/drawing/2014/main" id="{EB826935-FE1D-7ED9-7C0D-D33C09AF51C3}"/>
              </a:ext>
            </a:extLst>
          </p:cNvPr>
          <p:cNvSpPr txBox="1"/>
          <p:nvPr/>
        </p:nvSpPr>
        <p:spPr>
          <a:xfrm>
            <a:off x="9095264" y="4813518"/>
            <a:ext cx="2041799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ja-JP" altLang="en-US" sz="1000" b="1" spc="4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動画視聴完了率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757E9655-1FDE-6334-90D5-744EA0DE60E0}"/>
              </a:ext>
            </a:extLst>
          </p:cNvPr>
          <p:cNvSpPr txBox="1"/>
          <p:nvPr/>
        </p:nvSpPr>
        <p:spPr>
          <a:xfrm>
            <a:off x="912806" y="5636513"/>
            <a:ext cx="9949158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Lorem ipsum dolor sit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amet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,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consectetur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adipiscing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elit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, sed do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eiusmod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tempor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incididunt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ut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labore et dolore magna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aliqua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. Ut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enim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ad minim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veniam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, quis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nostrud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exercitation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ullamco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laboris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nisi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ut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aliquip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ex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ea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commodo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consequat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. Duis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aute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irure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dolor in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reprehenderit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in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voluptate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velit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esse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cillum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dolore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eu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fugiat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nulla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pariatur</a:t>
            </a:r>
            <a:r>
              <a:rPr lang="en-US" sz="800" spc="40" dirty="0">
                <a:solidFill>
                  <a:schemeClr val="tx2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Poppins" pitchFamily="2" charset="77"/>
              </a:rPr>
              <a:t>.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8CADAA74-067E-ECC4-AADA-EA9DEF08BD8D}"/>
              </a:ext>
            </a:extLst>
          </p:cNvPr>
          <p:cNvSpPr txBox="1"/>
          <p:nvPr/>
        </p:nvSpPr>
        <p:spPr>
          <a:xfrm>
            <a:off x="912807" y="1864768"/>
            <a:ext cx="4168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spc="6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{{CAMPAIGN_NAME}}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26B55A-9328-ED2A-59B1-164F3000C9DB}"/>
              </a:ext>
            </a:extLst>
          </p:cNvPr>
          <p:cNvSpPr txBox="1"/>
          <p:nvPr/>
        </p:nvSpPr>
        <p:spPr>
          <a:xfrm>
            <a:off x="0" y="625683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SECTION_ID: TITLE_OVERVIEW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879697D-ACCA-9088-3070-C7B6D3ABE9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48719" y="6617952"/>
            <a:ext cx="586957" cy="966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2081F6-5306-D57C-B240-78FC17A95AF0}"/>
              </a:ext>
            </a:extLst>
          </p:cNvPr>
          <p:cNvSpPr txBox="1"/>
          <p:nvPr/>
        </p:nvSpPr>
        <p:spPr>
          <a:xfrm>
            <a:off x="912806" y="1190708"/>
            <a:ext cx="8938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Campaign Overview.</a:t>
            </a:r>
            <a:endParaRPr kumimoji="0" lang="en-US" sz="36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Google Shape;100;p2">
            <a:extLst>
              <a:ext uri="{FF2B5EF4-FFF2-40B4-BE49-F238E27FC236}">
                <a16:creationId xmlns:a16="http://schemas.microsoft.com/office/drawing/2014/main" id="{0AF14E27-E7B9-E619-9EB2-9C3B03606D66}"/>
              </a:ext>
            </a:extLst>
          </p:cNvPr>
          <p:cNvSpPr txBox="1"/>
          <p:nvPr/>
        </p:nvSpPr>
        <p:spPr>
          <a:xfrm>
            <a:off x="912806" y="5048794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60 - 70% Benchmark</a:t>
            </a:r>
          </a:p>
        </p:txBody>
      </p:sp>
      <p:sp>
        <p:nvSpPr>
          <p:cNvPr id="6" name="Google Shape;100;p2">
            <a:extLst>
              <a:ext uri="{FF2B5EF4-FFF2-40B4-BE49-F238E27FC236}">
                <a16:creationId xmlns:a16="http://schemas.microsoft.com/office/drawing/2014/main" id="{3ECFF9F0-1657-1C95-09A7-0AD5D93A3BD7}"/>
              </a:ext>
            </a:extLst>
          </p:cNvPr>
          <p:cNvSpPr txBox="1"/>
          <p:nvPr/>
        </p:nvSpPr>
        <p:spPr>
          <a:xfrm>
            <a:off x="3677683" y="5048794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0.3-0.5 % Benchmark</a:t>
            </a: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82E0F9E2-8210-C615-18E9-3F9C5C74668D}"/>
              </a:ext>
            </a:extLst>
          </p:cNvPr>
          <p:cNvSpPr txBox="1"/>
          <p:nvPr/>
        </p:nvSpPr>
        <p:spPr>
          <a:xfrm>
            <a:off x="6386473" y="5048794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 – 0.5% Benchmark</a:t>
            </a:r>
          </a:p>
        </p:txBody>
      </p:sp>
      <p:sp>
        <p:nvSpPr>
          <p:cNvPr id="8" name="Google Shape;100;p2">
            <a:extLst>
              <a:ext uri="{FF2B5EF4-FFF2-40B4-BE49-F238E27FC236}">
                <a16:creationId xmlns:a16="http://schemas.microsoft.com/office/drawing/2014/main" id="{B4822FF0-CF04-ABF6-8CE8-BC1589D6EEE2}"/>
              </a:ext>
            </a:extLst>
          </p:cNvPr>
          <p:cNvSpPr txBox="1"/>
          <p:nvPr/>
        </p:nvSpPr>
        <p:spPr>
          <a:xfrm>
            <a:off x="9095264" y="5048794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25 – 35% Benchmark</a:t>
            </a:r>
          </a:p>
        </p:txBody>
      </p:sp>
    </p:spTree>
    <p:extLst>
      <p:ext uri="{BB962C8B-B14F-4D97-AF65-F5344CB8AC3E}">
        <p14:creationId xmlns:p14="http://schemas.microsoft.com/office/powerpoint/2010/main" val="2271696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07680020-BF16-78A4-408B-8F1487764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3794EE9-B653-B70E-D50D-7C201543CF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3" b="23830"/>
          <a:stretch>
            <a:fillRect/>
          </a:stretch>
        </p:blipFill>
        <p:spPr>
          <a:xfrm>
            <a:off x="779455" y="2649123"/>
            <a:ext cx="10632989" cy="3164448"/>
          </a:xfrm>
          <a:prstGeom prst="roundRect">
            <a:avLst>
              <a:gd name="adj" fmla="val 7425"/>
            </a:avLst>
          </a:prstGeom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E525B08F-1561-EFA1-CD60-FEC62A7F4F50}"/>
              </a:ext>
            </a:extLst>
          </p:cNvPr>
          <p:cNvSpPr/>
          <p:nvPr/>
        </p:nvSpPr>
        <p:spPr>
          <a:xfrm>
            <a:off x="779456" y="3960440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 Italic" panose="02000503000000020004" pitchFamily="2" charset="0"/>
              <a:ea typeface="Inter Italic" panose="02000503000000020004" pitchFamily="2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A507C1D-9C84-103D-CA2A-3760F349D72E}"/>
              </a:ext>
            </a:extLst>
          </p:cNvPr>
          <p:cNvSpPr/>
          <p:nvPr/>
        </p:nvSpPr>
        <p:spPr>
          <a:xfrm>
            <a:off x="779456" y="4524417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 Italic" panose="02000503000000020004" pitchFamily="2" charset="0"/>
              <a:ea typeface="Inter Italic" panose="02000503000000020004" pitchFamily="2" charset="0"/>
            </a:endParaRPr>
          </a:p>
        </p:txBody>
      </p:sp>
      <p:sp>
        <p:nvSpPr>
          <p:cNvPr id="3" name="Google Shape;100;p2">
            <a:extLst>
              <a:ext uri="{FF2B5EF4-FFF2-40B4-BE49-F238E27FC236}">
                <a16:creationId xmlns:a16="http://schemas.microsoft.com/office/drawing/2014/main" id="{2D6798EB-88DC-2948-458A-FF1DECFDA41F}"/>
              </a:ext>
            </a:extLst>
          </p:cNvPr>
          <p:cNvSpPr txBox="1"/>
          <p:nvPr/>
        </p:nvSpPr>
        <p:spPr>
          <a:xfrm>
            <a:off x="1202057" y="298030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ja-JP" altLang="en-US" sz="2000" b="1" spc="4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クリック率</a:t>
            </a:r>
            <a:endParaRPr lang="en-GB" sz="2000" b="1" spc="40" dirty="0">
              <a:solidFill>
                <a:schemeClr val="accent6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4" name="Google Shape;100;p2">
            <a:extLst>
              <a:ext uri="{FF2B5EF4-FFF2-40B4-BE49-F238E27FC236}">
                <a16:creationId xmlns:a16="http://schemas.microsoft.com/office/drawing/2014/main" id="{8560B845-5C4C-819E-3CED-B31CC4A595B0}"/>
              </a:ext>
            </a:extLst>
          </p:cNvPr>
          <p:cNvSpPr txBox="1"/>
          <p:nvPr/>
        </p:nvSpPr>
        <p:spPr>
          <a:xfrm>
            <a:off x="1202055" y="3627159"/>
            <a:ext cx="231717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ja-JP" altLang="en-US" sz="1100" b="1" spc="4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出演者</a:t>
            </a:r>
            <a:endParaRPr lang="en-GB" sz="1100" b="1" spc="40" dirty="0">
              <a:solidFill>
                <a:schemeClr val="accent6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8" name="Google Shape;100;p2">
            <a:extLst>
              <a:ext uri="{FF2B5EF4-FFF2-40B4-BE49-F238E27FC236}">
                <a16:creationId xmlns:a16="http://schemas.microsoft.com/office/drawing/2014/main" id="{A64B883A-9B7A-E373-D924-06D3CDF9661B}"/>
              </a:ext>
            </a:extLst>
          </p:cNvPr>
          <p:cNvSpPr txBox="1"/>
          <p:nvPr/>
        </p:nvSpPr>
        <p:spPr>
          <a:xfrm>
            <a:off x="4489543" y="298030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ja-JP" altLang="en-US" sz="2000" b="1" spc="4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ビデオデッキ</a:t>
            </a:r>
            <a:endParaRPr lang="en-GB" sz="2000" b="1" spc="40" dirty="0">
              <a:solidFill>
                <a:schemeClr val="accent6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58" name="Google Shape;100;p2">
            <a:extLst>
              <a:ext uri="{FF2B5EF4-FFF2-40B4-BE49-F238E27FC236}">
                <a16:creationId xmlns:a16="http://schemas.microsoft.com/office/drawing/2014/main" id="{EED14822-642F-1355-719D-7B8CDE594FB4}"/>
              </a:ext>
            </a:extLst>
          </p:cNvPr>
          <p:cNvSpPr txBox="1"/>
          <p:nvPr/>
        </p:nvSpPr>
        <p:spPr>
          <a:xfrm>
            <a:off x="7950993" y="298030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7E2EF-591B-A4EC-5312-B2F5AC0B45EA}"/>
              </a:ext>
            </a:extLst>
          </p:cNvPr>
          <p:cNvSpPr txBox="1"/>
          <p:nvPr/>
        </p:nvSpPr>
        <p:spPr>
          <a:xfrm>
            <a:off x="1202056" y="399624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{{TOP_TITLES_CTR_1_NAME}}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F9FFD6-7A51-C108-EE97-B1B7E6BCCA55}"/>
              </a:ext>
            </a:extLst>
          </p:cNvPr>
          <p:cNvSpPr txBox="1"/>
          <p:nvPr/>
        </p:nvSpPr>
        <p:spPr>
          <a:xfrm>
            <a:off x="1202056" y="427500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{{TOP_TITLES_CTR_2_NAME}}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261A85-B458-DBAB-9E89-0AC0CF6BC5A4}"/>
              </a:ext>
            </a:extLst>
          </p:cNvPr>
          <p:cNvSpPr txBox="1"/>
          <p:nvPr/>
        </p:nvSpPr>
        <p:spPr>
          <a:xfrm>
            <a:off x="1202056" y="455377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{{TOP_TITLES_CTR_3_NAME}}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C39D7CE-2244-875C-8411-73964604DCB1}"/>
              </a:ext>
            </a:extLst>
          </p:cNvPr>
          <p:cNvSpPr txBox="1"/>
          <p:nvPr/>
        </p:nvSpPr>
        <p:spPr>
          <a:xfrm>
            <a:off x="2751780" y="3993032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{{TOP_TITLES_CTR_1_VALUE}}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14CE92C-1CAA-2B61-710D-A6CB17692C59}"/>
              </a:ext>
            </a:extLst>
          </p:cNvPr>
          <p:cNvSpPr txBox="1"/>
          <p:nvPr/>
        </p:nvSpPr>
        <p:spPr>
          <a:xfrm>
            <a:off x="2751780" y="4271796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{{TOP_TITLES_CTR_2_VALUE}}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35090F5-0436-1DA9-E882-4ACBCBD54D85}"/>
              </a:ext>
            </a:extLst>
          </p:cNvPr>
          <p:cNvSpPr txBox="1"/>
          <p:nvPr/>
        </p:nvSpPr>
        <p:spPr>
          <a:xfrm>
            <a:off x="2751780" y="4550559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{{TOP_TITLES_CTR_3_VALUE}}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03E21DC-A564-6F66-99EE-EA88699CD01F}"/>
              </a:ext>
            </a:extLst>
          </p:cNvPr>
          <p:cNvSpPr txBox="1"/>
          <p:nvPr/>
        </p:nvSpPr>
        <p:spPr>
          <a:xfrm>
            <a:off x="4489543" y="399624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{{TOP_TITLES_VCR_1_NAME}}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5403574-CB29-9AE3-B925-AFA752EF0084}"/>
              </a:ext>
            </a:extLst>
          </p:cNvPr>
          <p:cNvSpPr txBox="1"/>
          <p:nvPr/>
        </p:nvSpPr>
        <p:spPr>
          <a:xfrm>
            <a:off x="4489543" y="427500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{{TOP_TITLES_VCR_2_NAME}}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D9F97D0-4F9B-487D-76C3-CFCE125B755B}"/>
              </a:ext>
            </a:extLst>
          </p:cNvPr>
          <p:cNvSpPr txBox="1"/>
          <p:nvPr/>
        </p:nvSpPr>
        <p:spPr>
          <a:xfrm>
            <a:off x="4489543" y="455377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{{TOP_TITLES_VCR_3_NAME}}</a:t>
            </a:r>
          </a:p>
        </p:txBody>
      </p:sp>
      <p:sp>
        <p:nvSpPr>
          <p:cNvPr id="115" name="Google Shape;100;p2">
            <a:extLst>
              <a:ext uri="{FF2B5EF4-FFF2-40B4-BE49-F238E27FC236}">
                <a16:creationId xmlns:a16="http://schemas.microsoft.com/office/drawing/2014/main" id="{B98DDE7F-0145-C0A0-FF26-7C2678A515E0}"/>
              </a:ext>
            </a:extLst>
          </p:cNvPr>
          <p:cNvSpPr txBox="1"/>
          <p:nvPr/>
        </p:nvSpPr>
        <p:spPr>
          <a:xfrm>
            <a:off x="1202054" y="3317636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ja-JP" altLang="en-US" sz="700" b="1" spc="4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クリックスルー率</a:t>
            </a:r>
            <a:endParaRPr lang="en-GB" sz="700" b="1" spc="40" dirty="0">
              <a:solidFill>
                <a:schemeClr val="accent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116" name="Google Shape;100;p2">
            <a:extLst>
              <a:ext uri="{FF2B5EF4-FFF2-40B4-BE49-F238E27FC236}">
                <a16:creationId xmlns:a16="http://schemas.microsoft.com/office/drawing/2014/main" id="{A04454C7-600A-BFC9-2399-9F0D57FCA73F}"/>
              </a:ext>
            </a:extLst>
          </p:cNvPr>
          <p:cNvSpPr txBox="1"/>
          <p:nvPr/>
        </p:nvSpPr>
        <p:spPr>
          <a:xfrm>
            <a:off x="4489541" y="3312193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ja-JP" altLang="en-US" sz="700" b="1" spc="4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動画完了率</a:t>
            </a:r>
            <a:endParaRPr lang="en-GB" sz="700" b="1" spc="40" dirty="0">
              <a:solidFill>
                <a:schemeClr val="accent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117" name="Google Shape;100;p2">
            <a:extLst>
              <a:ext uri="{FF2B5EF4-FFF2-40B4-BE49-F238E27FC236}">
                <a16:creationId xmlns:a16="http://schemas.microsoft.com/office/drawing/2014/main" id="{D8BB70E6-A496-60A9-8BC6-8536EE60B1FD}"/>
              </a:ext>
            </a:extLst>
          </p:cNvPr>
          <p:cNvSpPr txBox="1"/>
          <p:nvPr/>
        </p:nvSpPr>
        <p:spPr>
          <a:xfrm>
            <a:off x="7950993" y="3313873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ja-JP" altLang="en-US" sz="700" b="1" spc="4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エンゲージメント率</a:t>
            </a:r>
            <a:endParaRPr lang="en-GB" sz="700" b="1" spc="40" dirty="0">
              <a:solidFill>
                <a:schemeClr val="accent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BFA502E-20CC-78A7-8059-3B1112A1FC46}"/>
              </a:ext>
            </a:extLst>
          </p:cNvPr>
          <p:cNvCxnSpPr>
            <a:cxnSpLocks/>
          </p:cNvCxnSpPr>
          <p:nvPr/>
        </p:nvCxnSpPr>
        <p:spPr>
          <a:xfrm>
            <a:off x="4232365" y="2980309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91A87CD-8298-DFC8-CDCF-1D374D95D21C}"/>
              </a:ext>
            </a:extLst>
          </p:cNvPr>
          <p:cNvCxnSpPr>
            <a:cxnSpLocks/>
          </p:cNvCxnSpPr>
          <p:nvPr/>
        </p:nvCxnSpPr>
        <p:spPr>
          <a:xfrm>
            <a:off x="7673608" y="2980309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614ADBD-ACA5-C790-3A68-7C8991D292DF}"/>
              </a:ext>
            </a:extLst>
          </p:cNvPr>
          <p:cNvSpPr/>
          <p:nvPr/>
        </p:nvSpPr>
        <p:spPr>
          <a:xfrm>
            <a:off x="779454" y="5090619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 Italic" panose="02000503000000020004" pitchFamily="2" charset="0"/>
              <a:ea typeface="Inter Italic" panose="02000503000000020004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9A3B57-A61D-5563-9739-C251ADCE71B2}"/>
              </a:ext>
            </a:extLst>
          </p:cNvPr>
          <p:cNvSpPr txBox="1"/>
          <p:nvPr/>
        </p:nvSpPr>
        <p:spPr>
          <a:xfrm>
            <a:off x="1202054" y="484121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{{TOP_TITLES_CTR_4_NAME}}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DF9291-E868-766E-42FB-9DFC97A3EB8A}"/>
              </a:ext>
            </a:extLst>
          </p:cNvPr>
          <p:cNvSpPr txBox="1"/>
          <p:nvPr/>
        </p:nvSpPr>
        <p:spPr>
          <a:xfrm>
            <a:off x="1202054" y="511997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{{TOP_TITLES_CTR_5_NAME}}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12401A-F8E2-7026-4F81-F5FDA0039927}"/>
              </a:ext>
            </a:extLst>
          </p:cNvPr>
          <p:cNvSpPr txBox="1"/>
          <p:nvPr/>
        </p:nvSpPr>
        <p:spPr>
          <a:xfrm>
            <a:off x="2751778" y="4837998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{{TOP_TITLES_CTR_4_VALUE}}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F5950C-91C5-95E5-0AF0-519A0AEF35E8}"/>
              </a:ext>
            </a:extLst>
          </p:cNvPr>
          <p:cNvSpPr txBox="1"/>
          <p:nvPr/>
        </p:nvSpPr>
        <p:spPr>
          <a:xfrm>
            <a:off x="2751778" y="5116761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{{TOP_TITLES_CTR_5_VALUE}}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A7A844-7DA5-6B14-81A9-CA4F8170FBF1}"/>
              </a:ext>
            </a:extLst>
          </p:cNvPr>
          <p:cNvSpPr txBox="1"/>
          <p:nvPr/>
        </p:nvSpPr>
        <p:spPr>
          <a:xfrm>
            <a:off x="4489541" y="484121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{{TOP_TITLES_VCR_4_NAME}}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000BF1-D510-E360-A0E6-51D0EF615AF3}"/>
              </a:ext>
            </a:extLst>
          </p:cNvPr>
          <p:cNvSpPr txBox="1"/>
          <p:nvPr/>
        </p:nvSpPr>
        <p:spPr>
          <a:xfrm>
            <a:off x="4489541" y="511997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{{TOP_TITLES_VCR_5_NAME}}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AB34EF-EC7A-0E35-6CF3-D8433E218743}"/>
              </a:ext>
            </a:extLst>
          </p:cNvPr>
          <p:cNvSpPr txBox="1"/>
          <p:nvPr/>
        </p:nvSpPr>
        <p:spPr>
          <a:xfrm>
            <a:off x="912807" y="1864768"/>
            <a:ext cx="4168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spc="6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{{CAMPAIGN_NAME}}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BD18E6-08AE-57C9-A81C-2D807ACB483A}"/>
              </a:ext>
            </a:extLst>
          </p:cNvPr>
          <p:cNvSpPr txBox="1"/>
          <p:nvPr/>
        </p:nvSpPr>
        <p:spPr>
          <a:xfrm>
            <a:off x="6195016" y="4006000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{{TOP_TITLES_VCR_1_VALUE}}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EB51DB-D8BE-43FD-CEFB-C23F982478B0}"/>
              </a:ext>
            </a:extLst>
          </p:cNvPr>
          <p:cNvSpPr txBox="1"/>
          <p:nvPr/>
        </p:nvSpPr>
        <p:spPr>
          <a:xfrm>
            <a:off x="6195016" y="4284764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{{TOP_TITLES_VCR_2_VALUE}}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204D2F-54D2-84FF-F3A8-79BFD768573D}"/>
              </a:ext>
            </a:extLst>
          </p:cNvPr>
          <p:cNvSpPr txBox="1"/>
          <p:nvPr/>
        </p:nvSpPr>
        <p:spPr>
          <a:xfrm>
            <a:off x="6195016" y="4563527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{{TOP_TITLES_VCR_3_VALUE}}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F9E289-D8FA-A6BF-BC28-27C06F159323}"/>
              </a:ext>
            </a:extLst>
          </p:cNvPr>
          <p:cNvSpPr txBox="1"/>
          <p:nvPr/>
        </p:nvSpPr>
        <p:spPr>
          <a:xfrm>
            <a:off x="6195014" y="4850966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{{TOP_TITLES_VCR_4_VALUE}}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429BF5-A1EE-573D-CB72-B43A4A052340}"/>
              </a:ext>
            </a:extLst>
          </p:cNvPr>
          <p:cNvSpPr txBox="1"/>
          <p:nvPr/>
        </p:nvSpPr>
        <p:spPr>
          <a:xfrm>
            <a:off x="6195014" y="5129729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{{TOP_TITLES_VCR_5_VALUE}}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D4FC57-51D4-3F54-5AC6-C00FE6A0BC29}"/>
              </a:ext>
            </a:extLst>
          </p:cNvPr>
          <p:cNvSpPr txBox="1"/>
          <p:nvPr/>
        </p:nvSpPr>
        <p:spPr>
          <a:xfrm>
            <a:off x="7950995" y="3996244"/>
            <a:ext cx="165455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{{TOP_TITLES_ER_1_NAME}}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E10DA1-6DBF-1C15-5D1D-7A6B274664DC}"/>
              </a:ext>
            </a:extLst>
          </p:cNvPr>
          <p:cNvSpPr txBox="1"/>
          <p:nvPr/>
        </p:nvSpPr>
        <p:spPr>
          <a:xfrm>
            <a:off x="7950995" y="427500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{{TOP_TITLES_ER_2_NAME}}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EA8C13-5B7E-30E8-0682-D79F167AA2C3}"/>
              </a:ext>
            </a:extLst>
          </p:cNvPr>
          <p:cNvSpPr txBox="1"/>
          <p:nvPr/>
        </p:nvSpPr>
        <p:spPr>
          <a:xfrm>
            <a:off x="7950995" y="455377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{{TOP_TITLES_ER_3_NAME}}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4232B7-3D76-10A9-8299-0934F72AC632}"/>
              </a:ext>
            </a:extLst>
          </p:cNvPr>
          <p:cNvSpPr txBox="1"/>
          <p:nvPr/>
        </p:nvSpPr>
        <p:spPr>
          <a:xfrm>
            <a:off x="7950993" y="484121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{{TOP_TITLES_ER_4_NAME}}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BC18479-15EE-FF81-47E9-B43B4F91125C}"/>
              </a:ext>
            </a:extLst>
          </p:cNvPr>
          <p:cNvSpPr txBox="1"/>
          <p:nvPr/>
        </p:nvSpPr>
        <p:spPr>
          <a:xfrm>
            <a:off x="7950993" y="511997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{{TOP_TITLES_ER_5_NAME}}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1B68F52-8ECC-765D-8885-E7866815127D}"/>
              </a:ext>
            </a:extLst>
          </p:cNvPr>
          <p:cNvSpPr txBox="1"/>
          <p:nvPr/>
        </p:nvSpPr>
        <p:spPr>
          <a:xfrm>
            <a:off x="9656468" y="4006000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{{TOP_TITLES_ER_1_VALUE}}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CB2E4E5-36F2-F01D-450D-B8CE5197C403}"/>
              </a:ext>
            </a:extLst>
          </p:cNvPr>
          <p:cNvSpPr txBox="1"/>
          <p:nvPr/>
        </p:nvSpPr>
        <p:spPr>
          <a:xfrm>
            <a:off x="9656468" y="4284764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{{TOP_TITLES_ER_2_VALUE}}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FA57F5-B7CB-645A-9EDE-F5B65EA5BD8D}"/>
              </a:ext>
            </a:extLst>
          </p:cNvPr>
          <p:cNvSpPr txBox="1"/>
          <p:nvPr/>
        </p:nvSpPr>
        <p:spPr>
          <a:xfrm>
            <a:off x="9656468" y="4563527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{{TOP_TITLES_ER_3_VALUE}}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D66467C-76F3-7A7B-D504-17F2747596F4}"/>
              </a:ext>
            </a:extLst>
          </p:cNvPr>
          <p:cNvSpPr txBox="1"/>
          <p:nvPr/>
        </p:nvSpPr>
        <p:spPr>
          <a:xfrm>
            <a:off x="9656466" y="4850966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{{TOP_TITLES_ER_4_VALUE}}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3A7C1AF-B2B9-4FD6-5508-9B6DFD86ED28}"/>
              </a:ext>
            </a:extLst>
          </p:cNvPr>
          <p:cNvSpPr txBox="1"/>
          <p:nvPr/>
        </p:nvSpPr>
        <p:spPr>
          <a:xfrm>
            <a:off x="9656466" y="5129729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{{TOP_TITLES_ER_5_VALUE}}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0FCA15-3FDF-3749-C70B-7E1BBB47DFE4}"/>
              </a:ext>
            </a:extLst>
          </p:cNvPr>
          <p:cNvSpPr txBox="1"/>
          <p:nvPr/>
        </p:nvSpPr>
        <p:spPr>
          <a:xfrm>
            <a:off x="0" y="625683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SECTION_ID: TITLE_PERFORMANCE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558B4035-64B7-A84A-1FFF-22FDABDE14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48719" y="6617952"/>
            <a:ext cx="586957" cy="966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7FD70D-09CE-1497-173F-7F2B94EC0CBA}"/>
              </a:ext>
            </a:extLst>
          </p:cNvPr>
          <p:cNvSpPr txBox="1"/>
          <p:nvPr/>
        </p:nvSpPr>
        <p:spPr>
          <a:xfrm>
            <a:off x="912806" y="1190708"/>
            <a:ext cx="8938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Top Performing Sites.</a:t>
            </a:r>
            <a:endParaRPr kumimoji="0" lang="en-US" sz="36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441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77E2B562-B229-A6ED-CF93-3511945B5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D0983C-5B02-1988-70E3-EBD0603036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3" b="23830"/>
          <a:stretch>
            <a:fillRect/>
          </a:stretch>
        </p:blipFill>
        <p:spPr>
          <a:xfrm>
            <a:off x="779455" y="2649123"/>
            <a:ext cx="10632989" cy="3164448"/>
          </a:xfrm>
          <a:prstGeom prst="roundRect">
            <a:avLst>
              <a:gd name="adj" fmla="val 7425"/>
            </a:avLst>
          </a:prstGeom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54D7C3AF-69DC-CD22-F1EB-7B22618AF1B3}"/>
              </a:ext>
            </a:extLst>
          </p:cNvPr>
          <p:cNvSpPr/>
          <p:nvPr/>
        </p:nvSpPr>
        <p:spPr>
          <a:xfrm>
            <a:off x="779456" y="3960440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Inter Italic" panose="02000503000000020004" pitchFamily="2" charset="0"/>
              <a:ea typeface="Inter Italic" panose="02000503000000020004" pitchFamily="2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728F00F-F9E4-B53B-CEE5-D854CD0C14B7}"/>
              </a:ext>
            </a:extLst>
          </p:cNvPr>
          <p:cNvSpPr/>
          <p:nvPr/>
        </p:nvSpPr>
        <p:spPr>
          <a:xfrm>
            <a:off x="779456" y="4524417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Inter Italic" panose="02000503000000020004" pitchFamily="2" charset="0"/>
              <a:ea typeface="Inter Italic" panose="02000503000000020004" pitchFamily="2" charset="0"/>
            </a:endParaRPr>
          </a:p>
        </p:txBody>
      </p:sp>
      <p:sp>
        <p:nvSpPr>
          <p:cNvPr id="3" name="Google Shape;100;p2">
            <a:extLst>
              <a:ext uri="{FF2B5EF4-FFF2-40B4-BE49-F238E27FC236}">
                <a16:creationId xmlns:a16="http://schemas.microsoft.com/office/drawing/2014/main" id="{D24C119F-7E27-52AE-A6EA-CF920D8C2C83}"/>
              </a:ext>
            </a:extLst>
          </p:cNvPr>
          <p:cNvSpPr txBox="1"/>
          <p:nvPr/>
        </p:nvSpPr>
        <p:spPr>
          <a:xfrm>
            <a:off x="1202057" y="298030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2000" b="1" spc="4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クリック率</a:t>
            </a:r>
            <a:endParaRPr kumimoji="0" lang="en-GB" sz="2000" b="1" i="0" u="none" strike="noStrike" kern="1200" cap="none" spc="4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4" name="Google Shape;100;p2">
            <a:extLst>
              <a:ext uri="{FF2B5EF4-FFF2-40B4-BE49-F238E27FC236}">
                <a16:creationId xmlns:a16="http://schemas.microsoft.com/office/drawing/2014/main" id="{0A5EFCC5-7248-B2E5-F631-D20ECC48FA6B}"/>
              </a:ext>
            </a:extLst>
          </p:cNvPr>
          <p:cNvSpPr txBox="1"/>
          <p:nvPr/>
        </p:nvSpPr>
        <p:spPr>
          <a:xfrm>
            <a:off x="1202055" y="3627159"/>
            <a:ext cx="231717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1100" b="1" spc="4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出演者</a:t>
            </a:r>
            <a:endParaRPr kumimoji="0" lang="en-GB" sz="1100" b="1" i="0" u="none" strike="noStrike" kern="1200" cap="none" spc="4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8" name="Google Shape;100;p2">
            <a:extLst>
              <a:ext uri="{FF2B5EF4-FFF2-40B4-BE49-F238E27FC236}">
                <a16:creationId xmlns:a16="http://schemas.microsoft.com/office/drawing/2014/main" id="{8C2C156C-244B-326D-D237-11C9CA7EB033}"/>
              </a:ext>
            </a:extLst>
          </p:cNvPr>
          <p:cNvSpPr txBox="1"/>
          <p:nvPr/>
        </p:nvSpPr>
        <p:spPr>
          <a:xfrm>
            <a:off x="4489543" y="298030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2000" b="1" spc="4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ビデオデッキ</a:t>
            </a:r>
            <a:endParaRPr kumimoji="0" lang="en-GB" sz="2000" b="1" i="0" u="none" strike="noStrike" kern="1200" cap="none" spc="4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58" name="Google Shape;100;p2">
            <a:extLst>
              <a:ext uri="{FF2B5EF4-FFF2-40B4-BE49-F238E27FC236}">
                <a16:creationId xmlns:a16="http://schemas.microsoft.com/office/drawing/2014/main" id="{1DBBDC3D-E528-29C1-E548-E255FCBA4E14}"/>
              </a:ext>
            </a:extLst>
          </p:cNvPr>
          <p:cNvSpPr txBox="1"/>
          <p:nvPr/>
        </p:nvSpPr>
        <p:spPr>
          <a:xfrm>
            <a:off x="7950993" y="298030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ER</a:t>
            </a:r>
          </a:p>
        </p:txBody>
      </p:sp>
      <p:sp>
        <p:nvSpPr>
          <p:cNvPr id="115" name="Google Shape;100;p2">
            <a:extLst>
              <a:ext uri="{FF2B5EF4-FFF2-40B4-BE49-F238E27FC236}">
                <a16:creationId xmlns:a16="http://schemas.microsoft.com/office/drawing/2014/main" id="{6EA0F466-DE82-4027-57B5-3A4D55CD4A95}"/>
              </a:ext>
            </a:extLst>
          </p:cNvPr>
          <p:cNvSpPr txBox="1"/>
          <p:nvPr/>
        </p:nvSpPr>
        <p:spPr>
          <a:xfrm>
            <a:off x="1202054" y="3317636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700" b="1" spc="40">
                <a:solidFill>
                  <a:srgbClr val="A6A6A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クリックスルー率</a:t>
            </a:r>
            <a:endParaRPr kumimoji="0" lang="en-GB" sz="700" b="1" i="0" u="none" strike="noStrike" kern="1200" cap="none" spc="4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116" name="Google Shape;100;p2">
            <a:extLst>
              <a:ext uri="{FF2B5EF4-FFF2-40B4-BE49-F238E27FC236}">
                <a16:creationId xmlns:a16="http://schemas.microsoft.com/office/drawing/2014/main" id="{842535B4-80EF-ACC6-7755-4E8BB7FBA33B}"/>
              </a:ext>
            </a:extLst>
          </p:cNvPr>
          <p:cNvSpPr txBox="1"/>
          <p:nvPr/>
        </p:nvSpPr>
        <p:spPr>
          <a:xfrm>
            <a:off x="4489541" y="3312193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700" b="1" spc="40">
                <a:solidFill>
                  <a:srgbClr val="A6A6A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動画完了率</a:t>
            </a:r>
            <a:endParaRPr kumimoji="0" lang="en-GB" sz="700" b="1" i="0" u="none" strike="noStrike" kern="1200" cap="none" spc="4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117" name="Google Shape;100;p2">
            <a:extLst>
              <a:ext uri="{FF2B5EF4-FFF2-40B4-BE49-F238E27FC236}">
                <a16:creationId xmlns:a16="http://schemas.microsoft.com/office/drawing/2014/main" id="{E4D209BA-3F68-FD25-68C7-09681A28E97F}"/>
              </a:ext>
            </a:extLst>
          </p:cNvPr>
          <p:cNvSpPr txBox="1"/>
          <p:nvPr/>
        </p:nvSpPr>
        <p:spPr>
          <a:xfrm>
            <a:off x="7950993" y="3313873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700" b="1" spc="40">
                <a:solidFill>
                  <a:srgbClr val="A6A6A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エンゲージメント率</a:t>
            </a:r>
            <a:endParaRPr kumimoji="0" lang="en-GB" sz="700" b="1" i="0" u="none" strike="noStrike" kern="1200" cap="none" spc="4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DB5D761-CA69-1578-3117-D5788C536539}"/>
              </a:ext>
            </a:extLst>
          </p:cNvPr>
          <p:cNvCxnSpPr>
            <a:cxnSpLocks/>
          </p:cNvCxnSpPr>
          <p:nvPr/>
        </p:nvCxnSpPr>
        <p:spPr>
          <a:xfrm>
            <a:off x="4232365" y="2980309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22A6E6-5F67-EE33-0771-C5C8DCD0F30B}"/>
              </a:ext>
            </a:extLst>
          </p:cNvPr>
          <p:cNvCxnSpPr>
            <a:cxnSpLocks/>
          </p:cNvCxnSpPr>
          <p:nvPr/>
        </p:nvCxnSpPr>
        <p:spPr>
          <a:xfrm>
            <a:off x="7673608" y="2980309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76B4642-0B83-1E16-EAF9-D26CC98189E3}"/>
              </a:ext>
            </a:extLst>
          </p:cNvPr>
          <p:cNvSpPr/>
          <p:nvPr/>
        </p:nvSpPr>
        <p:spPr>
          <a:xfrm>
            <a:off x="779454" y="5090619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Inter Italic" panose="02000503000000020004" pitchFamily="2" charset="0"/>
              <a:ea typeface="Inter Italic" panose="02000503000000020004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7AAC2C-63EA-44B5-A164-29BCE9153250}"/>
              </a:ext>
            </a:extLst>
          </p:cNvPr>
          <p:cNvSpPr txBox="1"/>
          <p:nvPr/>
        </p:nvSpPr>
        <p:spPr>
          <a:xfrm>
            <a:off x="912807" y="1864768"/>
            <a:ext cx="4168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spc="60" dirty="0">
                <a:solidFill>
                  <a:srgbClr val="A6A6A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{{CAMPAIGN_NAME}}</a:t>
            </a:r>
            <a:endParaRPr kumimoji="0" lang="en-US" sz="1200" b="1" i="0" u="none" strike="noStrike" kern="1200" cap="none" spc="6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9BCAC2A-F429-FCE4-4AB3-8EF47F2B99FE}"/>
              </a:ext>
            </a:extLst>
          </p:cNvPr>
          <p:cNvSpPr txBox="1"/>
          <p:nvPr/>
        </p:nvSpPr>
        <p:spPr>
          <a:xfrm>
            <a:off x="1202056" y="402009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{{TOP_MARKETS_CTR_1_NAME}}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2EA2CC1-DA0D-C22F-3F37-0EAC687B9280}"/>
              </a:ext>
            </a:extLst>
          </p:cNvPr>
          <p:cNvSpPr txBox="1"/>
          <p:nvPr/>
        </p:nvSpPr>
        <p:spPr>
          <a:xfrm>
            <a:off x="1202056" y="429886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{{TOP_MARKETS_CTR_2_NAME}}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8C2DD05-9534-E5FE-8FE9-D960E2BCAA0B}"/>
              </a:ext>
            </a:extLst>
          </p:cNvPr>
          <p:cNvSpPr txBox="1"/>
          <p:nvPr/>
        </p:nvSpPr>
        <p:spPr>
          <a:xfrm>
            <a:off x="1202056" y="457762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{{TOP_MARKETS_CTR_3_NAME}}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E433FFC-B774-1834-961A-D37175F2D4F3}"/>
              </a:ext>
            </a:extLst>
          </p:cNvPr>
          <p:cNvSpPr txBox="1"/>
          <p:nvPr/>
        </p:nvSpPr>
        <p:spPr>
          <a:xfrm>
            <a:off x="2441063" y="401688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{{TOP_MARKETS_CTR_1_VALUE}}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D44C041-53BE-0330-F992-0EF4FFE73CEC}"/>
              </a:ext>
            </a:extLst>
          </p:cNvPr>
          <p:cNvSpPr txBox="1"/>
          <p:nvPr/>
        </p:nvSpPr>
        <p:spPr>
          <a:xfrm>
            <a:off x="2441063" y="429565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{{TOP_MARKETS_CTR_2_VALUE}}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CF7F3A0-FC95-D1A6-BF07-223902C893E4}"/>
              </a:ext>
            </a:extLst>
          </p:cNvPr>
          <p:cNvSpPr txBox="1"/>
          <p:nvPr/>
        </p:nvSpPr>
        <p:spPr>
          <a:xfrm>
            <a:off x="2441063" y="457441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{{TOP_MARKETS_CTR_3_VALUE}}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5F41F0A-A14F-22A8-3445-6F52713911D8}"/>
              </a:ext>
            </a:extLst>
          </p:cNvPr>
          <p:cNvSpPr txBox="1"/>
          <p:nvPr/>
        </p:nvSpPr>
        <p:spPr>
          <a:xfrm>
            <a:off x="4489543" y="402009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{{TOP_MARKETS_VCR_1_NAME}}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80C595B-9AA2-3BBB-C22C-C2331996252E}"/>
              </a:ext>
            </a:extLst>
          </p:cNvPr>
          <p:cNvSpPr txBox="1"/>
          <p:nvPr/>
        </p:nvSpPr>
        <p:spPr>
          <a:xfrm>
            <a:off x="4489543" y="429886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{{TOP_MARKETS_VCR_2_NAME}}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1E4BD43-724F-C6D5-79DA-AF7FA68B5799}"/>
              </a:ext>
            </a:extLst>
          </p:cNvPr>
          <p:cNvSpPr txBox="1"/>
          <p:nvPr/>
        </p:nvSpPr>
        <p:spPr>
          <a:xfrm>
            <a:off x="4489543" y="457762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{{TOP_MARKETS_VCR_3_NAME}}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36EFEA7-5B7E-5E8E-5686-695CF655032C}"/>
              </a:ext>
            </a:extLst>
          </p:cNvPr>
          <p:cNvSpPr txBox="1"/>
          <p:nvPr/>
        </p:nvSpPr>
        <p:spPr>
          <a:xfrm>
            <a:off x="5880356" y="401688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{{TOP_MARKETS_VCR_1_VALUE}}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1E9E885-41FF-EB35-A732-E15F35022525}"/>
              </a:ext>
            </a:extLst>
          </p:cNvPr>
          <p:cNvSpPr txBox="1"/>
          <p:nvPr/>
        </p:nvSpPr>
        <p:spPr>
          <a:xfrm>
            <a:off x="5880356" y="429565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{{TOP_MARKETS_VCR_2_VALUE}}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405BC91-E9EF-48B9-CF7F-FDA8747B8174}"/>
              </a:ext>
            </a:extLst>
          </p:cNvPr>
          <p:cNvSpPr txBox="1"/>
          <p:nvPr/>
        </p:nvSpPr>
        <p:spPr>
          <a:xfrm>
            <a:off x="5880356" y="457441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{{TOP_MARKETS_VCR_3_VALUE}}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0FA97D8-BFB0-CA90-AAA2-54A82C0C0E35}"/>
              </a:ext>
            </a:extLst>
          </p:cNvPr>
          <p:cNvSpPr txBox="1"/>
          <p:nvPr/>
        </p:nvSpPr>
        <p:spPr>
          <a:xfrm>
            <a:off x="7950994" y="402009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{{TOP_MARKETS_ER_1_NAME}}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FDE57A6-41AE-6BF7-26B2-FC61B55550E8}"/>
              </a:ext>
            </a:extLst>
          </p:cNvPr>
          <p:cNvSpPr txBox="1"/>
          <p:nvPr/>
        </p:nvSpPr>
        <p:spPr>
          <a:xfrm>
            <a:off x="7950994" y="429886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{{TOP_MARKETS_ER_2_NAME}}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DDED7C6-15C9-12C7-899A-3C203B78E7CF}"/>
              </a:ext>
            </a:extLst>
          </p:cNvPr>
          <p:cNvSpPr txBox="1"/>
          <p:nvPr/>
        </p:nvSpPr>
        <p:spPr>
          <a:xfrm>
            <a:off x="7950994" y="457762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{{TOP_MARKETS_ER_3_NAME}}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79C0F6A-8C14-8C25-EC75-FB64E75482B7}"/>
              </a:ext>
            </a:extLst>
          </p:cNvPr>
          <p:cNvSpPr txBox="1"/>
          <p:nvPr/>
        </p:nvSpPr>
        <p:spPr>
          <a:xfrm>
            <a:off x="9335383" y="401688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{{TOP_MARKETS_ER_1_VALUE}}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9E5331F5-3F8A-DAAE-4CF4-5738B6ACDF2A}"/>
              </a:ext>
            </a:extLst>
          </p:cNvPr>
          <p:cNvSpPr txBox="1"/>
          <p:nvPr/>
        </p:nvSpPr>
        <p:spPr>
          <a:xfrm>
            <a:off x="9335383" y="429565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{{TOP_MARKETS_ER_2_VALUE}}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E8C3939-1C2E-44A9-BE60-D5C54D53426B}"/>
              </a:ext>
            </a:extLst>
          </p:cNvPr>
          <p:cNvSpPr txBox="1"/>
          <p:nvPr/>
        </p:nvSpPr>
        <p:spPr>
          <a:xfrm>
            <a:off x="9335383" y="457441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{{TOP_MARKETS_ER_3_VALUE}}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7701EE4-F9C2-2B1E-94EF-C7F6F660080B}"/>
              </a:ext>
            </a:extLst>
          </p:cNvPr>
          <p:cNvSpPr txBox="1"/>
          <p:nvPr/>
        </p:nvSpPr>
        <p:spPr>
          <a:xfrm>
            <a:off x="1202054" y="486506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{{TOP_MARKETS_CTR_4_NAME}}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34919C6-B3FD-5DD2-23B6-821CA3C72DB0}"/>
              </a:ext>
            </a:extLst>
          </p:cNvPr>
          <p:cNvSpPr txBox="1"/>
          <p:nvPr/>
        </p:nvSpPr>
        <p:spPr>
          <a:xfrm>
            <a:off x="1202054" y="514382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{{TOP_MARKETS_CTR_5_NAME}}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F567461-A5C2-DF58-903F-7063ADC9FA4E}"/>
              </a:ext>
            </a:extLst>
          </p:cNvPr>
          <p:cNvSpPr txBox="1"/>
          <p:nvPr/>
        </p:nvSpPr>
        <p:spPr>
          <a:xfrm>
            <a:off x="2441061" y="486185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{{TOP_MARKETS_CTR_4_VALUE}}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BBAE438-DF6F-B22A-F335-9A71B831AACF}"/>
              </a:ext>
            </a:extLst>
          </p:cNvPr>
          <p:cNvSpPr txBox="1"/>
          <p:nvPr/>
        </p:nvSpPr>
        <p:spPr>
          <a:xfrm>
            <a:off x="2441061" y="514061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{{TOP_MARKETS_CTR_5_VALUE}}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75B9561-F37A-2976-1EBE-DF427E1C265A}"/>
              </a:ext>
            </a:extLst>
          </p:cNvPr>
          <p:cNvSpPr txBox="1"/>
          <p:nvPr/>
        </p:nvSpPr>
        <p:spPr>
          <a:xfrm>
            <a:off x="4489541" y="486506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{{TOP_MARKETS_VCR_4_NAME}}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A42EFF4-8B3E-0C03-2426-3CD4370FD6FD}"/>
              </a:ext>
            </a:extLst>
          </p:cNvPr>
          <p:cNvSpPr txBox="1"/>
          <p:nvPr/>
        </p:nvSpPr>
        <p:spPr>
          <a:xfrm>
            <a:off x="4489541" y="514382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{{TOP_MARKETS_VCR_5_NAME}}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4D6F0DB-45E5-58AF-011E-BB1C313AD38A}"/>
              </a:ext>
            </a:extLst>
          </p:cNvPr>
          <p:cNvSpPr txBox="1"/>
          <p:nvPr/>
        </p:nvSpPr>
        <p:spPr>
          <a:xfrm>
            <a:off x="5880354" y="486185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{{TOP_MARKETS_VCR_4_VALUE}}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B7935B3-CB8D-6F91-4644-C825FF064D51}"/>
              </a:ext>
            </a:extLst>
          </p:cNvPr>
          <p:cNvSpPr txBox="1"/>
          <p:nvPr/>
        </p:nvSpPr>
        <p:spPr>
          <a:xfrm>
            <a:off x="5880354" y="514061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{{TOP_MARKETS_VCR_5_VALUE}}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94C75C1-D52A-CAA6-BD89-4CDAFC7E93F0}"/>
              </a:ext>
            </a:extLst>
          </p:cNvPr>
          <p:cNvSpPr txBox="1"/>
          <p:nvPr/>
        </p:nvSpPr>
        <p:spPr>
          <a:xfrm>
            <a:off x="7950992" y="486506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{{TOP_MARKETS_ER_4_NAME}}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4331AD5-6CD8-8D58-F27A-747514E58B91}"/>
              </a:ext>
            </a:extLst>
          </p:cNvPr>
          <p:cNvSpPr txBox="1"/>
          <p:nvPr/>
        </p:nvSpPr>
        <p:spPr>
          <a:xfrm>
            <a:off x="7950992" y="514382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{{TOP_MARKETS_ER_5_NAME}}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79392B0-3531-1C70-9C72-1D181E96C9E8}"/>
              </a:ext>
            </a:extLst>
          </p:cNvPr>
          <p:cNvSpPr txBox="1"/>
          <p:nvPr/>
        </p:nvSpPr>
        <p:spPr>
          <a:xfrm>
            <a:off x="9335381" y="486185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{{TOP_MARKETS_ER_4_VALUE}}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A42E88B-DFF9-7B54-5E40-CDA154E19056}"/>
              </a:ext>
            </a:extLst>
          </p:cNvPr>
          <p:cNvSpPr txBox="1"/>
          <p:nvPr/>
        </p:nvSpPr>
        <p:spPr>
          <a:xfrm>
            <a:off x="9335381" y="514061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{{TOP_MARKETS_ER_5_VALUE}}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0641B2-55F8-32B0-9D51-95617BA73FF6}"/>
              </a:ext>
            </a:extLst>
          </p:cNvPr>
          <p:cNvSpPr txBox="1"/>
          <p:nvPr/>
        </p:nvSpPr>
        <p:spPr>
          <a:xfrm>
            <a:off x="0" y="625683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SECTION_ID: MARKET_PERFORMANCE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8B28FBA-871D-47A1-9479-0FB007D13F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48719" y="6617952"/>
            <a:ext cx="586957" cy="966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324A0DB-5DA9-BE30-C7E6-EA859093233B}"/>
              </a:ext>
            </a:extLst>
          </p:cNvPr>
          <p:cNvSpPr txBox="1"/>
          <p:nvPr/>
        </p:nvSpPr>
        <p:spPr>
          <a:xfrm>
            <a:off x="912806" y="1190708"/>
            <a:ext cx="8938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Top Performing Markets.</a:t>
            </a:r>
          </a:p>
        </p:txBody>
      </p:sp>
    </p:spTree>
    <p:extLst>
      <p:ext uri="{BB962C8B-B14F-4D97-AF65-F5344CB8AC3E}">
        <p14:creationId xmlns:p14="http://schemas.microsoft.com/office/powerpoint/2010/main" val="1720050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E3EF42B9-4C81-5DA3-875F-9ADCEAA9A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FDE0C05-2B2F-2857-68AD-619DD74438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2" b="8067"/>
          <a:stretch>
            <a:fillRect/>
          </a:stretch>
        </p:blipFill>
        <p:spPr>
          <a:xfrm>
            <a:off x="779456" y="2649874"/>
            <a:ext cx="10632989" cy="4208126"/>
          </a:xfrm>
          <a:prstGeom prst="round2SameRect">
            <a:avLst>
              <a:gd name="adj1" fmla="val 5466"/>
              <a:gd name="adj2" fmla="val 0"/>
            </a:avLst>
          </a:prstGeom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58F52E77-4804-659C-6F38-52C21469F58F}"/>
              </a:ext>
            </a:extLst>
          </p:cNvPr>
          <p:cNvSpPr/>
          <p:nvPr/>
        </p:nvSpPr>
        <p:spPr>
          <a:xfrm>
            <a:off x="779456" y="3960440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Inter Italic" panose="02000503000000020004" pitchFamily="2" charset="0"/>
              <a:ea typeface="Inter Italic" panose="02000503000000020004" pitchFamily="2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045E059-DDFA-23F4-F061-0F3E0CAD9F6F}"/>
              </a:ext>
            </a:extLst>
          </p:cNvPr>
          <p:cNvSpPr/>
          <p:nvPr/>
        </p:nvSpPr>
        <p:spPr>
          <a:xfrm>
            <a:off x="779456" y="4524417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Inter Italic" panose="02000503000000020004" pitchFamily="2" charset="0"/>
              <a:ea typeface="Inter Italic" panose="02000503000000020004" pitchFamily="2" charset="0"/>
            </a:endParaRPr>
          </a:p>
        </p:txBody>
      </p:sp>
      <p:sp>
        <p:nvSpPr>
          <p:cNvPr id="3" name="Google Shape;100;p2">
            <a:extLst>
              <a:ext uri="{FF2B5EF4-FFF2-40B4-BE49-F238E27FC236}">
                <a16:creationId xmlns:a16="http://schemas.microsoft.com/office/drawing/2014/main" id="{0AB5ABFD-602D-C1F8-6A00-65F5204CB61A}"/>
              </a:ext>
            </a:extLst>
          </p:cNvPr>
          <p:cNvSpPr txBox="1"/>
          <p:nvPr/>
        </p:nvSpPr>
        <p:spPr>
          <a:xfrm>
            <a:off x="1202057" y="298030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2000" b="1" spc="4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クリック率</a:t>
            </a:r>
            <a:endParaRPr kumimoji="0" lang="en-GB" sz="2000" b="1" i="0" u="none" strike="noStrike" kern="1200" cap="none" spc="4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4" name="Google Shape;100;p2">
            <a:extLst>
              <a:ext uri="{FF2B5EF4-FFF2-40B4-BE49-F238E27FC236}">
                <a16:creationId xmlns:a16="http://schemas.microsoft.com/office/drawing/2014/main" id="{22F05DD5-F51C-9FD6-2503-8A53143D8A5D}"/>
              </a:ext>
            </a:extLst>
          </p:cNvPr>
          <p:cNvSpPr txBox="1"/>
          <p:nvPr/>
        </p:nvSpPr>
        <p:spPr>
          <a:xfrm>
            <a:off x="1202055" y="3627159"/>
            <a:ext cx="231717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1100" b="1" spc="4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出演者</a:t>
            </a:r>
            <a:endParaRPr kumimoji="0" lang="en-GB" sz="1100" b="1" i="0" u="none" strike="noStrike" kern="1200" cap="none" spc="4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8" name="Google Shape;100;p2">
            <a:extLst>
              <a:ext uri="{FF2B5EF4-FFF2-40B4-BE49-F238E27FC236}">
                <a16:creationId xmlns:a16="http://schemas.microsoft.com/office/drawing/2014/main" id="{9875308A-9E0C-4D06-8B53-1C5CEB0CDD25}"/>
              </a:ext>
            </a:extLst>
          </p:cNvPr>
          <p:cNvSpPr txBox="1"/>
          <p:nvPr/>
        </p:nvSpPr>
        <p:spPr>
          <a:xfrm>
            <a:off x="4489543" y="298030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2000" b="1" spc="4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ビデオデッキ</a:t>
            </a:r>
            <a:endParaRPr kumimoji="0" lang="en-GB" sz="2000" b="1" i="0" u="none" strike="noStrike" kern="1200" cap="none" spc="4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58" name="Google Shape;100;p2">
            <a:extLst>
              <a:ext uri="{FF2B5EF4-FFF2-40B4-BE49-F238E27FC236}">
                <a16:creationId xmlns:a16="http://schemas.microsoft.com/office/drawing/2014/main" id="{39B57FF1-0D53-482C-89A5-C248C61CB1C8}"/>
              </a:ext>
            </a:extLst>
          </p:cNvPr>
          <p:cNvSpPr txBox="1"/>
          <p:nvPr/>
        </p:nvSpPr>
        <p:spPr>
          <a:xfrm>
            <a:off x="7950993" y="298030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ER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4695BB52-0359-2D2A-2EBF-5835063E4FEE}"/>
              </a:ext>
            </a:extLst>
          </p:cNvPr>
          <p:cNvSpPr/>
          <p:nvPr/>
        </p:nvSpPr>
        <p:spPr>
          <a:xfrm>
            <a:off x="779456" y="5330802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Inter Italic" panose="02000503000000020004" pitchFamily="2" charset="0"/>
              <a:ea typeface="Inter Italic" panose="02000503000000020004" pitchFamily="2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B231E404-4994-4905-9A6B-28C7CCCF25E6}"/>
              </a:ext>
            </a:extLst>
          </p:cNvPr>
          <p:cNvSpPr/>
          <p:nvPr/>
        </p:nvSpPr>
        <p:spPr>
          <a:xfrm>
            <a:off x="779456" y="5894779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Inter Italic" panose="02000503000000020004" pitchFamily="2" charset="0"/>
              <a:ea typeface="Inter Italic" panose="02000503000000020004" pitchFamily="2" charset="0"/>
            </a:endParaRPr>
          </a:p>
        </p:txBody>
      </p:sp>
      <p:sp>
        <p:nvSpPr>
          <p:cNvPr id="96" name="Google Shape;100;p2">
            <a:extLst>
              <a:ext uri="{FF2B5EF4-FFF2-40B4-BE49-F238E27FC236}">
                <a16:creationId xmlns:a16="http://schemas.microsoft.com/office/drawing/2014/main" id="{C36A93D4-4728-1414-DF75-8475273DC7F0}"/>
              </a:ext>
            </a:extLst>
          </p:cNvPr>
          <p:cNvSpPr txBox="1"/>
          <p:nvPr/>
        </p:nvSpPr>
        <p:spPr>
          <a:xfrm>
            <a:off x="1202055" y="4997521"/>
            <a:ext cx="231717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1100" spc="40">
                <a:solidFill>
                  <a:srgbClr val="FFFFFF"/>
                </a:solidFill>
                <a:latin typeface="Inter Italic" panose="02000503000000020004" pitchFamily="2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市場</a:t>
            </a:r>
            <a:endParaRPr kumimoji="0" lang="en-GB" sz="1100" u="none" strike="noStrike" kern="1200" cap="none" spc="4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r Italic" panose="02000503000000020004" pitchFamily="2" charset="0"/>
              <a:ea typeface="Inter Italic" panose="02000503000000020004" pitchFamily="2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115" name="Google Shape;100;p2">
            <a:extLst>
              <a:ext uri="{FF2B5EF4-FFF2-40B4-BE49-F238E27FC236}">
                <a16:creationId xmlns:a16="http://schemas.microsoft.com/office/drawing/2014/main" id="{23EE0CB8-C67C-9FD6-77D6-5D1021E1F611}"/>
              </a:ext>
            </a:extLst>
          </p:cNvPr>
          <p:cNvSpPr txBox="1"/>
          <p:nvPr/>
        </p:nvSpPr>
        <p:spPr>
          <a:xfrm>
            <a:off x="1202054" y="3317636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700" b="1" spc="40">
                <a:solidFill>
                  <a:srgbClr val="A6A6A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クリックスルー率</a:t>
            </a:r>
            <a:endParaRPr kumimoji="0" lang="en-GB" sz="700" b="1" i="0" u="none" strike="noStrike" kern="1200" cap="none" spc="4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116" name="Google Shape;100;p2">
            <a:extLst>
              <a:ext uri="{FF2B5EF4-FFF2-40B4-BE49-F238E27FC236}">
                <a16:creationId xmlns:a16="http://schemas.microsoft.com/office/drawing/2014/main" id="{273E8EBF-F177-658D-A3A2-213B8EA31804}"/>
              </a:ext>
            </a:extLst>
          </p:cNvPr>
          <p:cNvSpPr txBox="1"/>
          <p:nvPr/>
        </p:nvSpPr>
        <p:spPr>
          <a:xfrm>
            <a:off x="4489541" y="3312193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700" b="1" spc="40">
                <a:solidFill>
                  <a:srgbClr val="A6A6A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動画完了率</a:t>
            </a:r>
            <a:endParaRPr kumimoji="0" lang="en-GB" sz="700" b="1" i="0" u="none" strike="noStrike" kern="1200" cap="none" spc="4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117" name="Google Shape;100;p2">
            <a:extLst>
              <a:ext uri="{FF2B5EF4-FFF2-40B4-BE49-F238E27FC236}">
                <a16:creationId xmlns:a16="http://schemas.microsoft.com/office/drawing/2014/main" id="{3AE267D0-CDFB-FDFA-1E22-58A3EC225A9C}"/>
              </a:ext>
            </a:extLst>
          </p:cNvPr>
          <p:cNvSpPr txBox="1"/>
          <p:nvPr/>
        </p:nvSpPr>
        <p:spPr>
          <a:xfrm>
            <a:off x="7950993" y="3313873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700" b="1" spc="40">
                <a:solidFill>
                  <a:srgbClr val="A6A6A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エンゲージメント率</a:t>
            </a:r>
            <a:endParaRPr kumimoji="0" lang="en-GB" sz="700" b="1" i="0" u="none" strike="noStrike" kern="1200" cap="none" spc="4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992C558D-6581-A77A-EF85-263D69021B2A}"/>
              </a:ext>
            </a:extLst>
          </p:cNvPr>
          <p:cNvCxnSpPr>
            <a:cxnSpLocks/>
          </p:cNvCxnSpPr>
          <p:nvPr/>
        </p:nvCxnSpPr>
        <p:spPr>
          <a:xfrm>
            <a:off x="4232365" y="2980309"/>
            <a:ext cx="0" cy="3553097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93315C21-D9D7-EAB3-6445-6606DC16B725}"/>
              </a:ext>
            </a:extLst>
          </p:cNvPr>
          <p:cNvCxnSpPr>
            <a:cxnSpLocks/>
          </p:cNvCxnSpPr>
          <p:nvPr/>
        </p:nvCxnSpPr>
        <p:spPr>
          <a:xfrm>
            <a:off x="7667896" y="2980309"/>
            <a:ext cx="0" cy="3553097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697B49D-133C-9762-1191-E146BFCBBC65}"/>
              </a:ext>
            </a:extLst>
          </p:cNvPr>
          <p:cNvSpPr txBox="1"/>
          <p:nvPr/>
        </p:nvSpPr>
        <p:spPr>
          <a:xfrm>
            <a:off x="912807" y="1864768"/>
            <a:ext cx="4168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spc="60" dirty="0">
                <a:solidFill>
                  <a:srgbClr val="A6A6A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{{CAMPAIGN_NAME}}</a:t>
            </a:r>
            <a:endParaRPr kumimoji="0" lang="en-US" sz="1200" b="1" i="0" u="none" strike="noStrike" kern="1200" cap="none" spc="6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971EDC-5A1D-7B5A-53A7-FEE6BD78C424}"/>
              </a:ext>
            </a:extLst>
          </p:cNvPr>
          <p:cNvSpPr txBox="1"/>
          <p:nvPr/>
        </p:nvSpPr>
        <p:spPr>
          <a:xfrm>
            <a:off x="1199048" y="401371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{{TOP_TITLES_CTR_1_NAME}}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E8A7DB-C3C5-442B-F9F8-31D230683A43}"/>
              </a:ext>
            </a:extLst>
          </p:cNvPr>
          <p:cNvSpPr txBox="1"/>
          <p:nvPr/>
        </p:nvSpPr>
        <p:spPr>
          <a:xfrm>
            <a:off x="1199048" y="429248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{{TOP_TITLES_CTR_2_NAME}}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171B58-4852-9645-3E60-0527A69A196C}"/>
              </a:ext>
            </a:extLst>
          </p:cNvPr>
          <p:cNvSpPr txBox="1"/>
          <p:nvPr/>
        </p:nvSpPr>
        <p:spPr>
          <a:xfrm>
            <a:off x="1199048" y="457124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{{TOP_TITLES_CTR_3_NAME}}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7A7582-8725-CF49-0E5D-C0D8C5A63FF0}"/>
              </a:ext>
            </a:extLst>
          </p:cNvPr>
          <p:cNvSpPr txBox="1"/>
          <p:nvPr/>
        </p:nvSpPr>
        <p:spPr>
          <a:xfrm>
            <a:off x="2438055" y="401050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{{TOP_TITLES_CTR_1_VALUE}}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F6CC42-8322-F92C-B403-0499B4DE364B}"/>
              </a:ext>
            </a:extLst>
          </p:cNvPr>
          <p:cNvSpPr txBox="1"/>
          <p:nvPr/>
        </p:nvSpPr>
        <p:spPr>
          <a:xfrm>
            <a:off x="2438055" y="428927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{{TOP_TITLES_CTR_2_VALUE}}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7CC0C0-8CBC-BB1B-EC89-9EAE43FD03A9}"/>
              </a:ext>
            </a:extLst>
          </p:cNvPr>
          <p:cNvSpPr txBox="1"/>
          <p:nvPr/>
        </p:nvSpPr>
        <p:spPr>
          <a:xfrm>
            <a:off x="2438055" y="456803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{{TOP_TITLES_CTR_3_VALUE}}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533606-8C4A-D11A-CA76-BB5A424AC259}"/>
              </a:ext>
            </a:extLst>
          </p:cNvPr>
          <p:cNvSpPr txBox="1"/>
          <p:nvPr/>
        </p:nvSpPr>
        <p:spPr>
          <a:xfrm>
            <a:off x="4486535" y="401371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{{TOP_TITLES_VCR_1_NAME}}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52A4259-5083-8877-5835-EC8209C79E7B}"/>
              </a:ext>
            </a:extLst>
          </p:cNvPr>
          <p:cNvSpPr txBox="1"/>
          <p:nvPr/>
        </p:nvSpPr>
        <p:spPr>
          <a:xfrm>
            <a:off x="4486535" y="429248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{{TOP_TITLES_VCR_2_NAME}}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2A798F-0ED9-976F-0933-A203F4A4A0F3}"/>
              </a:ext>
            </a:extLst>
          </p:cNvPr>
          <p:cNvSpPr txBox="1"/>
          <p:nvPr/>
        </p:nvSpPr>
        <p:spPr>
          <a:xfrm>
            <a:off x="4486535" y="457124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{{TOP_TITLES_VCR_3_NAME}}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F34FC16-5CD1-74DC-E596-8798284CF7DA}"/>
              </a:ext>
            </a:extLst>
          </p:cNvPr>
          <p:cNvSpPr txBox="1"/>
          <p:nvPr/>
        </p:nvSpPr>
        <p:spPr>
          <a:xfrm>
            <a:off x="5877348" y="401050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{{TOP_TITLES_VCR_1_VALUE}}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697060-6279-75B6-FB07-AA7C05B2177B}"/>
              </a:ext>
            </a:extLst>
          </p:cNvPr>
          <p:cNvSpPr txBox="1"/>
          <p:nvPr/>
        </p:nvSpPr>
        <p:spPr>
          <a:xfrm>
            <a:off x="5877348" y="428927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{{TOP_TITLES_VCR_2_VALUE}}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EC61DFD-AFDF-6B6C-FEFE-A5C6B595C556}"/>
              </a:ext>
            </a:extLst>
          </p:cNvPr>
          <p:cNvSpPr txBox="1"/>
          <p:nvPr/>
        </p:nvSpPr>
        <p:spPr>
          <a:xfrm>
            <a:off x="5877348" y="456803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{{TOP_TITLES_VCR_3_VALUE}}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B52E87F-C5D5-3F07-9B8F-59AB737EEB90}"/>
              </a:ext>
            </a:extLst>
          </p:cNvPr>
          <p:cNvSpPr txBox="1"/>
          <p:nvPr/>
        </p:nvSpPr>
        <p:spPr>
          <a:xfrm>
            <a:off x="7947986" y="4013718"/>
            <a:ext cx="165455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{{TOP_TITLES_ER_1_NAME}}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FD5AD4D-B935-DFA5-F1B1-166ECC0EE896}"/>
              </a:ext>
            </a:extLst>
          </p:cNvPr>
          <p:cNvSpPr txBox="1"/>
          <p:nvPr/>
        </p:nvSpPr>
        <p:spPr>
          <a:xfrm>
            <a:off x="7947986" y="429248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{{TOP_TITLES_ER_2_NAME}}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DF9D033-7156-F2CF-70F7-E9BF21A0420F}"/>
              </a:ext>
            </a:extLst>
          </p:cNvPr>
          <p:cNvSpPr txBox="1"/>
          <p:nvPr/>
        </p:nvSpPr>
        <p:spPr>
          <a:xfrm>
            <a:off x="7947986" y="457124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{{TOP_TITLES_ER_3_NAME}}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EA140AC-F52C-E16B-D77D-BE42B0254437}"/>
              </a:ext>
            </a:extLst>
          </p:cNvPr>
          <p:cNvSpPr txBox="1"/>
          <p:nvPr/>
        </p:nvSpPr>
        <p:spPr>
          <a:xfrm>
            <a:off x="9332375" y="401050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{{TOP_TITLES_ER_1_VALUE}}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D3F7188-A61D-7771-D22F-1C0960CE84FD}"/>
              </a:ext>
            </a:extLst>
          </p:cNvPr>
          <p:cNvSpPr txBox="1"/>
          <p:nvPr/>
        </p:nvSpPr>
        <p:spPr>
          <a:xfrm>
            <a:off x="9332375" y="428927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{{TOP_TITLES_ER_2_VALUE}}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95DDAC9-E18A-3E8C-7D0C-B061849AC82D}"/>
              </a:ext>
            </a:extLst>
          </p:cNvPr>
          <p:cNvSpPr txBox="1"/>
          <p:nvPr/>
        </p:nvSpPr>
        <p:spPr>
          <a:xfrm>
            <a:off x="9332375" y="456803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{{TOP_TITLES_ER_3_VALUE}}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48C0EC3-B89C-0F22-5CED-3C394C53FF11}"/>
              </a:ext>
            </a:extLst>
          </p:cNvPr>
          <p:cNvSpPr txBox="1"/>
          <p:nvPr/>
        </p:nvSpPr>
        <p:spPr>
          <a:xfrm>
            <a:off x="1199048" y="538900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{{TOP_MARKETS_CTR_1_NAME}}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5B8690F-C5A0-6BDD-1240-EA9E9C5DC998}"/>
              </a:ext>
            </a:extLst>
          </p:cNvPr>
          <p:cNvSpPr txBox="1"/>
          <p:nvPr/>
        </p:nvSpPr>
        <p:spPr>
          <a:xfrm>
            <a:off x="1199048" y="566777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{{TOP_MARKETS_CTR_2_NAME}}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75B8E67-FD01-3322-F671-B5CA1B7834E6}"/>
              </a:ext>
            </a:extLst>
          </p:cNvPr>
          <p:cNvSpPr txBox="1"/>
          <p:nvPr/>
        </p:nvSpPr>
        <p:spPr>
          <a:xfrm>
            <a:off x="1199048" y="594653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{{TOP_MARKETS_CTR_3_NAME}}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2D5D446-3A93-3656-B3E1-8AB03BAE951C}"/>
              </a:ext>
            </a:extLst>
          </p:cNvPr>
          <p:cNvSpPr txBox="1"/>
          <p:nvPr/>
        </p:nvSpPr>
        <p:spPr>
          <a:xfrm>
            <a:off x="2438055" y="538579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{{TOP_MARKETS_CTR_1_VALUE}}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6B74C74-5E5F-505B-515D-C94F1E3E5283}"/>
              </a:ext>
            </a:extLst>
          </p:cNvPr>
          <p:cNvSpPr txBox="1"/>
          <p:nvPr/>
        </p:nvSpPr>
        <p:spPr>
          <a:xfrm>
            <a:off x="2438055" y="566455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{{TOP_MARKETS_CTR_2_VALUE}}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21196C6-12D5-2059-7DAD-98506C93BC26}"/>
              </a:ext>
            </a:extLst>
          </p:cNvPr>
          <p:cNvSpPr txBox="1"/>
          <p:nvPr/>
        </p:nvSpPr>
        <p:spPr>
          <a:xfrm>
            <a:off x="2438055" y="594332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{{TOP_MARKETS_CTR_3_VALUE}}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6B5BDD7-A539-EFDF-212C-9A79F804D83C}"/>
              </a:ext>
            </a:extLst>
          </p:cNvPr>
          <p:cNvSpPr txBox="1"/>
          <p:nvPr/>
        </p:nvSpPr>
        <p:spPr>
          <a:xfrm>
            <a:off x="4486535" y="538900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{{TOP_MARKETS_VCR_1_NAME}}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A4F4AB5-0DC4-C99C-0E8E-FB996538DC69}"/>
              </a:ext>
            </a:extLst>
          </p:cNvPr>
          <p:cNvSpPr txBox="1"/>
          <p:nvPr/>
        </p:nvSpPr>
        <p:spPr>
          <a:xfrm>
            <a:off x="4486535" y="566777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{{TOP_MARKETS_VCR_2_NAME}}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F099EAF-FACB-2AEF-D07A-02DD951F2DA1}"/>
              </a:ext>
            </a:extLst>
          </p:cNvPr>
          <p:cNvSpPr txBox="1"/>
          <p:nvPr/>
        </p:nvSpPr>
        <p:spPr>
          <a:xfrm>
            <a:off x="4486535" y="594653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{{TOP_MARKETS_VCR_3_NAME}}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32A3CB6-BAA5-DB43-796F-132FE860456E}"/>
              </a:ext>
            </a:extLst>
          </p:cNvPr>
          <p:cNvSpPr txBox="1"/>
          <p:nvPr/>
        </p:nvSpPr>
        <p:spPr>
          <a:xfrm>
            <a:off x="5877348" y="538579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{{TOP_MARKETS_VCR_1_VALUE}}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FB899FF-710B-7456-3888-1E6E51546877}"/>
              </a:ext>
            </a:extLst>
          </p:cNvPr>
          <p:cNvSpPr txBox="1"/>
          <p:nvPr/>
        </p:nvSpPr>
        <p:spPr>
          <a:xfrm>
            <a:off x="5877348" y="566455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{{TOP_MARKETS_VCR_2_VALUE}}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B321D6E-9D7C-47F8-41E2-B8C7522B7E1D}"/>
              </a:ext>
            </a:extLst>
          </p:cNvPr>
          <p:cNvSpPr txBox="1"/>
          <p:nvPr/>
        </p:nvSpPr>
        <p:spPr>
          <a:xfrm>
            <a:off x="5877348" y="594332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{{TOP_MARKETS_VCR_3_VALUE}}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8813468-3DC2-4E1A-1B7C-3611C5733FA2}"/>
              </a:ext>
            </a:extLst>
          </p:cNvPr>
          <p:cNvSpPr txBox="1"/>
          <p:nvPr/>
        </p:nvSpPr>
        <p:spPr>
          <a:xfrm>
            <a:off x="7947986" y="538900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{{TOP_MARKETS_ER_1_NAME}}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08C9044-05ED-B35C-9910-C60408967BA1}"/>
              </a:ext>
            </a:extLst>
          </p:cNvPr>
          <p:cNvSpPr txBox="1"/>
          <p:nvPr/>
        </p:nvSpPr>
        <p:spPr>
          <a:xfrm>
            <a:off x="7947986" y="566777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{{TOP_MARKETS_ER_2_NAME}}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084BB0F-AE47-3C5C-D8B3-F565410EE33F}"/>
              </a:ext>
            </a:extLst>
          </p:cNvPr>
          <p:cNvSpPr txBox="1"/>
          <p:nvPr/>
        </p:nvSpPr>
        <p:spPr>
          <a:xfrm>
            <a:off x="7947986" y="594653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{{TOP_MARKETS_ER_3_NAME}}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B880BEC-73AD-209A-AA53-7123FC58BB79}"/>
              </a:ext>
            </a:extLst>
          </p:cNvPr>
          <p:cNvSpPr txBox="1"/>
          <p:nvPr/>
        </p:nvSpPr>
        <p:spPr>
          <a:xfrm>
            <a:off x="9332375" y="538579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{{TOP_MARKETS_ER_1_VALUE}}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055A9E8-C204-225A-18BC-7DE1881078AD}"/>
              </a:ext>
            </a:extLst>
          </p:cNvPr>
          <p:cNvSpPr txBox="1"/>
          <p:nvPr/>
        </p:nvSpPr>
        <p:spPr>
          <a:xfrm>
            <a:off x="9332375" y="566455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{{TOP_MARKETS_ER_2_VALUE}}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8E0E7EF-49B0-A383-79F8-FC47B7BB06DA}"/>
              </a:ext>
            </a:extLst>
          </p:cNvPr>
          <p:cNvSpPr txBox="1"/>
          <p:nvPr/>
        </p:nvSpPr>
        <p:spPr>
          <a:xfrm>
            <a:off x="9332375" y="594332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{{TOP_MARKETS_ER_3_VALUE}}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5AD67C-54CD-4C86-8AFE-CFAE1AE51F87}"/>
              </a:ext>
            </a:extLst>
          </p:cNvPr>
          <p:cNvSpPr txBox="1"/>
          <p:nvPr/>
        </p:nvSpPr>
        <p:spPr>
          <a:xfrm>
            <a:off x="0" y="625683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SECTION_ID: TOP_TITLES_MARKETS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40EFE7-721D-D106-02B1-D2BC7592DD4F}"/>
              </a:ext>
            </a:extLst>
          </p:cNvPr>
          <p:cNvSpPr txBox="1"/>
          <p:nvPr/>
        </p:nvSpPr>
        <p:spPr>
          <a:xfrm>
            <a:off x="912806" y="1190708"/>
            <a:ext cx="8938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Top Performing Titles &amp; Markets.</a:t>
            </a:r>
          </a:p>
        </p:txBody>
      </p:sp>
    </p:spTree>
    <p:extLst>
      <p:ext uri="{BB962C8B-B14F-4D97-AF65-F5344CB8AC3E}">
        <p14:creationId xmlns:p14="http://schemas.microsoft.com/office/powerpoint/2010/main" val="2712404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555989AF-6EE3-FEF3-A77E-CB1E33B59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746A5CAA-E25C-3838-2F4A-BFF6D723782D}"/>
              </a:ext>
            </a:extLst>
          </p:cNvPr>
          <p:cNvSpPr txBox="1"/>
          <p:nvPr/>
        </p:nvSpPr>
        <p:spPr>
          <a:xfrm>
            <a:off x="912807" y="897003"/>
            <a:ext cx="4168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spc="60" dirty="0">
                <a:solidFill>
                  <a:srgbClr val="A6A6A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{{CAMPAIGN_NAME}}</a:t>
            </a:r>
            <a:endParaRPr kumimoji="0" lang="en-US" sz="1200" b="1" i="0" u="none" strike="noStrike" kern="1200" cap="none" spc="6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AF1EF30-3444-4CC7-6306-5222FDE0A8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2807" y="2228655"/>
            <a:ext cx="1618372" cy="3322894"/>
          </a:xfrm>
          <a:prstGeom prst="rect">
            <a:avLst/>
          </a:prstGeom>
        </p:spPr>
      </p:pic>
      <p:sp>
        <p:nvSpPr>
          <p:cNvPr id="36" name="Google Shape;100;p2">
            <a:extLst>
              <a:ext uri="{FF2B5EF4-FFF2-40B4-BE49-F238E27FC236}">
                <a16:creationId xmlns:a16="http://schemas.microsoft.com/office/drawing/2014/main" id="{54580192-6962-7110-7A90-68CED84280B3}"/>
              </a:ext>
            </a:extLst>
          </p:cNvPr>
          <p:cNvSpPr txBox="1"/>
          <p:nvPr/>
        </p:nvSpPr>
        <p:spPr>
          <a:xfrm>
            <a:off x="912807" y="5687304"/>
            <a:ext cx="22623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1200" b="1" spc="4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クリエイティブ名</a:t>
            </a:r>
          </a:p>
        </p:txBody>
      </p:sp>
      <p:sp>
        <p:nvSpPr>
          <p:cNvPr id="45" name="Google Shape;100;p2">
            <a:extLst>
              <a:ext uri="{FF2B5EF4-FFF2-40B4-BE49-F238E27FC236}">
                <a16:creationId xmlns:a16="http://schemas.microsoft.com/office/drawing/2014/main" id="{38DEC2FE-8CA9-4D4C-3BCE-317EBFDD462E}"/>
              </a:ext>
            </a:extLst>
          </p:cNvPr>
          <p:cNvSpPr txBox="1"/>
          <p:nvPr/>
        </p:nvSpPr>
        <p:spPr>
          <a:xfrm>
            <a:off x="912807" y="5982728"/>
            <a:ext cx="2317179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700" b="1" spc="40">
                <a:solidFill>
                  <a:srgbClr val="A6A6A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メイン </a:t>
            </a:r>
            <a:r>
              <a:rPr lang="en-GB" altLang="ja-JP" sz="700" b="1" spc="40" dirty="0">
                <a:solidFill>
                  <a:srgbClr val="A6A6A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KPI: N/A</a:t>
            </a:r>
          </a:p>
          <a:p>
            <a:pPr lvl="0">
              <a:defRPr/>
            </a:pPr>
            <a:endParaRPr lang="en-GB" altLang="ja-JP" sz="700" b="1" spc="40" dirty="0">
              <a:solidFill>
                <a:srgbClr val="A6A6A6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  <a:p>
            <a:pPr lvl="0">
              <a:defRPr/>
            </a:pPr>
            <a:r>
              <a:rPr lang="ja-JP" altLang="en-US" sz="700" b="1" spc="40">
                <a:solidFill>
                  <a:srgbClr val="A6A6A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サブ </a:t>
            </a:r>
            <a:r>
              <a:rPr lang="en-GB" altLang="ja-JP" sz="700" b="1" spc="40" dirty="0">
                <a:solidFill>
                  <a:srgbClr val="A6A6A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KPI: N/A</a:t>
            </a:r>
            <a:endParaRPr kumimoji="0" lang="en-GB" sz="700" b="1" i="0" u="none" strike="noStrike" kern="1200" cap="none" spc="4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B63518-18EB-AB0E-D160-ABD91D66C0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46430" y="2228655"/>
            <a:ext cx="1618372" cy="3322894"/>
          </a:xfrm>
          <a:prstGeom prst="rect">
            <a:avLst/>
          </a:prstGeom>
        </p:spPr>
      </p:pic>
      <p:sp>
        <p:nvSpPr>
          <p:cNvPr id="8" name="Google Shape;100;p2">
            <a:extLst>
              <a:ext uri="{FF2B5EF4-FFF2-40B4-BE49-F238E27FC236}">
                <a16:creationId xmlns:a16="http://schemas.microsoft.com/office/drawing/2014/main" id="{DCAF38BF-667B-B485-028A-BBD277B45961}"/>
              </a:ext>
            </a:extLst>
          </p:cNvPr>
          <p:cNvSpPr txBox="1"/>
          <p:nvPr/>
        </p:nvSpPr>
        <p:spPr>
          <a:xfrm>
            <a:off x="3546430" y="5687304"/>
            <a:ext cx="22623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1200" b="1" spc="4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クリエイティブ名</a:t>
            </a:r>
            <a:endParaRPr kumimoji="0" lang="en-GB" sz="1200" b="1" i="0" u="none" strike="noStrike" kern="1200" cap="none" spc="4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54B7405E-9F78-B3CD-C29A-A3009526B913}"/>
              </a:ext>
            </a:extLst>
          </p:cNvPr>
          <p:cNvSpPr txBox="1"/>
          <p:nvPr/>
        </p:nvSpPr>
        <p:spPr>
          <a:xfrm>
            <a:off x="3546430" y="5982728"/>
            <a:ext cx="2317179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700" b="1" spc="40">
                <a:solidFill>
                  <a:srgbClr val="A6A6A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メイン </a:t>
            </a:r>
            <a:r>
              <a:rPr lang="en-GB" altLang="ja-JP" sz="700" b="1" spc="40" dirty="0">
                <a:solidFill>
                  <a:srgbClr val="A6A6A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KPI: N/A</a:t>
            </a:r>
          </a:p>
          <a:p>
            <a:pPr lvl="0">
              <a:defRPr/>
            </a:pPr>
            <a:endParaRPr lang="en-GB" altLang="ja-JP" sz="700" b="1" spc="40" dirty="0">
              <a:solidFill>
                <a:srgbClr val="A6A6A6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  <a:p>
            <a:pPr lvl="0">
              <a:defRPr/>
            </a:pPr>
            <a:r>
              <a:rPr lang="ja-JP" altLang="en-US" sz="700" b="1" spc="40">
                <a:solidFill>
                  <a:srgbClr val="A6A6A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サブ </a:t>
            </a:r>
            <a:r>
              <a:rPr lang="en-GB" altLang="ja-JP" sz="700" b="1" spc="40" dirty="0">
                <a:solidFill>
                  <a:srgbClr val="A6A6A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KPI: N/A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579105B-1361-CF60-7686-27BDE4998D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0053" y="2228655"/>
            <a:ext cx="1618372" cy="3322894"/>
          </a:xfrm>
          <a:prstGeom prst="rect">
            <a:avLst/>
          </a:prstGeom>
        </p:spPr>
      </p:pic>
      <p:sp>
        <p:nvSpPr>
          <p:cNvPr id="13" name="Google Shape;100;p2">
            <a:extLst>
              <a:ext uri="{FF2B5EF4-FFF2-40B4-BE49-F238E27FC236}">
                <a16:creationId xmlns:a16="http://schemas.microsoft.com/office/drawing/2014/main" id="{7F2A10C8-B1E9-7CD4-5EC7-4C35A7126888}"/>
              </a:ext>
            </a:extLst>
          </p:cNvPr>
          <p:cNvSpPr txBox="1"/>
          <p:nvPr/>
        </p:nvSpPr>
        <p:spPr>
          <a:xfrm>
            <a:off x="6180053" y="5687304"/>
            <a:ext cx="22623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1200" b="1" spc="4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クリエイティブ名</a:t>
            </a:r>
            <a:endParaRPr kumimoji="0" lang="en-GB" sz="1200" b="1" i="0" u="none" strike="noStrike" kern="1200" cap="none" spc="4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0" name="Google Shape;100;p2">
            <a:extLst>
              <a:ext uri="{FF2B5EF4-FFF2-40B4-BE49-F238E27FC236}">
                <a16:creationId xmlns:a16="http://schemas.microsoft.com/office/drawing/2014/main" id="{A9931041-98F4-3749-97BA-E6943122D20D}"/>
              </a:ext>
            </a:extLst>
          </p:cNvPr>
          <p:cNvSpPr txBox="1"/>
          <p:nvPr/>
        </p:nvSpPr>
        <p:spPr>
          <a:xfrm>
            <a:off x="6180053" y="5982728"/>
            <a:ext cx="2317179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700" b="1" spc="40">
                <a:solidFill>
                  <a:srgbClr val="A6A6A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メイン </a:t>
            </a:r>
            <a:r>
              <a:rPr lang="en-GB" altLang="ja-JP" sz="700" b="1" spc="40" dirty="0">
                <a:solidFill>
                  <a:srgbClr val="A6A6A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KPI: N/A</a:t>
            </a:r>
          </a:p>
          <a:p>
            <a:pPr lvl="0">
              <a:defRPr/>
            </a:pPr>
            <a:endParaRPr lang="en-GB" altLang="ja-JP" sz="700" b="1" spc="40" dirty="0">
              <a:solidFill>
                <a:srgbClr val="A6A6A6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  <a:p>
            <a:pPr lvl="0">
              <a:defRPr/>
            </a:pPr>
            <a:r>
              <a:rPr lang="ja-JP" altLang="en-US" sz="700" b="1" spc="40">
                <a:solidFill>
                  <a:srgbClr val="A6A6A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サブ </a:t>
            </a:r>
            <a:r>
              <a:rPr lang="en-GB" altLang="ja-JP" sz="700" b="1" spc="40" dirty="0">
                <a:solidFill>
                  <a:srgbClr val="A6A6A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KPI: N/A</a:t>
            </a:r>
            <a:endParaRPr kumimoji="0" lang="en-GB" sz="700" b="1" i="0" u="none" strike="noStrike" kern="1200" cap="none" spc="4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B5265BD-F5F8-8931-6C8B-17E86330D4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13675" y="2228655"/>
            <a:ext cx="1618372" cy="3322894"/>
          </a:xfrm>
          <a:prstGeom prst="rect">
            <a:avLst/>
          </a:prstGeom>
        </p:spPr>
      </p:pic>
      <p:sp>
        <p:nvSpPr>
          <p:cNvPr id="24" name="Google Shape;100;p2">
            <a:extLst>
              <a:ext uri="{FF2B5EF4-FFF2-40B4-BE49-F238E27FC236}">
                <a16:creationId xmlns:a16="http://schemas.microsoft.com/office/drawing/2014/main" id="{5783A76C-015B-599F-D797-6BB12768C3B5}"/>
              </a:ext>
            </a:extLst>
          </p:cNvPr>
          <p:cNvSpPr txBox="1"/>
          <p:nvPr/>
        </p:nvSpPr>
        <p:spPr>
          <a:xfrm>
            <a:off x="8813675" y="5687304"/>
            <a:ext cx="22623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1200" b="1" spc="4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クリエイティブ名</a:t>
            </a:r>
            <a:endParaRPr kumimoji="0" lang="en-GB" sz="1200" b="1" i="0" u="none" strike="noStrike" kern="1200" cap="none" spc="4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5" name="Google Shape;100;p2">
            <a:extLst>
              <a:ext uri="{FF2B5EF4-FFF2-40B4-BE49-F238E27FC236}">
                <a16:creationId xmlns:a16="http://schemas.microsoft.com/office/drawing/2014/main" id="{C31EAEF5-6AC1-13E5-6D40-80E14DAD55A0}"/>
              </a:ext>
            </a:extLst>
          </p:cNvPr>
          <p:cNvSpPr txBox="1"/>
          <p:nvPr/>
        </p:nvSpPr>
        <p:spPr>
          <a:xfrm>
            <a:off x="8813675" y="5982728"/>
            <a:ext cx="2317179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700" b="1" spc="40">
                <a:solidFill>
                  <a:srgbClr val="A6A6A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メイン </a:t>
            </a:r>
            <a:r>
              <a:rPr lang="en-GB" altLang="ja-JP" sz="700" b="1" spc="40" dirty="0">
                <a:solidFill>
                  <a:srgbClr val="A6A6A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KPI: N/A</a:t>
            </a:r>
          </a:p>
          <a:p>
            <a:pPr lvl="0">
              <a:defRPr/>
            </a:pPr>
            <a:endParaRPr lang="en-GB" altLang="ja-JP" sz="700" b="1" spc="40" dirty="0">
              <a:solidFill>
                <a:srgbClr val="A6A6A6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  <a:p>
            <a:pPr lvl="0">
              <a:defRPr/>
            </a:pPr>
            <a:r>
              <a:rPr lang="ja-JP" altLang="en-US" sz="700" b="1" spc="40">
                <a:solidFill>
                  <a:srgbClr val="A6A6A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サブ </a:t>
            </a:r>
            <a:r>
              <a:rPr lang="en-GB" altLang="ja-JP" sz="700" b="1" spc="40" dirty="0">
                <a:solidFill>
                  <a:srgbClr val="A6A6A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KPI: N/A</a:t>
            </a:r>
            <a:endParaRPr kumimoji="0" lang="en-GB" sz="700" b="1" i="0" u="none" strike="noStrike" kern="1200" cap="none" spc="4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1BA942-4C6C-74AD-4D87-647D1409F7B1}"/>
              </a:ext>
            </a:extLst>
          </p:cNvPr>
          <p:cNvSpPr txBox="1"/>
          <p:nvPr/>
        </p:nvSpPr>
        <p:spPr>
          <a:xfrm>
            <a:off x="0" y="625683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SECTION_ID: CREATIVE_OVERVIEW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09BEE82-28D1-78B0-ED0C-F61829B050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48719" y="6617952"/>
            <a:ext cx="586957" cy="966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63F169-212A-C494-7CCC-ABC400AAD54F}"/>
              </a:ext>
            </a:extLst>
          </p:cNvPr>
          <p:cNvSpPr txBox="1"/>
          <p:nvPr/>
        </p:nvSpPr>
        <p:spPr>
          <a:xfrm>
            <a:off x="912807" y="1190708"/>
            <a:ext cx="6216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Creative Overview.</a:t>
            </a:r>
          </a:p>
        </p:txBody>
      </p:sp>
    </p:spTree>
    <p:extLst>
      <p:ext uri="{BB962C8B-B14F-4D97-AF65-F5344CB8AC3E}">
        <p14:creationId xmlns:p14="http://schemas.microsoft.com/office/powerpoint/2010/main" val="580289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9A7C085A-7C48-E9EA-B915-9A5C7404B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0B02B197-B9B5-CEB4-6983-4B0E0C89999B}"/>
              </a:ext>
            </a:extLst>
          </p:cNvPr>
          <p:cNvSpPr txBox="1"/>
          <p:nvPr/>
        </p:nvSpPr>
        <p:spPr>
          <a:xfrm>
            <a:off x="912807" y="897003"/>
            <a:ext cx="4168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spc="60" dirty="0">
                <a:solidFill>
                  <a:srgbClr val="A6A6A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{{CAMPAIGN_NAME}}</a:t>
            </a:r>
            <a:endParaRPr kumimoji="0" lang="en-US" sz="1200" b="1" i="0" u="none" strike="noStrike" kern="1200" cap="none" spc="6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1D11515-6FBE-AF67-B0F0-7425BF8335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2807" y="2228655"/>
            <a:ext cx="1618372" cy="3322894"/>
          </a:xfrm>
          <a:prstGeom prst="rect">
            <a:avLst/>
          </a:prstGeom>
        </p:spPr>
      </p:pic>
      <p:sp>
        <p:nvSpPr>
          <p:cNvPr id="36" name="Google Shape;100;p2">
            <a:extLst>
              <a:ext uri="{FF2B5EF4-FFF2-40B4-BE49-F238E27FC236}">
                <a16:creationId xmlns:a16="http://schemas.microsoft.com/office/drawing/2014/main" id="{01F40580-1201-D9DE-5CA1-E4D3E4B6892F}"/>
              </a:ext>
            </a:extLst>
          </p:cNvPr>
          <p:cNvSpPr txBox="1"/>
          <p:nvPr/>
        </p:nvSpPr>
        <p:spPr>
          <a:xfrm>
            <a:off x="912807" y="5687304"/>
            <a:ext cx="22623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1200" b="1" spc="4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クリエイティブ名</a:t>
            </a:r>
            <a:endParaRPr kumimoji="0" lang="en-GB" sz="1200" b="1" i="0" u="none" strike="noStrike" kern="1200" cap="none" spc="4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45" name="Google Shape;100;p2">
            <a:extLst>
              <a:ext uri="{FF2B5EF4-FFF2-40B4-BE49-F238E27FC236}">
                <a16:creationId xmlns:a16="http://schemas.microsoft.com/office/drawing/2014/main" id="{3A5D3872-6B21-C91F-DA99-7D573A6A1132}"/>
              </a:ext>
            </a:extLst>
          </p:cNvPr>
          <p:cNvSpPr txBox="1"/>
          <p:nvPr/>
        </p:nvSpPr>
        <p:spPr>
          <a:xfrm>
            <a:off x="912807" y="5982728"/>
            <a:ext cx="2317179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700" b="1" spc="40">
                <a:solidFill>
                  <a:srgbClr val="A6A6A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メイン </a:t>
            </a:r>
            <a:r>
              <a:rPr lang="en-GB" altLang="ja-JP" sz="700" b="1" spc="40" dirty="0">
                <a:solidFill>
                  <a:srgbClr val="A6A6A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KPI: N/A</a:t>
            </a:r>
          </a:p>
          <a:p>
            <a:pPr lvl="0">
              <a:defRPr/>
            </a:pPr>
            <a:endParaRPr lang="en-GB" altLang="ja-JP" sz="700" b="1" spc="40" dirty="0">
              <a:solidFill>
                <a:srgbClr val="A6A6A6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  <a:p>
            <a:pPr lvl="0">
              <a:defRPr/>
            </a:pPr>
            <a:r>
              <a:rPr lang="ja-JP" altLang="en-US" sz="700" b="1" spc="40">
                <a:solidFill>
                  <a:srgbClr val="A6A6A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サブ </a:t>
            </a:r>
            <a:r>
              <a:rPr lang="en-GB" altLang="ja-JP" sz="700" b="1" spc="40" dirty="0">
                <a:solidFill>
                  <a:srgbClr val="A6A6A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KPI: N/A</a:t>
            </a:r>
            <a:endParaRPr kumimoji="0" lang="en-GB" sz="700" b="1" i="0" u="none" strike="noStrike" kern="1200" cap="none" spc="4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D0A576-4712-D53C-95AB-DD1944B54D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46430" y="2228655"/>
            <a:ext cx="1618372" cy="3322894"/>
          </a:xfrm>
          <a:prstGeom prst="rect">
            <a:avLst/>
          </a:prstGeom>
        </p:spPr>
      </p:pic>
      <p:sp>
        <p:nvSpPr>
          <p:cNvPr id="8" name="Google Shape;100;p2">
            <a:extLst>
              <a:ext uri="{FF2B5EF4-FFF2-40B4-BE49-F238E27FC236}">
                <a16:creationId xmlns:a16="http://schemas.microsoft.com/office/drawing/2014/main" id="{FF1DC2A6-9B7E-98DD-072A-324473A0B09D}"/>
              </a:ext>
            </a:extLst>
          </p:cNvPr>
          <p:cNvSpPr txBox="1"/>
          <p:nvPr/>
        </p:nvSpPr>
        <p:spPr>
          <a:xfrm>
            <a:off x="3546430" y="5687304"/>
            <a:ext cx="22623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1200" b="1" spc="4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クリエイティブ名</a:t>
            </a:r>
            <a:endParaRPr kumimoji="0" lang="en-GB" sz="1200" b="1" i="0" u="none" strike="noStrike" kern="1200" cap="none" spc="4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916F39E1-043A-2517-9759-D1A935B3682D}"/>
              </a:ext>
            </a:extLst>
          </p:cNvPr>
          <p:cNvSpPr txBox="1"/>
          <p:nvPr/>
        </p:nvSpPr>
        <p:spPr>
          <a:xfrm>
            <a:off x="3546430" y="5982728"/>
            <a:ext cx="2317179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700" b="1" spc="40">
                <a:solidFill>
                  <a:srgbClr val="A6A6A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メイン </a:t>
            </a:r>
            <a:r>
              <a:rPr lang="en-GB" altLang="ja-JP" sz="700" b="1" spc="40" dirty="0">
                <a:solidFill>
                  <a:srgbClr val="A6A6A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KPI: N/A</a:t>
            </a:r>
          </a:p>
          <a:p>
            <a:pPr lvl="0">
              <a:defRPr/>
            </a:pPr>
            <a:endParaRPr lang="en-GB" altLang="ja-JP" sz="700" b="1" spc="40" dirty="0">
              <a:solidFill>
                <a:srgbClr val="A6A6A6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  <a:p>
            <a:pPr lvl="0">
              <a:defRPr/>
            </a:pPr>
            <a:r>
              <a:rPr lang="ja-JP" altLang="en-US" sz="700" b="1" spc="40">
                <a:solidFill>
                  <a:srgbClr val="A6A6A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サブ </a:t>
            </a:r>
            <a:r>
              <a:rPr lang="en-GB" altLang="ja-JP" sz="700" b="1" spc="40" dirty="0">
                <a:solidFill>
                  <a:srgbClr val="A6A6A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KPI: N/A</a:t>
            </a:r>
            <a:endParaRPr kumimoji="0" lang="en-GB" sz="700" b="1" i="0" u="none" strike="noStrike" kern="1200" cap="none" spc="4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D32C948-27BC-51D9-3BA0-371409E161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0053" y="2228655"/>
            <a:ext cx="1618372" cy="3322894"/>
          </a:xfrm>
          <a:prstGeom prst="rect">
            <a:avLst/>
          </a:prstGeom>
        </p:spPr>
      </p:pic>
      <p:sp>
        <p:nvSpPr>
          <p:cNvPr id="13" name="Google Shape;100;p2">
            <a:extLst>
              <a:ext uri="{FF2B5EF4-FFF2-40B4-BE49-F238E27FC236}">
                <a16:creationId xmlns:a16="http://schemas.microsoft.com/office/drawing/2014/main" id="{1B792676-3FB8-B7AF-7A89-202944B2EAE2}"/>
              </a:ext>
            </a:extLst>
          </p:cNvPr>
          <p:cNvSpPr txBox="1"/>
          <p:nvPr/>
        </p:nvSpPr>
        <p:spPr>
          <a:xfrm>
            <a:off x="6180053" y="5687304"/>
            <a:ext cx="22623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1200" b="1" spc="4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クリエイティブ名</a:t>
            </a:r>
            <a:endParaRPr kumimoji="0" lang="en-GB" sz="1200" b="1" i="0" u="none" strike="noStrike" kern="1200" cap="none" spc="4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0" name="Google Shape;100;p2">
            <a:extLst>
              <a:ext uri="{FF2B5EF4-FFF2-40B4-BE49-F238E27FC236}">
                <a16:creationId xmlns:a16="http://schemas.microsoft.com/office/drawing/2014/main" id="{02334BF8-C8DC-C8B9-A91E-2C67F946B5AA}"/>
              </a:ext>
            </a:extLst>
          </p:cNvPr>
          <p:cNvSpPr txBox="1"/>
          <p:nvPr/>
        </p:nvSpPr>
        <p:spPr>
          <a:xfrm>
            <a:off x="6180053" y="5982728"/>
            <a:ext cx="2317179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700" b="1" spc="40">
                <a:solidFill>
                  <a:srgbClr val="A6A6A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メイン </a:t>
            </a:r>
            <a:r>
              <a:rPr lang="en-GB" altLang="ja-JP" sz="700" b="1" spc="40" dirty="0">
                <a:solidFill>
                  <a:srgbClr val="A6A6A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KPI: N/A</a:t>
            </a:r>
          </a:p>
          <a:p>
            <a:pPr lvl="0">
              <a:defRPr/>
            </a:pPr>
            <a:endParaRPr lang="en-GB" altLang="ja-JP" sz="700" b="1" spc="40" dirty="0">
              <a:solidFill>
                <a:srgbClr val="A6A6A6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  <a:p>
            <a:pPr lvl="0">
              <a:defRPr/>
            </a:pPr>
            <a:r>
              <a:rPr lang="ja-JP" altLang="en-US" sz="700" b="1" spc="40">
                <a:solidFill>
                  <a:srgbClr val="A6A6A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サブ </a:t>
            </a:r>
            <a:r>
              <a:rPr lang="en-GB" altLang="ja-JP" sz="700" b="1" spc="40" dirty="0">
                <a:solidFill>
                  <a:srgbClr val="A6A6A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KPI: N/A</a:t>
            </a:r>
            <a:endParaRPr kumimoji="0" lang="en-GB" sz="700" b="1" i="0" u="none" strike="noStrike" kern="1200" cap="none" spc="4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4A00EFA-0B11-146E-EC99-7D385EDE2D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13675" y="2228655"/>
            <a:ext cx="1618372" cy="3322894"/>
          </a:xfrm>
          <a:prstGeom prst="rect">
            <a:avLst/>
          </a:prstGeom>
        </p:spPr>
      </p:pic>
      <p:sp>
        <p:nvSpPr>
          <p:cNvPr id="24" name="Google Shape;100;p2">
            <a:extLst>
              <a:ext uri="{FF2B5EF4-FFF2-40B4-BE49-F238E27FC236}">
                <a16:creationId xmlns:a16="http://schemas.microsoft.com/office/drawing/2014/main" id="{3172A2B4-6315-B9B7-7960-1DB17C122559}"/>
              </a:ext>
            </a:extLst>
          </p:cNvPr>
          <p:cNvSpPr txBox="1"/>
          <p:nvPr/>
        </p:nvSpPr>
        <p:spPr>
          <a:xfrm>
            <a:off x="8813675" y="5687304"/>
            <a:ext cx="22623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1200" b="1" spc="4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クリエイティブ名</a:t>
            </a:r>
            <a:endParaRPr kumimoji="0" lang="en-GB" sz="1200" b="1" i="0" u="none" strike="noStrike" kern="1200" cap="none" spc="4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5" name="Google Shape;100;p2">
            <a:extLst>
              <a:ext uri="{FF2B5EF4-FFF2-40B4-BE49-F238E27FC236}">
                <a16:creationId xmlns:a16="http://schemas.microsoft.com/office/drawing/2014/main" id="{68CEF9E0-7BCA-AB16-BBE4-50283C6B6CDD}"/>
              </a:ext>
            </a:extLst>
          </p:cNvPr>
          <p:cNvSpPr txBox="1"/>
          <p:nvPr/>
        </p:nvSpPr>
        <p:spPr>
          <a:xfrm>
            <a:off x="8813675" y="5982728"/>
            <a:ext cx="2317179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700" b="1" spc="40">
                <a:solidFill>
                  <a:srgbClr val="A6A6A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メイン </a:t>
            </a:r>
            <a:r>
              <a:rPr lang="en-GB" altLang="ja-JP" sz="700" b="1" spc="40" dirty="0">
                <a:solidFill>
                  <a:srgbClr val="A6A6A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KPI: N/A</a:t>
            </a:r>
          </a:p>
          <a:p>
            <a:pPr lvl="0">
              <a:defRPr/>
            </a:pPr>
            <a:endParaRPr lang="en-GB" altLang="ja-JP" sz="700" b="1" spc="40" dirty="0">
              <a:solidFill>
                <a:srgbClr val="A6A6A6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  <a:p>
            <a:pPr lvl="0">
              <a:defRPr/>
            </a:pPr>
            <a:r>
              <a:rPr lang="ja-JP" altLang="en-US" sz="700" b="1" spc="40">
                <a:solidFill>
                  <a:srgbClr val="A6A6A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サブ </a:t>
            </a:r>
            <a:r>
              <a:rPr lang="en-GB" altLang="ja-JP" sz="700" b="1" spc="40" dirty="0">
                <a:solidFill>
                  <a:srgbClr val="A6A6A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KPI: N/A</a:t>
            </a:r>
            <a:endParaRPr kumimoji="0" lang="en-GB" sz="700" b="1" i="0" u="none" strike="noStrike" kern="1200" cap="none" spc="4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" name="Left Bracket 2">
            <a:extLst>
              <a:ext uri="{FF2B5EF4-FFF2-40B4-BE49-F238E27FC236}">
                <a16:creationId xmlns:a16="http://schemas.microsoft.com/office/drawing/2014/main" id="{13EAA6CA-3DCD-BFA6-371D-B53A2E816D0B}"/>
              </a:ext>
            </a:extLst>
          </p:cNvPr>
          <p:cNvSpPr/>
          <p:nvPr/>
        </p:nvSpPr>
        <p:spPr>
          <a:xfrm rot="5400000">
            <a:off x="3010730" y="806107"/>
            <a:ext cx="68947" cy="2642534"/>
          </a:xfrm>
          <a:prstGeom prst="leftBracket">
            <a:avLst>
              <a:gd name="adj" fmla="val 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Left Bracket 3">
            <a:extLst>
              <a:ext uri="{FF2B5EF4-FFF2-40B4-BE49-F238E27FC236}">
                <a16:creationId xmlns:a16="http://schemas.microsoft.com/office/drawing/2014/main" id="{43EEF8C9-56B4-0ADE-FD91-93D97DA800CC}"/>
              </a:ext>
            </a:extLst>
          </p:cNvPr>
          <p:cNvSpPr/>
          <p:nvPr/>
        </p:nvSpPr>
        <p:spPr>
          <a:xfrm rot="5400000">
            <a:off x="8273302" y="806111"/>
            <a:ext cx="68947" cy="2642534"/>
          </a:xfrm>
          <a:prstGeom prst="leftBracket">
            <a:avLst>
              <a:gd name="adj" fmla="val 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8AB5EB-06CB-C82C-555D-8CC52D012E46}"/>
              </a:ext>
            </a:extLst>
          </p:cNvPr>
          <p:cNvSpPr txBox="1"/>
          <p:nvPr/>
        </p:nvSpPr>
        <p:spPr>
          <a:xfrm>
            <a:off x="0" y="625683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SECTION_ID: CREATIVE_PERFORMANCE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A51B14B0-6A12-EDE8-06D2-7C62603A56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48719" y="6617952"/>
            <a:ext cx="586957" cy="966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927159-BCE5-F10E-2C68-7A34DCBCD482}"/>
              </a:ext>
            </a:extLst>
          </p:cNvPr>
          <p:cNvSpPr txBox="1"/>
          <p:nvPr/>
        </p:nvSpPr>
        <p:spPr>
          <a:xfrm>
            <a:off x="912807" y="1190708"/>
            <a:ext cx="6216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Top Performing Creative.</a:t>
            </a: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A716A9C0-8D82-0009-1CD6-7048D547754A}"/>
              </a:ext>
            </a:extLst>
          </p:cNvPr>
          <p:cNvSpPr txBox="1"/>
          <p:nvPr/>
        </p:nvSpPr>
        <p:spPr>
          <a:xfrm>
            <a:off x="2654677" y="1985198"/>
            <a:ext cx="781051" cy="21540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Phase One</a:t>
            </a:r>
          </a:p>
        </p:txBody>
      </p:sp>
      <p:sp>
        <p:nvSpPr>
          <p:cNvPr id="15" name="Google Shape;100;p2">
            <a:extLst>
              <a:ext uri="{FF2B5EF4-FFF2-40B4-BE49-F238E27FC236}">
                <a16:creationId xmlns:a16="http://schemas.microsoft.com/office/drawing/2014/main" id="{F3EAF5C2-18EA-158F-6A3F-496E3BBA182C}"/>
              </a:ext>
            </a:extLst>
          </p:cNvPr>
          <p:cNvSpPr txBox="1"/>
          <p:nvPr/>
        </p:nvSpPr>
        <p:spPr>
          <a:xfrm>
            <a:off x="7917249" y="1985202"/>
            <a:ext cx="781051" cy="21540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Phase Two</a:t>
            </a:r>
          </a:p>
        </p:txBody>
      </p:sp>
    </p:spTree>
    <p:extLst>
      <p:ext uri="{BB962C8B-B14F-4D97-AF65-F5344CB8AC3E}">
        <p14:creationId xmlns:p14="http://schemas.microsoft.com/office/powerpoint/2010/main" val="942690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8F8B1AA1-956B-F7EA-DA0A-FC904A6E7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Picture 114">
            <a:extLst>
              <a:ext uri="{FF2B5EF4-FFF2-40B4-BE49-F238E27FC236}">
                <a16:creationId xmlns:a16="http://schemas.microsoft.com/office/drawing/2014/main" id="{6D44C6DE-8614-AC7F-EDCC-7C02F7921F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680" b="23680"/>
          <a:stretch/>
        </p:blipFill>
        <p:spPr>
          <a:xfrm>
            <a:off x="779455" y="2649123"/>
            <a:ext cx="10632989" cy="3164448"/>
          </a:xfrm>
          <a:prstGeom prst="roundRect">
            <a:avLst>
              <a:gd name="adj" fmla="val 7425"/>
            </a:avLst>
          </a:prstGeom>
        </p:spPr>
      </p:pic>
      <p:sp>
        <p:nvSpPr>
          <p:cNvPr id="1054" name="Rounded Rectangle 1053">
            <a:extLst>
              <a:ext uri="{FF2B5EF4-FFF2-40B4-BE49-F238E27FC236}">
                <a16:creationId xmlns:a16="http://schemas.microsoft.com/office/drawing/2014/main" id="{B34F70FD-6FD0-0C10-01A1-21916AA6C625}"/>
              </a:ext>
            </a:extLst>
          </p:cNvPr>
          <p:cNvSpPr/>
          <p:nvPr/>
        </p:nvSpPr>
        <p:spPr>
          <a:xfrm>
            <a:off x="1136691" y="3342781"/>
            <a:ext cx="4578439" cy="685982"/>
          </a:xfrm>
          <a:prstGeom prst="roundRect">
            <a:avLst>
              <a:gd name="adj" fmla="val 19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5" name="Rounded Rectangle 1054">
            <a:extLst>
              <a:ext uri="{FF2B5EF4-FFF2-40B4-BE49-F238E27FC236}">
                <a16:creationId xmlns:a16="http://schemas.microsoft.com/office/drawing/2014/main" id="{E705FADD-29EE-B623-F24C-7AF1FD102C2F}"/>
              </a:ext>
            </a:extLst>
          </p:cNvPr>
          <p:cNvSpPr/>
          <p:nvPr/>
        </p:nvSpPr>
        <p:spPr>
          <a:xfrm>
            <a:off x="6418720" y="3337544"/>
            <a:ext cx="4578439" cy="685982"/>
          </a:xfrm>
          <a:prstGeom prst="roundRect">
            <a:avLst>
              <a:gd name="adj" fmla="val 19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D5367F3-79FE-B5B0-A0F9-92651F9DC0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498" y="829890"/>
            <a:ext cx="879119" cy="223825"/>
          </a:xfrm>
          <a:prstGeom prst="rect">
            <a:avLst/>
          </a:prstGeom>
        </p:spPr>
      </p:pic>
      <p:sp>
        <p:nvSpPr>
          <p:cNvPr id="16" name="Google Shape;110;p2">
            <a:extLst>
              <a:ext uri="{FF2B5EF4-FFF2-40B4-BE49-F238E27FC236}">
                <a16:creationId xmlns:a16="http://schemas.microsoft.com/office/drawing/2014/main" id="{6962BCA5-F23C-A2C3-4E32-988B58C4E12D}"/>
              </a:ext>
            </a:extLst>
          </p:cNvPr>
          <p:cNvSpPr txBox="1"/>
          <p:nvPr/>
        </p:nvSpPr>
        <p:spPr>
          <a:xfrm>
            <a:off x="1244909" y="3448140"/>
            <a:ext cx="438280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en-GB" sz="2400" b="1" spc="100" dirty="0">
                <a:solidFill>
                  <a:srgbClr val="1D1D1D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N/A.N/AXM</a:t>
            </a:r>
          </a:p>
        </p:txBody>
      </p:sp>
      <p:pic>
        <p:nvPicPr>
          <p:cNvPr id="1026" name="Picture 2" descr="logo-placeholder - Shop at RaceYa">
            <a:extLst>
              <a:ext uri="{FF2B5EF4-FFF2-40B4-BE49-F238E27FC236}">
                <a16:creationId xmlns:a16="http://schemas.microsoft.com/office/drawing/2014/main" id="{A659D2CD-6922-0083-FFF7-BD33EA104C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" t="23174" r="1200" b="24508"/>
          <a:stretch>
            <a:fillRect/>
          </a:stretch>
        </p:blipFill>
        <p:spPr bwMode="auto">
          <a:xfrm>
            <a:off x="6746815" y="3483049"/>
            <a:ext cx="923993" cy="35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" name="Picture 2" descr="logo-placeholder - Shop at RaceYa">
            <a:extLst>
              <a:ext uri="{FF2B5EF4-FFF2-40B4-BE49-F238E27FC236}">
                <a16:creationId xmlns:a16="http://schemas.microsoft.com/office/drawing/2014/main" id="{7F37C812-2CDA-B2A6-7298-F0E4EBF0BD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" t="23174" r="1200" b="24508"/>
          <a:stretch>
            <a:fillRect/>
          </a:stretch>
        </p:blipFill>
        <p:spPr bwMode="auto">
          <a:xfrm>
            <a:off x="8245942" y="3483049"/>
            <a:ext cx="923993" cy="35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" name="Picture 2" descr="logo-placeholder - Shop at RaceYa">
            <a:extLst>
              <a:ext uri="{FF2B5EF4-FFF2-40B4-BE49-F238E27FC236}">
                <a16:creationId xmlns:a16="http://schemas.microsoft.com/office/drawing/2014/main" id="{A2A56D1C-30BC-E6BD-5470-842EAB449F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" t="23174" r="1200" b="24508"/>
          <a:stretch>
            <a:fillRect/>
          </a:stretch>
        </p:blipFill>
        <p:spPr bwMode="auto">
          <a:xfrm>
            <a:off x="9745068" y="3478467"/>
            <a:ext cx="923993" cy="35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1" name="Google Shape;114;p2">
            <a:extLst>
              <a:ext uri="{FF2B5EF4-FFF2-40B4-BE49-F238E27FC236}">
                <a16:creationId xmlns:a16="http://schemas.microsoft.com/office/drawing/2014/main" id="{8804D888-314E-69A6-7BAD-47A74BF322A7}"/>
              </a:ext>
            </a:extLst>
          </p:cNvPr>
          <p:cNvSpPr txBox="1"/>
          <p:nvPr/>
        </p:nvSpPr>
        <p:spPr>
          <a:xfrm>
            <a:off x="1247095" y="5169455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1200" cap="none" spc="40" normalizeH="0" baseline="0" noProof="0" dirty="0">
                <a:ln>
                  <a:noFill/>
                </a:ln>
                <a:solidFill>
                  <a:srgbClr val="7E47F6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kumimoji="0" sz="900" b="1" i="0" u="none" strike="noStrike" kern="1200" cap="none" spc="40" normalizeH="0" baseline="0" noProof="0" dirty="0">
              <a:ln>
                <a:noFill/>
              </a:ln>
              <a:solidFill>
                <a:srgbClr val="7E47F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1032" name="Google Shape;110;p2">
            <a:extLst>
              <a:ext uri="{FF2B5EF4-FFF2-40B4-BE49-F238E27FC236}">
                <a16:creationId xmlns:a16="http://schemas.microsoft.com/office/drawing/2014/main" id="{353AD245-F52A-D117-C4F4-2C69781B06D3}"/>
              </a:ext>
            </a:extLst>
          </p:cNvPr>
          <p:cNvSpPr txBox="1"/>
          <p:nvPr/>
        </p:nvSpPr>
        <p:spPr>
          <a:xfrm>
            <a:off x="1247095" y="4873587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100" normalizeH="0" baseline="0" noProof="0" dirty="0">
                <a:ln>
                  <a:noFill/>
                </a:ln>
                <a:solidFill>
                  <a:srgbClr val="7E47F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kumimoji="0" sz="1400" b="1" i="0" u="none" strike="noStrike" kern="1200" cap="none" spc="100" normalizeH="0" baseline="0" noProof="0" dirty="0">
              <a:ln>
                <a:noFill/>
              </a:ln>
              <a:solidFill>
                <a:srgbClr val="7E47F6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033" name="Rounded Rectangle 1032">
            <a:extLst>
              <a:ext uri="{FF2B5EF4-FFF2-40B4-BE49-F238E27FC236}">
                <a16:creationId xmlns:a16="http://schemas.microsoft.com/office/drawing/2014/main" id="{CF777DB9-674B-7906-0C74-B580A9609784}"/>
              </a:ext>
            </a:extLst>
          </p:cNvPr>
          <p:cNvSpPr/>
          <p:nvPr/>
        </p:nvSpPr>
        <p:spPr>
          <a:xfrm>
            <a:off x="1136692" y="4585227"/>
            <a:ext cx="1924643" cy="923149"/>
          </a:xfrm>
          <a:prstGeom prst="roundRect">
            <a:avLst>
              <a:gd name="adj" fmla="val 16461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5" name="Rounded Rectangle 1034">
            <a:extLst>
              <a:ext uri="{FF2B5EF4-FFF2-40B4-BE49-F238E27FC236}">
                <a16:creationId xmlns:a16="http://schemas.microsoft.com/office/drawing/2014/main" id="{41178EB8-9E06-12D5-3C93-2455FF3D3E49}"/>
              </a:ext>
            </a:extLst>
          </p:cNvPr>
          <p:cNvSpPr/>
          <p:nvPr/>
        </p:nvSpPr>
        <p:spPr>
          <a:xfrm>
            <a:off x="3790488" y="4585227"/>
            <a:ext cx="1924643" cy="923149"/>
          </a:xfrm>
          <a:prstGeom prst="roundRect">
            <a:avLst>
              <a:gd name="adj" fmla="val 16461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6" name="Rounded Rectangle 1035">
            <a:extLst>
              <a:ext uri="{FF2B5EF4-FFF2-40B4-BE49-F238E27FC236}">
                <a16:creationId xmlns:a16="http://schemas.microsoft.com/office/drawing/2014/main" id="{EC1E692B-572E-D892-BD23-3AEFF35C6776}"/>
              </a:ext>
            </a:extLst>
          </p:cNvPr>
          <p:cNvSpPr/>
          <p:nvPr/>
        </p:nvSpPr>
        <p:spPr>
          <a:xfrm>
            <a:off x="6418720" y="4566990"/>
            <a:ext cx="1924643" cy="923149"/>
          </a:xfrm>
          <a:prstGeom prst="roundRect">
            <a:avLst>
              <a:gd name="adj" fmla="val 16461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7" name="Rounded Rectangle 1036">
            <a:extLst>
              <a:ext uri="{FF2B5EF4-FFF2-40B4-BE49-F238E27FC236}">
                <a16:creationId xmlns:a16="http://schemas.microsoft.com/office/drawing/2014/main" id="{FD8AF455-762A-6BA1-6A87-C3CE65074C10}"/>
              </a:ext>
            </a:extLst>
          </p:cNvPr>
          <p:cNvSpPr/>
          <p:nvPr/>
        </p:nvSpPr>
        <p:spPr>
          <a:xfrm>
            <a:off x="9072516" y="4566990"/>
            <a:ext cx="1924643" cy="923149"/>
          </a:xfrm>
          <a:prstGeom prst="roundRect">
            <a:avLst>
              <a:gd name="adj" fmla="val 16461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6" name="Google Shape;100;p2">
            <a:extLst>
              <a:ext uri="{FF2B5EF4-FFF2-40B4-BE49-F238E27FC236}">
                <a16:creationId xmlns:a16="http://schemas.microsoft.com/office/drawing/2014/main" id="{DA30E5BE-5DA6-7AF9-9ADB-058C4A769052}"/>
              </a:ext>
            </a:extLst>
          </p:cNvPr>
          <p:cNvSpPr txBox="1"/>
          <p:nvPr/>
        </p:nvSpPr>
        <p:spPr>
          <a:xfrm>
            <a:off x="1194841" y="5111970"/>
            <a:ext cx="1652531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ts val="920"/>
              </a:lnSpc>
              <a:defRPr/>
            </a:pPr>
            <a:r>
              <a:rPr lang="ja-JP" altLang="en-US" sz="600" b="1" spc="30">
                <a:solidFill>
                  <a:srgbClr val="56565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ビューアブルインプレッションの割（</a:t>
            </a:r>
            <a:r>
              <a:rPr lang="en-GB" altLang="ja-JP" sz="600" b="1" spc="30" dirty="0">
                <a:solidFill>
                  <a:srgbClr val="56565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MRC</a:t>
            </a:r>
            <a:r>
              <a:rPr lang="ja-JP" altLang="en-US" sz="600" b="1" spc="30">
                <a:solidFill>
                  <a:srgbClr val="56565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ビューアビリティの定義）</a:t>
            </a:r>
          </a:p>
        </p:txBody>
      </p:sp>
      <p:sp>
        <p:nvSpPr>
          <p:cNvPr id="1047" name="Google Shape;100;p2">
            <a:extLst>
              <a:ext uri="{FF2B5EF4-FFF2-40B4-BE49-F238E27FC236}">
                <a16:creationId xmlns:a16="http://schemas.microsoft.com/office/drawing/2014/main" id="{28F70AFB-2961-C343-56CC-78C0D3F9A7F0}"/>
              </a:ext>
            </a:extLst>
          </p:cNvPr>
          <p:cNvSpPr txBox="1"/>
          <p:nvPr/>
        </p:nvSpPr>
        <p:spPr>
          <a:xfrm>
            <a:off x="6443617" y="5111970"/>
            <a:ext cx="1519765" cy="43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ts val="920"/>
              </a:lnSpc>
              <a:defRPr/>
            </a:pPr>
            <a:r>
              <a:rPr lang="en-US" altLang="ja-JP" sz="600" b="1" spc="30" dirty="0">
                <a:solidFill>
                  <a:srgbClr val="56565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0.2</a:t>
            </a:r>
            <a:r>
              <a:rPr lang="ja-JP" altLang="en-US" sz="600" b="1" spc="30">
                <a:solidFill>
                  <a:srgbClr val="56565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秒以上視認されたインプレッションの割合</a:t>
            </a:r>
            <a:r>
              <a:rPr lang="en-GB" altLang="ja-JP" sz="600" b="1" spc="30" dirty="0">
                <a:solidFill>
                  <a:srgbClr val="56565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vs. 50%</a:t>
            </a:r>
            <a:r>
              <a:rPr lang="ja-JP" altLang="en-US" sz="600" b="1" spc="30">
                <a:solidFill>
                  <a:srgbClr val="56565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ベンチマーク</a:t>
            </a:r>
          </a:p>
          <a:p>
            <a:pPr lvl="0">
              <a:lnSpc>
                <a:spcPts val="920"/>
              </a:lnSpc>
              <a:defRPr/>
            </a:pPr>
            <a:endParaRPr lang="ja-JP" altLang="en-US" sz="600" b="1" spc="30">
              <a:solidFill>
                <a:srgbClr val="565656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1048" name="Google Shape;100;p2">
            <a:extLst>
              <a:ext uri="{FF2B5EF4-FFF2-40B4-BE49-F238E27FC236}">
                <a16:creationId xmlns:a16="http://schemas.microsoft.com/office/drawing/2014/main" id="{ABD8F8BB-7AE7-1304-11B5-565603F52AEC}"/>
              </a:ext>
            </a:extLst>
          </p:cNvPr>
          <p:cNvSpPr txBox="1"/>
          <p:nvPr/>
        </p:nvSpPr>
        <p:spPr>
          <a:xfrm>
            <a:off x="3843179" y="5111970"/>
            <a:ext cx="1784648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ts val="920"/>
              </a:lnSpc>
              <a:defRPr/>
            </a:pPr>
            <a:r>
              <a:rPr lang="ja-JP" altLang="en-US" sz="600" b="1" spc="30">
                <a:solidFill>
                  <a:srgbClr val="56565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平均視認時間 </a:t>
            </a:r>
            <a:r>
              <a:rPr lang="en-GB" altLang="ja-JP" sz="600" b="1" spc="30" dirty="0">
                <a:solidFill>
                  <a:srgbClr val="56565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vs 1.33</a:t>
            </a:r>
            <a:r>
              <a:rPr lang="ja-JP" altLang="en-US" sz="600" b="1" spc="30">
                <a:solidFill>
                  <a:srgbClr val="56565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秒ベンチマーク</a:t>
            </a:r>
          </a:p>
          <a:p>
            <a:pPr lvl="0">
              <a:lnSpc>
                <a:spcPts val="920"/>
              </a:lnSpc>
              <a:defRPr/>
            </a:pPr>
            <a:endParaRPr lang="ja-JP" altLang="en-US" sz="600" b="1" spc="30">
              <a:solidFill>
                <a:srgbClr val="565656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1049" name="Google Shape;100;p2">
            <a:extLst>
              <a:ext uri="{FF2B5EF4-FFF2-40B4-BE49-F238E27FC236}">
                <a16:creationId xmlns:a16="http://schemas.microsoft.com/office/drawing/2014/main" id="{70A322AF-B03D-D853-D78D-D3AD67C2E033}"/>
              </a:ext>
            </a:extLst>
          </p:cNvPr>
          <p:cNvSpPr txBox="1"/>
          <p:nvPr/>
        </p:nvSpPr>
        <p:spPr>
          <a:xfrm>
            <a:off x="9117962" y="5111970"/>
            <a:ext cx="1826944" cy="43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ts val="920"/>
              </a:lnSpc>
              <a:defRPr/>
            </a:pPr>
            <a:r>
              <a:rPr lang="ja-JP" altLang="en-US" sz="600" b="1" spc="30">
                <a:solidFill>
                  <a:srgbClr val="56565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アテンションインプレッション当たりの平均アテンションタイム </a:t>
            </a:r>
            <a:r>
              <a:rPr lang="en-GB" altLang="ja-JP" sz="600" b="1" spc="30" dirty="0">
                <a:solidFill>
                  <a:srgbClr val="56565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vs. 2.7</a:t>
            </a:r>
            <a:r>
              <a:rPr lang="ja-JP" altLang="en-US" sz="600" b="1" spc="30">
                <a:solidFill>
                  <a:srgbClr val="56565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秒ベンチマーク</a:t>
            </a:r>
          </a:p>
          <a:p>
            <a:pPr lvl="0">
              <a:lnSpc>
                <a:spcPts val="920"/>
              </a:lnSpc>
              <a:defRPr/>
            </a:pPr>
            <a:endParaRPr lang="ja-JP" altLang="en-US" sz="600" b="1" spc="30">
              <a:solidFill>
                <a:srgbClr val="565656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19" name="Google Shape;110;p2">
            <a:extLst>
              <a:ext uri="{FF2B5EF4-FFF2-40B4-BE49-F238E27FC236}">
                <a16:creationId xmlns:a16="http://schemas.microsoft.com/office/drawing/2014/main" id="{FDA8004A-701B-42A6-9FBA-2C3AFAB3A53C}"/>
              </a:ext>
            </a:extLst>
          </p:cNvPr>
          <p:cNvSpPr txBox="1"/>
          <p:nvPr/>
        </p:nvSpPr>
        <p:spPr>
          <a:xfrm>
            <a:off x="9117962" y="4695815"/>
            <a:ext cx="182694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kumimoji="0" sz="18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27" name="Google Shape;110;p2">
            <a:extLst>
              <a:ext uri="{FF2B5EF4-FFF2-40B4-BE49-F238E27FC236}">
                <a16:creationId xmlns:a16="http://schemas.microsoft.com/office/drawing/2014/main" id="{8F50CA70-44B6-02E1-FAA8-DCE8F858298D}"/>
              </a:ext>
            </a:extLst>
          </p:cNvPr>
          <p:cNvSpPr txBox="1"/>
          <p:nvPr/>
        </p:nvSpPr>
        <p:spPr>
          <a:xfrm>
            <a:off x="1194841" y="4695815"/>
            <a:ext cx="1797741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XX"</a:t>
            </a:r>
            <a:endParaRPr kumimoji="0" sz="18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30" name="Google Shape;110;p2">
            <a:extLst>
              <a:ext uri="{FF2B5EF4-FFF2-40B4-BE49-F238E27FC236}">
                <a16:creationId xmlns:a16="http://schemas.microsoft.com/office/drawing/2014/main" id="{415F6BBE-359A-A7F0-B982-DFFA6EEDC1FD}"/>
              </a:ext>
            </a:extLst>
          </p:cNvPr>
          <p:cNvSpPr txBox="1"/>
          <p:nvPr/>
        </p:nvSpPr>
        <p:spPr>
          <a:xfrm>
            <a:off x="3839899" y="4695815"/>
            <a:ext cx="178781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</a:p>
        </p:txBody>
      </p:sp>
      <p:sp>
        <p:nvSpPr>
          <p:cNvPr id="33" name="Google Shape;110;p2">
            <a:extLst>
              <a:ext uri="{FF2B5EF4-FFF2-40B4-BE49-F238E27FC236}">
                <a16:creationId xmlns:a16="http://schemas.microsoft.com/office/drawing/2014/main" id="{0BA4FCA5-9E18-AC86-2B89-E654C34B7FE0}"/>
              </a:ext>
            </a:extLst>
          </p:cNvPr>
          <p:cNvSpPr txBox="1"/>
          <p:nvPr/>
        </p:nvSpPr>
        <p:spPr>
          <a:xfrm>
            <a:off x="6469550" y="4695815"/>
            <a:ext cx="1776392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XX"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03004071-5FAA-1BE1-F3AD-5000FF188B16}"/>
              </a:ext>
            </a:extLst>
          </p:cNvPr>
          <p:cNvSpPr txBox="1"/>
          <p:nvPr/>
        </p:nvSpPr>
        <p:spPr>
          <a:xfrm>
            <a:off x="912807" y="1864768"/>
            <a:ext cx="4168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spc="60" dirty="0">
                <a:solidFill>
                  <a:srgbClr val="A6A6A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{{CAMPAIGN_NAME}}</a:t>
            </a:r>
            <a:endParaRPr kumimoji="0" lang="en-US" sz="1200" b="1" i="0" u="none" strike="noStrike" kern="1200" cap="none" spc="6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E38FEA-017B-BC8D-3C3B-95AB44491A22}"/>
              </a:ext>
            </a:extLst>
          </p:cNvPr>
          <p:cNvSpPr txBox="1"/>
          <p:nvPr/>
        </p:nvSpPr>
        <p:spPr>
          <a:xfrm>
            <a:off x="0" y="625683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SECTION_ID: ATTENTION_SCORE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ECB4726-DC50-55C6-84E4-F98A2EEA58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48719" y="6617952"/>
            <a:ext cx="586957" cy="966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A763B2-028E-DB0B-178C-757AF3651A51}"/>
              </a:ext>
            </a:extLst>
          </p:cNvPr>
          <p:cNvSpPr txBox="1"/>
          <p:nvPr/>
        </p:nvSpPr>
        <p:spPr>
          <a:xfrm>
            <a:off x="912807" y="1190708"/>
            <a:ext cx="6216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Attention Score.</a:t>
            </a:r>
          </a:p>
        </p:txBody>
      </p:sp>
      <p:sp>
        <p:nvSpPr>
          <p:cNvPr id="5" name="Google Shape;114;p2">
            <a:extLst>
              <a:ext uri="{FF2B5EF4-FFF2-40B4-BE49-F238E27FC236}">
                <a16:creationId xmlns:a16="http://schemas.microsoft.com/office/drawing/2014/main" id="{639089F3-56CB-8C2A-D76F-90ED38283D5B}"/>
              </a:ext>
            </a:extLst>
          </p:cNvPr>
          <p:cNvSpPr txBox="1"/>
          <p:nvPr/>
        </p:nvSpPr>
        <p:spPr>
          <a:xfrm>
            <a:off x="1142150" y="4226979"/>
            <a:ext cx="191918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Viewable Rate</a:t>
            </a:r>
          </a:p>
        </p:txBody>
      </p:sp>
      <p:sp>
        <p:nvSpPr>
          <p:cNvPr id="6" name="Google Shape;114;p2">
            <a:extLst>
              <a:ext uri="{FF2B5EF4-FFF2-40B4-BE49-F238E27FC236}">
                <a16:creationId xmlns:a16="http://schemas.microsoft.com/office/drawing/2014/main" id="{085B5975-D98A-290E-113A-5947105F15CD}"/>
              </a:ext>
            </a:extLst>
          </p:cNvPr>
          <p:cNvSpPr txBox="1"/>
          <p:nvPr/>
        </p:nvSpPr>
        <p:spPr>
          <a:xfrm>
            <a:off x="6418721" y="4221742"/>
            <a:ext cx="1919186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Attention Rate</a:t>
            </a:r>
          </a:p>
        </p:txBody>
      </p:sp>
      <p:sp>
        <p:nvSpPr>
          <p:cNvPr id="7" name="Google Shape;114;p2">
            <a:extLst>
              <a:ext uri="{FF2B5EF4-FFF2-40B4-BE49-F238E27FC236}">
                <a16:creationId xmlns:a16="http://schemas.microsoft.com/office/drawing/2014/main" id="{10DB9D0B-BE4E-9C32-CF80-853C5BE0A8C7}"/>
              </a:ext>
            </a:extLst>
          </p:cNvPr>
          <p:cNvSpPr txBox="1"/>
          <p:nvPr/>
        </p:nvSpPr>
        <p:spPr>
          <a:xfrm>
            <a:off x="3790489" y="4255981"/>
            <a:ext cx="1924642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Attention Time</a:t>
            </a:r>
          </a:p>
        </p:txBody>
      </p:sp>
      <p:sp>
        <p:nvSpPr>
          <p:cNvPr id="8" name="Google Shape;114;p2">
            <a:extLst>
              <a:ext uri="{FF2B5EF4-FFF2-40B4-BE49-F238E27FC236}">
                <a16:creationId xmlns:a16="http://schemas.microsoft.com/office/drawing/2014/main" id="{2F6C81F3-5838-4F8B-C6B0-3C73CBE2489D}"/>
              </a:ext>
            </a:extLst>
          </p:cNvPr>
          <p:cNvSpPr txBox="1"/>
          <p:nvPr/>
        </p:nvSpPr>
        <p:spPr>
          <a:xfrm>
            <a:off x="9061298" y="4230715"/>
            <a:ext cx="1935862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Att. Time on Att. Imps</a:t>
            </a:r>
          </a:p>
        </p:txBody>
      </p:sp>
      <p:sp>
        <p:nvSpPr>
          <p:cNvPr id="9" name="Google Shape;114;p2">
            <a:extLst>
              <a:ext uri="{FF2B5EF4-FFF2-40B4-BE49-F238E27FC236}">
                <a16:creationId xmlns:a16="http://schemas.microsoft.com/office/drawing/2014/main" id="{0F802491-5EB0-ABC2-5F42-AF8C0C6FD5D2}"/>
              </a:ext>
            </a:extLst>
          </p:cNvPr>
          <p:cNvSpPr txBox="1"/>
          <p:nvPr/>
        </p:nvSpPr>
        <p:spPr>
          <a:xfrm>
            <a:off x="1142150" y="2959088"/>
            <a:ext cx="4485566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Total Measured Impressions</a:t>
            </a:r>
          </a:p>
        </p:txBody>
      </p:sp>
      <p:sp>
        <p:nvSpPr>
          <p:cNvPr id="10" name="Google Shape;114;p2">
            <a:extLst>
              <a:ext uri="{FF2B5EF4-FFF2-40B4-BE49-F238E27FC236}">
                <a16:creationId xmlns:a16="http://schemas.microsoft.com/office/drawing/2014/main" id="{1415DFCC-32EE-36C6-3A2B-58268BF810C2}"/>
              </a:ext>
            </a:extLst>
          </p:cNvPr>
          <p:cNvSpPr txBox="1"/>
          <p:nvPr/>
        </p:nvSpPr>
        <p:spPr>
          <a:xfrm>
            <a:off x="6424179" y="2953851"/>
            <a:ext cx="282717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Top 3 Sites</a:t>
            </a:r>
          </a:p>
        </p:txBody>
      </p:sp>
    </p:spTree>
    <p:extLst>
      <p:ext uri="{BB962C8B-B14F-4D97-AF65-F5344CB8AC3E}">
        <p14:creationId xmlns:p14="http://schemas.microsoft.com/office/powerpoint/2010/main" val="553572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77015BE3-A4B0-148B-6AB0-45F1CAB22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64">
            <a:extLst>
              <a:ext uri="{FF2B5EF4-FFF2-40B4-BE49-F238E27FC236}">
                <a16:creationId xmlns:a16="http://schemas.microsoft.com/office/drawing/2014/main" id="{FD1F3349-E598-5680-4903-6C7B090605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981" b="23981"/>
          <a:stretch/>
        </p:blipFill>
        <p:spPr>
          <a:xfrm>
            <a:off x="779455" y="2649123"/>
            <a:ext cx="10632989" cy="3164448"/>
          </a:xfrm>
          <a:prstGeom prst="roundRect">
            <a:avLst>
              <a:gd name="adj" fmla="val 7425"/>
            </a:avLst>
          </a:prstGeom>
        </p:spPr>
      </p:pic>
      <p:sp>
        <p:nvSpPr>
          <p:cNvPr id="111" name="Rounded Rectangle 110">
            <a:extLst>
              <a:ext uri="{FF2B5EF4-FFF2-40B4-BE49-F238E27FC236}">
                <a16:creationId xmlns:a16="http://schemas.microsoft.com/office/drawing/2014/main" id="{1481E578-BA02-DA97-7518-4540CB39D442}"/>
              </a:ext>
            </a:extLst>
          </p:cNvPr>
          <p:cNvSpPr/>
          <p:nvPr/>
        </p:nvSpPr>
        <p:spPr>
          <a:xfrm>
            <a:off x="1136691" y="3495432"/>
            <a:ext cx="4578439" cy="685982"/>
          </a:xfrm>
          <a:prstGeom prst="roundRect">
            <a:avLst>
              <a:gd name="adj" fmla="val 19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2B6FB42-8B6F-7444-1D06-898CCB1B72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4498" y="816890"/>
            <a:ext cx="1610585" cy="250294"/>
          </a:xfrm>
          <a:prstGeom prst="rect">
            <a:avLst/>
          </a:prstGeom>
        </p:spPr>
      </p:pic>
      <p:sp>
        <p:nvSpPr>
          <p:cNvPr id="58" name="Google Shape;114;p2">
            <a:extLst>
              <a:ext uri="{FF2B5EF4-FFF2-40B4-BE49-F238E27FC236}">
                <a16:creationId xmlns:a16="http://schemas.microsoft.com/office/drawing/2014/main" id="{9BFE97F6-0D84-E0D3-FBFA-EFC3A205DCC4}"/>
              </a:ext>
            </a:extLst>
          </p:cNvPr>
          <p:cNvSpPr txBox="1"/>
          <p:nvPr/>
        </p:nvSpPr>
        <p:spPr>
          <a:xfrm>
            <a:off x="1142150" y="3111739"/>
            <a:ext cx="282717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en-GB" altLang="ja-JP" sz="1400" b="1" spc="50" dirty="0">
                <a:solidFill>
                  <a:srgbClr val="FFFFFF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Open Sans" panose="020B0606030504020204" pitchFamily="34" charset="0"/>
                <a:sym typeface="Inter"/>
              </a:rPr>
              <a:t>Attribution </a:t>
            </a:r>
            <a:r>
              <a:rPr lang="ja-JP" altLang="en-GB" sz="1400" b="1" spc="50">
                <a:solidFill>
                  <a:srgbClr val="FFFFFF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Open Sans" panose="020B0606030504020204" pitchFamily="34" charset="0"/>
                <a:sym typeface="Inter"/>
              </a:rPr>
              <a:t>（</a:t>
            </a:r>
            <a:r>
              <a:rPr lang="ja-JP" altLang="en-US" sz="1400" b="1" spc="50">
                <a:solidFill>
                  <a:srgbClr val="FFFFFF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Open Sans" panose="020B0606030504020204" pitchFamily="34" charset="0"/>
                <a:sym typeface="Inter"/>
              </a:rPr>
              <a:t>広告想起）</a:t>
            </a:r>
          </a:p>
        </p:txBody>
      </p:sp>
      <p:sp>
        <p:nvSpPr>
          <p:cNvPr id="5" name="Google Shape;110;p2">
            <a:extLst>
              <a:ext uri="{FF2B5EF4-FFF2-40B4-BE49-F238E27FC236}">
                <a16:creationId xmlns:a16="http://schemas.microsoft.com/office/drawing/2014/main" id="{55AC2160-63E5-808C-76F8-F7A00124531E}"/>
              </a:ext>
            </a:extLst>
          </p:cNvPr>
          <p:cNvSpPr txBox="1"/>
          <p:nvPr/>
        </p:nvSpPr>
        <p:spPr>
          <a:xfrm>
            <a:off x="3468621" y="2991913"/>
            <a:ext cx="204179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>
              <a:defRPr/>
            </a:pPr>
            <a:r>
              <a:rPr lang="en-GB" sz="2000" b="1" spc="100" dirty="0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+N/</a:t>
            </a:r>
            <a:r>
              <a:rPr lang="en-GB" sz="2000" b="1" spc="100" dirty="0" err="1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Apts</a:t>
            </a:r>
            <a:endParaRPr lang="en-GB" sz="2000" b="1" spc="100" dirty="0">
              <a:solidFill>
                <a:srgbClr val="FFFFFF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  <a:sym typeface="Inter ExtraBold"/>
            </a:endParaRPr>
          </a:p>
          <a:p>
            <a:pPr lvl="0" algn="r">
              <a:defRPr/>
            </a:pPr>
            <a:endParaRPr lang="en-GB" sz="2000" b="1" spc="100" dirty="0">
              <a:solidFill>
                <a:srgbClr val="FFFFFF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  <a:sym typeface="Inter ExtraBold"/>
            </a:endParaRPr>
          </a:p>
        </p:txBody>
      </p:sp>
      <p:sp>
        <p:nvSpPr>
          <p:cNvPr id="7" name="Google Shape;114;p2">
            <a:extLst>
              <a:ext uri="{FF2B5EF4-FFF2-40B4-BE49-F238E27FC236}">
                <a16:creationId xmlns:a16="http://schemas.microsoft.com/office/drawing/2014/main" id="{B6C7BE3C-7855-CAF9-5437-F28295529CFE}"/>
              </a:ext>
            </a:extLst>
          </p:cNvPr>
          <p:cNvSpPr txBox="1"/>
          <p:nvPr/>
        </p:nvSpPr>
        <p:spPr>
          <a:xfrm>
            <a:off x="1247095" y="3859544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900" b="1" spc="40">
                <a:solidFill>
                  <a:srgbClr val="7E47F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広告想起者</a:t>
            </a:r>
            <a:endParaRPr kumimoji="0" sz="900" b="1" i="0" u="none" strike="noStrike" kern="1200" cap="none" spc="40" normalizeH="0" baseline="0" noProof="0" dirty="0">
              <a:ln>
                <a:noFill/>
              </a:ln>
              <a:solidFill>
                <a:srgbClr val="7E47F6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Google Shape;114;p2">
            <a:extLst>
              <a:ext uri="{FF2B5EF4-FFF2-40B4-BE49-F238E27FC236}">
                <a16:creationId xmlns:a16="http://schemas.microsoft.com/office/drawing/2014/main" id="{830C666B-3247-5116-DA28-D859474F37B8}"/>
              </a:ext>
            </a:extLst>
          </p:cNvPr>
          <p:cNvSpPr txBox="1"/>
          <p:nvPr/>
        </p:nvSpPr>
        <p:spPr>
          <a:xfrm>
            <a:off x="3596454" y="3859544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900" b="1" spc="40">
                <a:solidFill>
                  <a:srgbClr val="F4AD5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対照群</a:t>
            </a:r>
            <a:endParaRPr kumimoji="0" sz="900" b="1" i="0" u="none" strike="noStrike" kern="1200" cap="none" spc="40" normalizeH="0" baseline="0" noProof="0" dirty="0">
              <a:ln>
                <a:noFill/>
              </a:ln>
              <a:solidFill>
                <a:srgbClr val="F4AD58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Google Shape;110;p2">
            <a:extLst>
              <a:ext uri="{FF2B5EF4-FFF2-40B4-BE49-F238E27FC236}">
                <a16:creationId xmlns:a16="http://schemas.microsoft.com/office/drawing/2014/main" id="{560EC1BE-840B-BD90-1A01-B358A34AE689}"/>
              </a:ext>
            </a:extLst>
          </p:cNvPr>
          <p:cNvSpPr txBox="1"/>
          <p:nvPr/>
        </p:nvSpPr>
        <p:spPr>
          <a:xfrm>
            <a:off x="1247095" y="3563676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100" normalizeH="0" baseline="0" noProof="0" dirty="0">
                <a:ln>
                  <a:noFill/>
                </a:ln>
                <a:solidFill>
                  <a:srgbClr val="7E47F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kumimoji="0" sz="1400" b="1" i="0" u="none" strike="noStrike" kern="1200" cap="none" spc="100" normalizeH="0" baseline="0" noProof="0" dirty="0">
              <a:ln>
                <a:noFill/>
              </a:ln>
              <a:solidFill>
                <a:srgbClr val="7E47F6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2" name="Google Shape;110;p2">
            <a:extLst>
              <a:ext uri="{FF2B5EF4-FFF2-40B4-BE49-F238E27FC236}">
                <a16:creationId xmlns:a16="http://schemas.microsoft.com/office/drawing/2014/main" id="{65F80D4F-FD28-72FF-A675-2163AA60CB8A}"/>
              </a:ext>
            </a:extLst>
          </p:cNvPr>
          <p:cNvSpPr txBox="1"/>
          <p:nvPr/>
        </p:nvSpPr>
        <p:spPr>
          <a:xfrm>
            <a:off x="3596454" y="3563233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100" normalizeH="0" baseline="0" noProof="0" dirty="0">
                <a:ln>
                  <a:noFill/>
                </a:ln>
                <a:solidFill>
                  <a:srgbClr val="F4AD58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kumimoji="0" sz="1400" b="1" i="0" u="none" strike="noStrike" kern="1200" cap="none" spc="100" normalizeH="0" baseline="0" noProof="0" dirty="0">
              <a:ln>
                <a:noFill/>
              </a:ln>
              <a:solidFill>
                <a:srgbClr val="F4AD58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956015ED-682B-F083-68C1-A361C30DDB61}"/>
              </a:ext>
            </a:extLst>
          </p:cNvPr>
          <p:cNvSpPr/>
          <p:nvPr/>
        </p:nvSpPr>
        <p:spPr>
          <a:xfrm>
            <a:off x="6418720" y="3490195"/>
            <a:ext cx="4578439" cy="685982"/>
          </a:xfrm>
          <a:prstGeom prst="roundRect">
            <a:avLst>
              <a:gd name="adj" fmla="val 19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Google Shape;114;p2">
            <a:extLst>
              <a:ext uri="{FF2B5EF4-FFF2-40B4-BE49-F238E27FC236}">
                <a16:creationId xmlns:a16="http://schemas.microsoft.com/office/drawing/2014/main" id="{3B3FC274-5017-67ED-AEE4-CE41FEAC9222}"/>
              </a:ext>
            </a:extLst>
          </p:cNvPr>
          <p:cNvSpPr txBox="1"/>
          <p:nvPr/>
        </p:nvSpPr>
        <p:spPr>
          <a:xfrm>
            <a:off x="6424179" y="3106502"/>
            <a:ext cx="282717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en-GB" altLang="ja-JP" sz="1400" b="1" spc="50" dirty="0">
                <a:solidFill>
                  <a:srgbClr val="FFFFFF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Open Sans" panose="020B0606030504020204" pitchFamily="34" charset="0"/>
                <a:sym typeface="Inter"/>
              </a:rPr>
              <a:t>Consideration</a:t>
            </a:r>
            <a:r>
              <a:rPr lang="ja-JP" altLang="en-GB" sz="1400" b="1" spc="50">
                <a:solidFill>
                  <a:srgbClr val="FFFFFF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Open Sans" panose="020B0606030504020204" pitchFamily="34" charset="0"/>
                <a:sym typeface="Inter"/>
              </a:rPr>
              <a:t>（</a:t>
            </a:r>
            <a:r>
              <a:rPr lang="ja-JP" altLang="en-US" sz="1400" b="1" spc="50">
                <a:solidFill>
                  <a:srgbClr val="FFFFFF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Open Sans" panose="020B0606030504020204" pitchFamily="34" charset="0"/>
                <a:sym typeface="Inter"/>
              </a:rPr>
              <a:t>検討）</a:t>
            </a:r>
          </a:p>
        </p:txBody>
      </p:sp>
      <p:sp>
        <p:nvSpPr>
          <p:cNvPr id="84" name="Google Shape;110;p2">
            <a:extLst>
              <a:ext uri="{FF2B5EF4-FFF2-40B4-BE49-F238E27FC236}">
                <a16:creationId xmlns:a16="http://schemas.microsoft.com/office/drawing/2014/main" id="{08AA389B-E24C-CE85-6DC0-22B661512518}"/>
              </a:ext>
            </a:extLst>
          </p:cNvPr>
          <p:cNvSpPr txBox="1"/>
          <p:nvPr/>
        </p:nvSpPr>
        <p:spPr>
          <a:xfrm>
            <a:off x="8750650" y="2986676"/>
            <a:ext cx="204179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>
              <a:defRPr/>
            </a:pPr>
            <a:r>
              <a:rPr lang="en-GB" sz="2000" b="1" spc="100" dirty="0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+N/</a:t>
            </a:r>
            <a:r>
              <a:rPr lang="en-GB" sz="2000" b="1" spc="100" dirty="0" err="1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Apts</a:t>
            </a:r>
            <a:endParaRPr lang="en-GB" sz="2000" b="1" spc="100" dirty="0">
              <a:solidFill>
                <a:srgbClr val="FFFFFF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  <a:sym typeface="Inter ExtraBold"/>
            </a:endParaRPr>
          </a:p>
          <a:p>
            <a:pPr lvl="0" algn="r">
              <a:defRPr/>
            </a:pPr>
            <a:endParaRPr lang="en-GB" sz="2000" b="1" spc="100" dirty="0">
              <a:solidFill>
                <a:srgbClr val="FFFFFF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  <a:sym typeface="Inter ExtraBold"/>
            </a:endParaRPr>
          </a:p>
        </p:txBody>
      </p:sp>
      <p:sp>
        <p:nvSpPr>
          <p:cNvPr id="85" name="Google Shape;114;p2">
            <a:extLst>
              <a:ext uri="{FF2B5EF4-FFF2-40B4-BE49-F238E27FC236}">
                <a16:creationId xmlns:a16="http://schemas.microsoft.com/office/drawing/2014/main" id="{72C797E3-C72E-3328-F723-A0808C5FD901}"/>
              </a:ext>
            </a:extLst>
          </p:cNvPr>
          <p:cNvSpPr txBox="1"/>
          <p:nvPr/>
        </p:nvSpPr>
        <p:spPr>
          <a:xfrm>
            <a:off x="6529124" y="3854307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900" b="1" spc="40">
                <a:solidFill>
                  <a:srgbClr val="7E47F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広告想起者</a:t>
            </a:r>
          </a:p>
          <a:p>
            <a:pPr lvl="0">
              <a:defRPr/>
            </a:pPr>
            <a:endParaRPr lang="ja-JP" altLang="en-US" sz="900" b="1" spc="40">
              <a:solidFill>
                <a:srgbClr val="7E47F6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87" name="Google Shape;114;p2">
            <a:extLst>
              <a:ext uri="{FF2B5EF4-FFF2-40B4-BE49-F238E27FC236}">
                <a16:creationId xmlns:a16="http://schemas.microsoft.com/office/drawing/2014/main" id="{5EF474C8-1A01-C5CE-1B81-57F825AA498C}"/>
              </a:ext>
            </a:extLst>
          </p:cNvPr>
          <p:cNvSpPr txBox="1"/>
          <p:nvPr/>
        </p:nvSpPr>
        <p:spPr>
          <a:xfrm>
            <a:off x="8878483" y="3854307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900" b="1" spc="40">
                <a:solidFill>
                  <a:srgbClr val="F4AD5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対照群</a:t>
            </a:r>
            <a:endParaRPr kumimoji="0" sz="900" b="1" i="0" u="none" strike="noStrike" kern="1200" cap="none" spc="40" normalizeH="0" baseline="0" noProof="0" dirty="0">
              <a:ln>
                <a:noFill/>
              </a:ln>
              <a:solidFill>
                <a:srgbClr val="F4AD58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8" name="Google Shape;110;p2">
            <a:extLst>
              <a:ext uri="{FF2B5EF4-FFF2-40B4-BE49-F238E27FC236}">
                <a16:creationId xmlns:a16="http://schemas.microsoft.com/office/drawing/2014/main" id="{80130694-3581-25AA-D692-8C250B74F0F3}"/>
              </a:ext>
            </a:extLst>
          </p:cNvPr>
          <p:cNvSpPr txBox="1"/>
          <p:nvPr/>
        </p:nvSpPr>
        <p:spPr>
          <a:xfrm>
            <a:off x="6529124" y="3558439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100" normalizeH="0" baseline="0" noProof="0" dirty="0">
                <a:ln>
                  <a:noFill/>
                </a:ln>
                <a:solidFill>
                  <a:srgbClr val="7E47F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kumimoji="0" sz="1400" b="1" i="0" u="none" strike="noStrike" kern="1200" cap="none" spc="100" normalizeH="0" baseline="0" noProof="0" dirty="0">
              <a:ln>
                <a:noFill/>
              </a:ln>
              <a:solidFill>
                <a:srgbClr val="7E47F6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89" name="Google Shape;110;p2">
            <a:extLst>
              <a:ext uri="{FF2B5EF4-FFF2-40B4-BE49-F238E27FC236}">
                <a16:creationId xmlns:a16="http://schemas.microsoft.com/office/drawing/2014/main" id="{B1268679-51A3-EC44-B787-0944C5994883}"/>
              </a:ext>
            </a:extLst>
          </p:cNvPr>
          <p:cNvSpPr txBox="1"/>
          <p:nvPr/>
        </p:nvSpPr>
        <p:spPr>
          <a:xfrm>
            <a:off x="8878483" y="3557996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100" normalizeH="0" baseline="0" noProof="0" dirty="0">
                <a:ln>
                  <a:noFill/>
                </a:ln>
                <a:solidFill>
                  <a:srgbClr val="F4AD58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kumimoji="0" sz="1400" b="1" i="0" u="none" strike="noStrike" kern="1200" cap="none" spc="100" normalizeH="0" baseline="0" noProof="0" dirty="0">
              <a:ln>
                <a:noFill/>
              </a:ln>
              <a:solidFill>
                <a:srgbClr val="F4AD58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E7B2366E-3D2D-7C11-DC3A-71CDF803B1C6}"/>
              </a:ext>
            </a:extLst>
          </p:cNvPr>
          <p:cNvSpPr/>
          <p:nvPr/>
        </p:nvSpPr>
        <p:spPr>
          <a:xfrm>
            <a:off x="1136691" y="4835717"/>
            <a:ext cx="4578439" cy="685982"/>
          </a:xfrm>
          <a:prstGeom prst="roundRect">
            <a:avLst>
              <a:gd name="adj" fmla="val 16461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Google Shape;114;p2">
            <a:extLst>
              <a:ext uri="{FF2B5EF4-FFF2-40B4-BE49-F238E27FC236}">
                <a16:creationId xmlns:a16="http://schemas.microsoft.com/office/drawing/2014/main" id="{936F116A-B702-5EA7-75D3-FE590B4CC85B}"/>
              </a:ext>
            </a:extLst>
          </p:cNvPr>
          <p:cNvSpPr txBox="1"/>
          <p:nvPr/>
        </p:nvSpPr>
        <p:spPr>
          <a:xfrm>
            <a:off x="1142150" y="4452024"/>
            <a:ext cx="3506852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en-GB" altLang="ja-JP" sz="1400" b="1" spc="50" dirty="0">
                <a:solidFill>
                  <a:srgbClr val="FFFFFF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Open Sans" panose="020B0606030504020204" pitchFamily="34" charset="0"/>
                <a:sym typeface="Inter"/>
              </a:rPr>
              <a:t>Brand Familiarity</a:t>
            </a:r>
            <a:r>
              <a:rPr lang="ja-JP" altLang="en-GB" sz="1400" b="1" spc="50">
                <a:solidFill>
                  <a:srgbClr val="FFFFFF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Open Sans" panose="020B0606030504020204" pitchFamily="34" charset="0"/>
                <a:sym typeface="Inter"/>
              </a:rPr>
              <a:t>（</a:t>
            </a:r>
            <a:r>
              <a:rPr lang="ja-JP" altLang="en-US" sz="1400" b="1" spc="50">
                <a:solidFill>
                  <a:srgbClr val="FFFFFF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Open Sans" panose="020B0606030504020204" pitchFamily="34" charset="0"/>
                <a:sym typeface="Inter"/>
              </a:rPr>
              <a:t>ブランド認知）</a:t>
            </a:r>
          </a:p>
        </p:txBody>
      </p:sp>
      <p:sp>
        <p:nvSpPr>
          <p:cNvPr id="92" name="Google Shape;110;p2">
            <a:extLst>
              <a:ext uri="{FF2B5EF4-FFF2-40B4-BE49-F238E27FC236}">
                <a16:creationId xmlns:a16="http://schemas.microsoft.com/office/drawing/2014/main" id="{028CBE6B-9670-917C-F192-275F22F560AF}"/>
              </a:ext>
            </a:extLst>
          </p:cNvPr>
          <p:cNvSpPr txBox="1"/>
          <p:nvPr/>
        </p:nvSpPr>
        <p:spPr>
          <a:xfrm>
            <a:off x="3468621" y="4332198"/>
            <a:ext cx="204179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>
              <a:defRPr/>
            </a:pPr>
            <a:r>
              <a:rPr lang="en-GB" sz="2000" b="1" spc="100" dirty="0">
                <a:solidFill>
                  <a:srgbClr val="FFFFFF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" panose="02000503000000020004" pitchFamily="2" charset="0"/>
                <a:sym typeface="Inter ExtraBold"/>
              </a:rPr>
              <a:t>+N/</a:t>
            </a:r>
            <a:r>
              <a:rPr lang="en-GB" sz="2000" b="1" spc="100" dirty="0" err="1">
                <a:solidFill>
                  <a:srgbClr val="FFFFFF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" panose="02000503000000020004" pitchFamily="2" charset="0"/>
                <a:sym typeface="Inter ExtraBold"/>
              </a:rPr>
              <a:t>Apts</a:t>
            </a:r>
            <a:endParaRPr lang="en-GB" sz="2000" b="1" spc="100" dirty="0">
              <a:solidFill>
                <a:srgbClr val="FFFFFF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" panose="02000503000000020004" pitchFamily="2" charset="0"/>
              <a:sym typeface="Inter ExtraBold"/>
            </a:endParaRPr>
          </a:p>
          <a:p>
            <a:pPr lvl="0" algn="r">
              <a:defRPr/>
            </a:pPr>
            <a:endParaRPr lang="en-GB" sz="2000" b="1" spc="100" dirty="0">
              <a:solidFill>
                <a:srgbClr val="FFFFFF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" panose="02000503000000020004" pitchFamily="2" charset="0"/>
              <a:sym typeface="Inter ExtraBold"/>
            </a:endParaRPr>
          </a:p>
        </p:txBody>
      </p:sp>
      <p:sp>
        <p:nvSpPr>
          <p:cNvPr id="93" name="Google Shape;114;p2">
            <a:extLst>
              <a:ext uri="{FF2B5EF4-FFF2-40B4-BE49-F238E27FC236}">
                <a16:creationId xmlns:a16="http://schemas.microsoft.com/office/drawing/2014/main" id="{F187D1A8-36C6-D5EE-DE5E-1B95A692397F}"/>
              </a:ext>
            </a:extLst>
          </p:cNvPr>
          <p:cNvSpPr txBox="1"/>
          <p:nvPr/>
        </p:nvSpPr>
        <p:spPr>
          <a:xfrm>
            <a:off x="1247095" y="5199829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900" b="1" spc="40">
                <a:solidFill>
                  <a:srgbClr val="7E47F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広告想起者</a:t>
            </a:r>
          </a:p>
          <a:p>
            <a:pPr lvl="0">
              <a:defRPr/>
            </a:pPr>
            <a:endParaRPr lang="ja-JP" altLang="en-US" sz="900" b="1" spc="40">
              <a:solidFill>
                <a:srgbClr val="7E47F6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95" name="Google Shape;114;p2">
            <a:extLst>
              <a:ext uri="{FF2B5EF4-FFF2-40B4-BE49-F238E27FC236}">
                <a16:creationId xmlns:a16="http://schemas.microsoft.com/office/drawing/2014/main" id="{13F1E9D1-2E20-EA90-80B7-CDB9BBF13132}"/>
              </a:ext>
            </a:extLst>
          </p:cNvPr>
          <p:cNvSpPr txBox="1"/>
          <p:nvPr/>
        </p:nvSpPr>
        <p:spPr>
          <a:xfrm>
            <a:off x="3596454" y="5199829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900" b="1" spc="40">
                <a:solidFill>
                  <a:srgbClr val="F4AD5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対照群</a:t>
            </a:r>
            <a:endParaRPr kumimoji="0" sz="900" b="1" i="0" u="none" strike="noStrike" kern="1200" cap="none" spc="40" normalizeH="0" baseline="0" noProof="0" dirty="0">
              <a:ln>
                <a:noFill/>
              </a:ln>
              <a:solidFill>
                <a:srgbClr val="F4AD58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6" name="Google Shape;110;p2">
            <a:extLst>
              <a:ext uri="{FF2B5EF4-FFF2-40B4-BE49-F238E27FC236}">
                <a16:creationId xmlns:a16="http://schemas.microsoft.com/office/drawing/2014/main" id="{DC6BAED4-CF53-B5DB-EB25-D6D704302976}"/>
              </a:ext>
            </a:extLst>
          </p:cNvPr>
          <p:cNvSpPr txBox="1"/>
          <p:nvPr/>
        </p:nvSpPr>
        <p:spPr>
          <a:xfrm>
            <a:off x="1247095" y="4903961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100" normalizeH="0" baseline="0" noProof="0" dirty="0">
                <a:ln>
                  <a:noFill/>
                </a:ln>
                <a:solidFill>
                  <a:srgbClr val="7E47F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kumimoji="0" sz="1400" b="1" i="0" u="none" strike="noStrike" kern="1200" cap="none" spc="100" normalizeH="0" baseline="0" noProof="0" dirty="0">
              <a:ln>
                <a:noFill/>
              </a:ln>
              <a:solidFill>
                <a:srgbClr val="7E47F6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97" name="Google Shape;110;p2">
            <a:extLst>
              <a:ext uri="{FF2B5EF4-FFF2-40B4-BE49-F238E27FC236}">
                <a16:creationId xmlns:a16="http://schemas.microsoft.com/office/drawing/2014/main" id="{720BB3A8-56D9-BD12-E607-807688E87845}"/>
              </a:ext>
            </a:extLst>
          </p:cNvPr>
          <p:cNvSpPr txBox="1"/>
          <p:nvPr/>
        </p:nvSpPr>
        <p:spPr>
          <a:xfrm>
            <a:off x="3596454" y="4903518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100" normalizeH="0" baseline="0" noProof="0" dirty="0">
                <a:ln>
                  <a:noFill/>
                </a:ln>
                <a:solidFill>
                  <a:srgbClr val="F4AD58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kumimoji="0" sz="1400" b="1" i="0" u="none" strike="noStrike" kern="1200" cap="none" spc="100" normalizeH="0" baseline="0" noProof="0" dirty="0">
              <a:ln>
                <a:noFill/>
              </a:ln>
              <a:solidFill>
                <a:srgbClr val="F4AD58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B856B843-D79A-7A51-7867-CEC460CE6EFB}"/>
              </a:ext>
            </a:extLst>
          </p:cNvPr>
          <p:cNvSpPr/>
          <p:nvPr/>
        </p:nvSpPr>
        <p:spPr>
          <a:xfrm>
            <a:off x="6418720" y="4830480"/>
            <a:ext cx="4578439" cy="685982"/>
          </a:xfrm>
          <a:prstGeom prst="roundRect">
            <a:avLst>
              <a:gd name="adj" fmla="val 19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" name="Google Shape;114;p2">
            <a:extLst>
              <a:ext uri="{FF2B5EF4-FFF2-40B4-BE49-F238E27FC236}">
                <a16:creationId xmlns:a16="http://schemas.microsoft.com/office/drawing/2014/main" id="{12C43630-7521-7E53-1B1B-D60C27CC67D2}"/>
              </a:ext>
            </a:extLst>
          </p:cNvPr>
          <p:cNvSpPr txBox="1"/>
          <p:nvPr/>
        </p:nvSpPr>
        <p:spPr>
          <a:xfrm>
            <a:off x="6424179" y="4446787"/>
            <a:ext cx="282717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en-GB" altLang="ja-JP" sz="1400" b="1" spc="50" dirty="0">
                <a:solidFill>
                  <a:srgbClr val="FFFFFF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Open Sans" panose="020B0606030504020204" pitchFamily="34" charset="0"/>
                <a:sym typeface="Inter"/>
              </a:rPr>
              <a:t>Preference</a:t>
            </a:r>
            <a:r>
              <a:rPr lang="ja-JP" altLang="en-GB" sz="1400" b="1" spc="50">
                <a:solidFill>
                  <a:srgbClr val="FFFFFF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Open Sans" panose="020B0606030504020204" pitchFamily="34" charset="0"/>
                <a:sym typeface="Inter"/>
              </a:rPr>
              <a:t>（</a:t>
            </a:r>
            <a:r>
              <a:rPr lang="ja-JP" altLang="en-US" sz="1400" b="1" spc="50">
                <a:solidFill>
                  <a:srgbClr val="FFFFFF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Open Sans" panose="020B0606030504020204" pitchFamily="34" charset="0"/>
                <a:sym typeface="Inter"/>
              </a:rPr>
              <a:t>好意度）</a:t>
            </a:r>
          </a:p>
        </p:txBody>
      </p:sp>
      <p:sp>
        <p:nvSpPr>
          <p:cNvPr id="100" name="Google Shape;110;p2">
            <a:extLst>
              <a:ext uri="{FF2B5EF4-FFF2-40B4-BE49-F238E27FC236}">
                <a16:creationId xmlns:a16="http://schemas.microsoft.com/office/drawing/2014/main" id="{B0E19E2F-8A50-2BE0-A700-C556F6680DB9}"/>
              </a:ext>
            </a:extLst>
          </p:cNvPr>
          <p:cNvSpPr txBox="1"/>
          <p:nvPr/>
        </p:nvSpPr>
        <p:spPr>
          <a:xfrm>
            <a:off x="8750650" y="4326961"/>
            <a:ext cx="204179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>
              <a:defRPr/>
            </a:pPr>
            <a:r>
              <a:rPr lang="en-GB" sz="2000" b="1" spc="100" dirty="0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+N/</a:t>
            </a:r>
            <a:r>
              <a:rPr lang="en-GB" sz="2000" b="1" spc="100" dirty="0" err="1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Apts</a:t>
            </a:r>
            <a:endParaRPr lang="en-GB" sz="2000" b="1" spc="100" dirty="0">
              <a:solidFill>
                <a:srgbClr val="FFFFFF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  <a:sym typeface="Inter ExtraBold"/>
            </a:endParaRPr>
          </a:p>
          <a:p>
            <a:pPr lvl="0" algn="r">
              <a:defRPr/>
            </a:pPr>
            <a:endParaRPr lang="en-GB" sz="2000" b="1" spc="100" dirty="0">
              <a:solidFill>
                <a:srgbClr val="FFFFFF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  <a:sym typeface="Inter ExtraBold"/>
            </a:endParaRPr>
          </a:p>
        </p:txBody>
      </p:sp>
      <p:sp>
        <p:nvSpPr>
          <p:cNvPr id="101" name="Google Shape;114;p2">
            <a:extLst>
              <a:ext uri="{FF2B5EF4-FFF2-40B4-BE49-F238E27FC236}">
                <a16:creationId xmlns:a16="http://schemas.microsoft.com/office/drawing/2014/main" id="{7858ED85-0D65-6BFE-B4BA-D35CF4B2CA3E}"/>
              </a:ext>
            </a:extLst>
          </p:cNvPr>
          <p:cNvSpPr txBox="1"/>
          <p:nvPr/>
        </p:nvSpPr>
        <p:spPr>
          <a:xfrm>
            <a:off x="6529124" y="5194592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900" b="1" spc="40">
                <a:solidFill>
                  <a:srgbClr val="7E47F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広告想起者</a:t>
            </a:r>
          </a:p>
          <a:p>
            <a:pPr lvl="0">
              <a:defRPr/>
            </a:pPr>
            <a:endParaRPr lang="ja-JP" altLang="en-US" sz="900" b="1" spc="40">
              <a:solidFill>
                <a:srgbClr val="7E47F6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103" name="Google Shape;114;p2">
            <a:extLst>
              <a:ext uri="{FF2B5EF4-FFF2-40B4-BE49-F238E27FC236}">
                <a16:creationId xmlns:a16="http://schemas.microsoft.com/office/drawing/2014/main" id="{31CE13F0-8458-9514-B0BD-2A399394401A}"/>
              </a:ext>
            </a:extLst>
          </p:cNvPr>
          <p:cNvSpPr txBox="1"/>
          <p:nvPr/>
        </p:nvSpPr>
        <p:spPr>
          <a:xfrm>
            <a:off x="8878483" y="5194592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900" b="1" spc="40">
                <a:solidFill>
                  <a:srgbClr val="F4AD5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対照群</a:t>
            </a:r>
            <a:endParaRPr kumimoji="0" sz="900" b="1" i="0" u="none" strike="noStrike" kern="1200" cap="none" spc="40" normalizeH="0" baseline="0" noProof="0" dirty="0">
              <a:ln>
                <a:noFill/>
              </a:ln>
              <a:solidFill>
                <a:srgbClr val="F4AD58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4" name="Google Shape;110;p2">
            <a:extLst>
              <a:ext uri="{FF2B5EF4-FFF2-40B4-BE49-F238E27FC236}">
                <a16:creationId xmlns:a16="http://schemas.microsoft.com/office/drawing/2014/main" id="{3C1EE89D-6C67-439C-5243-651F93BFD05E}"/>
              </a:ext>
            </a:extLst>
          </p:cNvPr>
          <p:cNvSpPr txBox="1"/>
          <p:nvPr/>
        </p:nvSpPr>
        <p:spPr>
          <a:xfrm>
            <a:off x="6529124" y="4898724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100" normalizeH="0" baseline="0" noProof="0" dirty="0">
                <a:ln>
                  <a:noFill/>
                </a:ln>
                <a:solidFill>
                  <a:srgbClr val="7E47F6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kumimoji="0" sz="1400" b="1" i="0" u="none" strike="noStrike" kern="1200" cap="none" spc="100" normalizeH="0" baseline="0" noProof="0" dirty="0">
              <a:ln>
                <a:noFill/>
              </a:ln>
              <a:solidFill>
                <a:srgbClr val="7E47F6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05" name="Google Shape;110;p2">
            <a:extLst>
              <a:ext uri="{FF2B5EF4-FFF2-40B4-BE49-F238E27FC236}">
                <a16:creationId xmlns:a16="http://schemas.microsoft.com/office/drawing/2014/main" id="{C0DFA56F-8486-5179-E655-0D1A30469AF7}"/>
              </a:ext>
            </a:extLst>
          </p:cNvPr>
          <p:cNvSpPr txBox="1"/>
          <p:nvPr/>
        </p:nvSpPr>
        <p:spPr>
          <a:xfrm>
            <a:off x="8878483" y="4898281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100" normalizeH="0" baseline="0" noProof="0" dirty="0">
                <a:ln>
                  <a:noFill/>
                </a:ln>
                <a:solidFill>
                  <a:srgbClr val="F4AD58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kumimoji="0" sz="1400" b="1" i="0" u="none" strike="noStrike" kern="1200" cap="none" spc="100" normalizeH="0" baseline="0" noProof="0" dirty="0">
              <a:ln>
                <a:noFill/>
              </a:ln>
              <a:solidFill>
                <a:srgbClr val="F4AD58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79ED39C-158B-6F7C-A8C3-F9F6F04CD587}"/>
              </a:ext>
            </a:extLst>
          </p:cNvPr>
          <p:cNvSpPr txBox="1"/>
          <p:nvPr/>
        </p:nvSpPr>
        <p:spPr>
          <a:xfrm>
            <a:off x="912807" y="1864768"/>
            <a:ext cx="4168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spc="60" dirty="0">
                <a:solidFill>
                  <a:srgbClr val="A6A6A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{{CAMPAIGN_NAME}}</a:t>
            </a:r>
            <a:endParaRPr kumimoji="0" lang="en-US" sz="1200" b="1" i="0" u="none" strike="noStrike" kern="1200" cap="none" spc="6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62408A-FA30-2E1A-E356-142A2FF35D95}"/>
              </a:ext>
            </a:extLst>
          </p:cNvPr>
          <p:cNvSpPr txBox="1"/>
          <p:nvPr/>
        </p:nvSpPr>
        <p:spPr>
          <a:xfrm>
            <a:off x="0" y="625683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SECTION_ID: HAPPYDEMICS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2496BB4-13DE-A3A1-2594-3AB4348741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48719" y="6617952"/>
            <a:ext cx="586957" cy="96659"/>
          </a:xfrm>
          <a:prstGeom prst="rect">
            <a:avLst/>
          </a:prstGeom>
        </p:spPr>
      </p:pic>
      <p:sp>
        <p:nvSpPr>
          <p:cNvPr id="6" name="Google Shape;100;p2">
            <a:extLst>
              <a:ext uri="{FF2B5EF4-FFF2-40B4-BE49-F238E27FC236}">
                <a16:creationId xmlns:a16="http://schemas.microsoft.com/office/drawing/2014/main" id="{243A6964-A5D3-97A6-90A6-5D334BF54DF6}"/>
              </a:ext>
            </a:extLst>
          </p:cNvPr>
          <p:cNvSpPr txBox="1"/>
          <p:nvPr/>
        </p:nvSpPr>
        <p:spPr>
          <a:xfrm>
            <a:off x="1142150" y="2964653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Creative Diagnosis</a:t>
            </a:r>
          </a:p>
        </p:txBody>
      </p:sp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F1092A86-E795-AAA5-8613-04E9698ECBA8}"/>
              </a:ext>
            </a:extLst>
          </p:cNvPr>
          <p:cNvSpPr txBox="1"/>
          <p:nvPr/>
        </p:nvSpPr>
        <p:spPr>
          <a:xfrm>
            <a:off x="6424179" y="2959416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Ad Recall Impact</a:t>
            </a:r>
          </a:p>
        </p:txBody>
      </p:sp>
      <p:sp>
        <p:nvSpPr>
          <p:cNvPr id="13" name="Google Shape;100;p2">
            <a:extLst>
              <a:ext uri="{FF2B5EF4-FFF2-40B4-BE49-F238E27FC236}">
                <a16:creationId xmlns:a16="http://schemas.microsoft.com/office/drawing/2014/main" id="{01935E66-4C84-AC2F-2385-DFDB0D632F20}"/>
              </a:ext>
            </a:extLst>
          </p:cNvPr>
          <p:cNvSpPr txBox="1"/>
          <p:nvPr/>
        </p:nvSpPr>
        <p:spPr>
          <a:xfrm>
            <a:off x="1142150" y="4304938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Ad Recall Impact</a:t>
            </a:r>
          </a:p>
        </p:txBody>
      </p:sp>
      <p:sp>
        <p:nvSpPr>
          <p:cNvPr id="14" name="Google Shape;100;p2">
            <a:extLst>
              <a:ext uri="{FF2B5EF4-FFF2-40B4-BE49-F238E27FC236}">
                <a16:creationId xmlns:a16="http://schemas.microsoft.com/office/drawing/2014/main" id="{D2DE1DAB-B965-B176-0CF7-8029FD7257DE}"/>
              </a:ext>
            </a:extLst>
          </p:cNvPr>
          <p:cNvSpPr txBox="1"/>
          <p:nvPr/>
        </p:nvSpPr>
        <p:spPr>
          <a:xfrm>
            <a:off x="6424179" y="4299701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1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Ad Recall Impact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727046-D054-6A6B-D323-5A4AAD71D558}"/>
              </a:ext>
            </a:extLst>
          </p:cNvPr>
          <p:cNvSpPr txBox="1"/>
          <p:nvPr/>
        </p:nvSpPr>
        <p:spPr>
          <a:xfrm>
            <a:off x="912807" y="1190708"/>
            <a:ext cx="6216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Brand Study Results.</a:t>
            </a:r>
          </a:p>
        </p:txBody>
      </p:sp>
    </p:spTree>
    <p:extLst>
      <p:ext uri="{BB962C8B-B14F-4D97-AF65-F5344CB8AC3E}">
        <p14:creationId xmlns:p14="http://schemas.microsoft.com/office/powerpoint/2010/main" val="3637252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E09FBA04-89E5-B9A2-AFD9-45616FADA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64">
            <a:extLst>
              <a:ext uri="{FF2B5EF4-FFF2-40B4-BE49-F238E27FC236}">
                <a16:creationId xmlns:a16="http://schemas.microsoft.com/office/drawing/2014/main" id="{40DD31DC-611F-1F99-D27F-42B0CAF7F3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7" r="60491"/>
          <a:stretch>
            <a:fillRect/>
          </a:stretch>
        </p:blipFill>
        <p:spPr>
          <a:xfrm>
            <a:off x="779556" y="2649124"/>
            <a:ext cx="2509076" cy="3633322"/>
          </a:xfrm>
          <a:prstGeom prst="roundRect">
            <a:avLst>
              <a:gd name="adj" fmla="val 7921"/>
            </a:avLst>
          </a:prstGeom>
        </p:spPr>
      </p:pic>
      <p:sp>
        <p:nvSpPr>
          <p:cNvPr id="111" name="Rounded Rectangle 110">
            <a:extLst>
              <a:ext uri="{FF2B5EF4-FFF2-40B4-BE49-F238E27FC236}">
                <a16:creationId xmlns:a16="http://schemas.microsoft.com/office/drawing/2014/main" id="{1EBCDEE2-87B5-1654-468C-3F36D5578755}"/>
              </a:ext>
            </a:extLst>
          </p:cNvPr>
          <p:cNvSpPr/>
          <p:nvPr/>
        </p:nvSpPr>
        <p:spPr>
          <a:xfrm>
            <a:off x="899020" y="4642755"/>
            <a:ext cx="2270146" cy="1522913"/>
          </a:xfrm>
          <a:prstGeom prst="roundRect">
            <a:avLst>
              <a:gd name="adj" fmla="val 8415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Google Shape;114;p2">
            <a:extLst>
              <a:ext uri="{FF2B5EF4-FFF2-40B4-BE49-F238E27FC236}">
                <a16:creationId xmlns:a16="http://schemas.microsoft.com/office/drawing/2014/main" id="{F3B5D615-D4A4-72D4-F92C-6185FCE9497F}"/>
              </a:ext>
            </a:extLst>
          </p:cNvPr>
          <p:cNvSpPr txBox="1"/>
          <p:nvPr/>
        </p:nvSpPr>
        <p:spPr>
          <a:xfrm>
            <a:off x="912808" y="2911074"/>
            <a:ext cx="223255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1600" b="1" spc="5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アテンション</a:t>
            </a:r>
            <a:endParaRPr kumimoji="0" lang="en-GB" sz="1600" b="1" i="0" u="none" strike="noStrike" kern="1200" cap="none" spc="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8" name="Google Shape;100;p2">
            <a:extLst>
              <a:ext uri="{FF2B5EF4-FFF2-40B4-BE49-F238E27FC236}">
                <a16:creationId xmlns:a16="http://schemas.microsoft.com/office/drawing/2014/main" id="{0B0095DC-A1A8-2736-33A6-4D77C5874EBA}"/>
              </a:ext>
            </a:extLst>
          </p:cNvPr>
          <p:cNvSpPr txBox="1"/>
          <p:nvPr/>
        </p:nvSpPr>
        <p:spPr>
          <a:xfrm>
            <a:off x="912807" y="3296273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Lorem ipsum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dolor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sit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amet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consectetur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adipiscing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elit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sed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do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eiusmod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tempor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incididunt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labore et dolore magna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 Ut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enim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ad minim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veniam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quis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nostrud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exercitation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ullamco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laboris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nisi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aliquip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commodo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consequat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734FC75-6658-33F7-1CAE-328492B0A7B3}"/>
              </a:ext>
            </a:extLst>
          </p:cNvPr>
          <p:cNvSpPr txBox="1"/>
          <p:nvPr/>
        </p:nvSpPr>
        <p:spPr>
          <a:xfrm>
            <a:off x="912807" y="1864768"/>
            <a:ext cx="4168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spc="60" dirty="0">
                <a:solidFill>
                  <a:srgbClr val="A6A6A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{{CAMPAIGN_NAME}}</a:t>
            </a:r>
            <a:endParaRPr kumimoji="0" lang="en-US" sz="1200" b="1" i="0" u="none" strike="noStrike" kern="1200" cap="none" spc="6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3B30AC-54EB-0B0A-7C12-685E6EEBDA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804" t="34429" r="10565" b="33342"/>
          <a:stretch>
            <a:fillRect/>
          </a:stretch>
        </p:blipFill>
        <p:spPr>
          <a:xfrm>
            <a:off x="1032838" y="857317"/>
            <a:ext cx="1110961" cy="204166"/>
          </a:xfrm>
          <a:prstGeom prst="rect">
            <a:avLst/>
          </a:prstGeom>
        </p:spPr>
      </p:pic>
      <p:sp>
        <p:nvSpPr>
          <p:cNvPr id="31" name="Google Shape;100;p2">
            <a:extLst>
              <a:ext uri="{FF2B5EF4-FFF2-40B4-BE49-F238E27FC236}">
                <a16:creationId xmlns:a16="http://schemas.microsoft.com/office/drawing/2014/main" id="{DB5820C4-2F42-2378-D322-23188B52331D}"/>
              </a:ext>
            </a:extLst>
          </p:cNvPr>
          <p:cNvSpPr txBox="1"/>
          <p:nvPr/>
        </p:nvSpPr>
        <p:spPr>
          <a:xfrm>
            <a:off x="912807" y="4705750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Lorem ipsum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dolor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sit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amet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,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consectetur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adipiscing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elit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,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sed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do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eiusmod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tempor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incididunt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ut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labore et dolore magna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aliqua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. Ut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enim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ad minim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veniam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, quis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nostrud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exercitation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ullamco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laboris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nisi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ut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aliquip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ex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ea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commodo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consequat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.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359DD3DD-632E-841B-184D-1F57AE8028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7" r="60491"/>
          <a:stretch>
            <a:fillRect/>
          </a:stretch>
        </p:blipFill>
        <p:spPr>
          <a:xfrm>
            <a:off x="3487491" y="2649124"/>
            <a:ext cx="2509076" cy="3633322"/>
          </a:xfrm>
          <a:prstGeom prst="roundRect">
            <a:avLst>
              <a:gd name="adj" fmla="val 7921"/>
            </a:avLst>
          </a:prstGeom>
        </p:spPr>
      </p:pic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93726FDD-9816-D11C-CD6F-1A2B15F2B98A}"/>
              </a:ext>
            </a:extLst>
          </p:cNvPr>
          <p:cNvSpPr/>
          <p:nvPr/>
        </p:nvSpPr>
        <p:spPr>
          <a:xfrm>
            <a:off x="3606955" y="4642755"/>
            <a:ext cx="2270146" cy="1522913"/>
          </a:xfrm>
          <a:prstGeom prst="roundRect">
            <a:avLst>
              <a:gd name="adj" fmla="val 8415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Google Shape;114;p2">
            <a:extLst>
              <a:ext uri="{FF2B5EF4-FFF2-40B4-BE49-F238E27FC236}">
                <a16:creationId xmlns:a16="http://schemas.microsoft.com/office/drawing/2014/main" id="{398CB157-DCFF-C09E-BB2F-307C535DDF2D}"/>
              </a:ext>
            </a:extLst>
          </p:cNvPr>
          <p:cNvSpPr txBox="1"/>
          <p:nvPr/>
        </p:nvSpPr>
        <p:spPr>
          <a:xfrm>
            <a:off x="3620743" y="2911074"/>
            <a:ext cx="223255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1600" b="1" spc="5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想起</a:t>
            </a:r>
            <a:endParaRPr kumimoji="0" lang="en-GB" sz="1600" b="1" i="0" u="none" strike="noStrike" kern="1200" cap="none" spc="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51" name="Google Shape;100;p2">
            <a:extLst>
              <a:ext uri="{FF2B5EF4-FFF2-40B4-BE49-F238E27FC236}">
                <a16:creationId xmlns:a16="http://schemas.microsoft.com/office/drawing/2014/main" id="{EFD44A5A-A6FD-0444-1296-6C25476C183E}"/>
              </a:ext>
            </a:extLst>
          </p:cNvPr>
          <p:cNvSpPr txBox="1"/>
          <p:nvPr/>
        </p:nvSpPr>
        <p:spPr>
          <a:xfrm>
            <a:off x="3620742" y="3296273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Lorem ipsum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dolor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sit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amet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consectetur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adipiscing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elit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sed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do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eiusmod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tempor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incididunt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labore et dolore magna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 Ut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enim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ad minim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veniam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quis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nostrud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exercitation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ullamco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laboris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nisi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aliquip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commodo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consequat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</a:t>
            </a:r>
          </a:p>
        </p:txBody>
      </p:sp>
      <p:sp>
        <p:nvSpPr>
          <p:cNvPr id="52" name="Google Shape;100;p2">
            <a:extLst>
              <a:ext uri="{FF2B5EF4-FFF2-40B4-BE49-F238E27FC236}">
                <a16:creationId xmlns:a16="http://schemas.microsoft.com/office/drawing/2014/main" id="{1A40AD28-9953-D512-8E96-31E890E25476}"/>
              </a:ext>
            </a:extLst>
          </p:cNvPr>
          <p:cNvSpPr txBox="1"/>
          <p:nvPr/>
        </p:nvSpPr>
        <p:spPr>
          <a:xfrm>
            <a:off x="3620742" y="4705750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Lorem ipsum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dolor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sit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amet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,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consectetur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adipiscing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elit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,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sed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do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eiusmod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tempor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incididunt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ut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labore et dolore magna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aliqua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. Ut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enim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ad minim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veniam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, quis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nostrud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exercitation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ullamco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laboris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nisi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ut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aliquip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ex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ea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commodo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consequat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.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FF3F5284-FC21-ED07-1F6C-64E354CD6F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7" r="60491"/>
          <a:stretch>
            <a:fillRect/>
          </a:stretch>
        </p:blipFill>
        <p:spPr>
          <a:xfrm>
            <a:off x="6195430" y="2649124"/>
            <a:ext cx="2509076" cy="3633322"/>
          </a:xfrm>
          <a:prstGeom prst="roundRect">
            <a:avLst>
              <a:gd name="adj" fmla="val 7921"/>
            </a:avLst>
          </a:prstGeom>
        </p:spPr>
      </p:pic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17BD847F-1955-C8F6-F4DF-426D3DC4D7B2}"/>
              </a:ext>
            </a:extLst>
          </p:cNvPr>
          <p:cNvSpPr/>
          <p:nvPr/>
        </p:nvSpPr>
        <p:spPr>
          <a:xfrm>
            <a:off x="6314894" y="4642755"/>
            <a:ext cx="2270146" cy="1522913"/>
          </a:xfrm>
          <a:prstGeom prst="roundRect">
            <a:avLst>
              <a:gd name="adj" fmla="val 8415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Google Shape;114;p2">
            <a:extLst>
              <a:ext uri="{FF2B5EF4-FFF2-40B4-BE49-F238E27FC236}">
                <a16:creationId xmlns:a16="http://schemas.microsoft.com/office/drawing/2014/main" id="{1B480989-6EA2-25B4-AD86-1F883CEE1BE6}"/>
              </a:ext>
            </a:extLst>
          </p:cNvPr>
          <p:cNvSpPr txBox="1"/>
          <p:nvPr/>
        </p:nvSpPr>
        <p:spPr>
          <a:xfrm>
            <a:off x="6328682" y="2911074"/>
            <a:ext cx="223255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1600" b="1" spc="5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ブランド選択</a:t>
            </a:r>
            <a:endParaRPr kumimoji="0" lang="en-GB" sz="1600" b="1" i="0" u="none" strike="noStrike" kern="1200" cap="none" spc="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56" name="Google Shape;100;p2">
            <a:extLst>
              <a:ext uri="{FF2B5EF4-FFF2-40B4-BE49-F238E27FC236}">
                <a16:creationId xmlns:a16="http://schemas.microsoft.com/office/drawing/2014/main" id="{5C43CB08-C3C5-1CE9-CD6E-96A60463BCB4}"/>
              </a:ext>
            </a:extLst>
          </p:cNvPr>
          <p:cNvSpPr txBox="1"/>
          <p:nvPr/>
        </p:nvSpPr>
        <p:spPr>
          <a:xfrm>
            <a:off x="6328681" y="3296273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Lorem ipsum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dolor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sit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amet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consectetur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adipiscing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elit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sed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do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eiusmod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tempor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incididunt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labore et dolore magna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 Ut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enim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ad minim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veniam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quis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nostrud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exercitation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ullamco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laboris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nisi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aliquip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commodo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consequat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</a:t>
            </a:r>
          </a:p>
        </p:txBody>
      </p:sp>
      <p:sp>
        <p:nvSpPr>
          <p:cNvPr id="57" name="Google Shape;100;p2">
            <a:extLst>
              <a:ext uri="{FF2B5EF4-FFF2-40B4-BE49-F238E27FC236}">
                <a16:creationId xmlns:a16="http://schemas.microsoft.com/office/drawing/2014/main" id="{25404378-3770-86DB-73A1-DED2B0B46D4F}"/>
              </a:ext>
            </a:extLst>
          </p:cNvPr>
          <p:cNvSpPr txBox="1"/>
          <p:nvPr/>
        </p:nvSpPr>
        <p:spPr>
          <a:xfrm>
            <a:off x="6328681" y="4705750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Lorem ipsum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dolor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sit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amet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,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consectetur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adipiscing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elit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,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sed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do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eiusmod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tempor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incididunt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ut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labore et dolore magna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aliqua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. Ut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enim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ad minim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veniam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, quis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nostrud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exercitation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ullamco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laboris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nisi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ut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aliquip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ex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ea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commodo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consequat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.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C262B242-F5E1-B85D-EC94-C025D48DE7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7" r="60491"/>
          <a:stretch>
            <a:fillRect/>
          </a:stretch>
        </p:blipFill>
        <p:spPr>
          <a:xfrm>
            <a:off x="8903368" y="2649124"/>
            <a:ext cx="2509076" cy="3633322"/>
          </a:xfrm>
          <a:prstGeom prst="roundRect">
            <a:avLst>
              <a:gd name="adj" fmla="val 7921"/>
            </a:avLst>
          </a:prstGeom>
        </p:spPr>
      </p:pic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E43E9067-2B79-5F21-D4A2-FE3C791D9F62}"/>
              </a:ext>
            </a:extLst>
          </p:cNvPr>
          <p:cNvSpPr/>
          <p:nvPr/>
        </p:nvSpPr>
        <p:spPr>
          <a:xfrm>
            <a:off x="9022832" y="4642755"/>
            <a:ext cx="2270146" cy="1522913"/>
          </a:xfrm>
          <a:prstGeom prst="roundRect">
            <a:avLst>
              <a:gd name="adj" fmla="val 8415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Google Shape;114;p2">
            <a:extLst>
              <a:ext uri="{FF2B5EF4-FFF2-40B4-BE49-F238E27FC236}">
                <a16:creationId xmlns:a16="http://schemas.microsoft.com/office/drawing/2014/main" id="{E5A6C5A4-3672-BE9E-191B-F6A08B904DA7}"/>
              </a:ext>
            </a:extLst>
          </p:cNvPr>
          <p:cNvSpPr txBox="1"/>
          <p:nvPr/>
        </p:nvSpPr>
        <p:spPr>
          <a:xfrm>
            <a:off x="9036620" y="2911074"/>
            <a:ext cx="223255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1600" b="1" spc="5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クリエイティブ</a:t>
            </a:r>
            <a:endParaRPr kumimoji="0" lang="en-GB" sz="1600" b="1" i="0" u="none" strike="noStrike" kern="1200" cap="none" spc="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62" name="Google Shape;100;p2">
            <a:extLst>
              <a:ext uri="{FF2B5EF4-FFF2-40B4-BE49-F238E27FC236}">
                <a16:creationId xmlns:a16="http://schemas.microsoft.com/office/drawing/2014/main" id="{3CBFD4F6-D74A-7F52-515E-A7CC4AD2684B}"/>
              </a:ext>
            </a:extLst>
          </p:cNvPr>
          <p:cNvSpPr txBox="1"/>
          <p:nvPr/>
        </p:nvSpPr>
        <p:spPr>
          <a:xfrm>
            <a:off x="9036619" y="3296273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Lorem ipsum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dolor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sit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amet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consectetur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adipiscing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elit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sed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do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eiusmod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tempor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incididunt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labore et dolore magna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 Ut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enim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ad minim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veniam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quis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nostrud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exercitation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ullamco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laboris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nisi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aliquip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ea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commodo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kumimoji="0" lang="en-GB" sz="800" b="0" i="0" u="none" strike="noStrike" kern="1200" cap="none" spc="40" normalizeH="0" baseline="0" noProof="0" dirty="0" err="1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consequat</a:t>
            </a:r>
            <a:r>
              <a:rPr kumimoji="0" lang="en-GB" sz="800" b="0" i="0" u="none" strike="noStrike" kern="1200" cap="none" spc="4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</a:t>
            </a:r>
          </a:p>
        </p:txBody>
      </p:sp>
      <p:sp>
        <p:nvSpPr>
          <p:cNvPr id="63" name="Google Shape;100;p2">
            <a:extLst>
              <a:ext uri="{FF2B5EF4-FFF2-40B4-BE49-F238E27FC236}">
                <a16:creationId xmlns:a16="http://schemas.microsoft.com/office/drawing/2014/main" id="{88C526AF-DF4C-8DAA-4691-198381DBCC5D}"/>
              </a:ext>
            </a:extLst>
          </p:cNvPr>
          <p:cNvSpPr txBox="1"/>
          <p:nvPr/>
        </p:nvSpPr>
        <p:spPr>
          <a:xfrm>
            <a:off x="9036619" y="4705750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Lorem ipsum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dolor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sit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amet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,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consectetur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adipiscing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elit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,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sed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do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eiusmod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tempor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incididunt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ut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labore et dolore magna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aliqua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. Ut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enim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ad minim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veniam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, quis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nostrud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exercitation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ullamco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laboris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nisi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ut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aliquip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ex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ea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commodo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consequat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Inter Italic" panose="02000503000000020004" pitchFamily="2" charset="0"/>
                <a:sym typeface="Inter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198ABE-CDD5-9382-639C-BD8DA55EDECF}"/>
              </a:ext>
            </a:extLst>
          </p:cNvPr>
          <p:cNvSpPr txBox="1"/>
          <p:nvPr/>
        </p:nvSpPr>
        <p:spPr>
          <a:xfrm>
            <a:off x="0" y="625683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SECTION_ID: LUMEN_RESULTS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B0EE024-76E6-822E-85E8-2044635502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48719" y="6617952"/>
            <a:ext cx="586957" cy="966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76CE61-1027-FEA5-5FCA-91B8856AEF81}"/>
              </a:ext>
            </a:extLst>
          </p:cNvPr>
          <p:cNvSpPr txBox="1"/>
          <p:nvPr/>
        </p:nvSpPr>
        <p:spPr>
          <a:xfrm>
            <a:off x="912807" y="1190708"/>
            <a:ext cx="6216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Brand Study Results.</a:t>
            </a:r>
          </a:p>
        </p:txBody>
      </p:sp>
    </p:spTree>
    <p:extLst>
      <p:ext uri="{BB962C8B-B14F-4D97-AF65-F5344CB8AC3E}">
        <p14:creationId xmlns:p14="http://schemas.microsoft.com/office/powerpoint/2010/main" val="270424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6B56DC79-981D-A605-5E2E-204F7BE01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CE6B37-4C80-A467-46AE-EEB47522D7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804" t="34429" r="10565" b="33342"/>
          <a:stretch>
            <a:fillRect/>
          </a:stretch>
        </p:blipFill>
        <p:spPr>
          <a:xfrm>
            <a:off x="1032838" y="857317"/>
            <a:ext cx="1110961" cy="204166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D2864F1-74B7-A5C9-5A2C-55EB6D4A1DF4}"/>
              </a:ext>
            </a:extLst>
          </p:cNvPr>
          <p:cNvSpPr/>
          <p:nvPr/>
        </p:nvSpPr>
        <p:spPr>
          <a:xfrm>
            <a:off x="988927" y="5755997"/>
            <a:ext cx="4016692" cy="10597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70C0"/>
              </a:gs>
              <a:gs pos="19000">
                <a:srgbClr val="00BADB"/>
              </a:gs>
              <a:gs pos="62000">
                <a:srgbClr val="92D050"/>
              </a:gs>
              <a:gs pos="42000">
                <a:srgbClr val="91ED5D">
                  <a:lumMod val="75000"/>
                </a:srgbClr>
              </a:gs>
              <a:gs pos="81000">
                <a:srgbClr val="FFC31C"/>
              </a:gs>
              <a:gs pos="100000">
                <a:srgbClr val="FF5850">
                  <a:lumMod val="75000"/>
                </a:srgbClr>
              </a:gs>
            </a:gsLst>
            <a:lin ang="0" scaled="1"/>
            <a:tileRect/>
          </a:gradFill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71437" tIns="71437" rIns="71437" bIns="71437" numCol="1" spcCol="38100" rtlCol="0" anchor="ctr">
            <a:noAutofit/>
          </a:bodyPr>
          <a:lstStyle/>
          <a:p>
            <a:pPr marL="0" marR="0" lvl="0" indent="0" algn="ctr" defTabSz="82153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anose="00000500000000000000" pitchFamily="2" charset="0"/>
              <a:ea typeface="Arial"/>
              <a:cs typeface="Poppins" panose="00000500000000000000" pitchFamily="2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D1D446-1186-86D7-DB67-D830F5D3902D}"/>
              </a:ext>
            </a:extLst>
          </p:cNvPr>
          <p:cNvSpPr txBox="1"/>
          <p:nvPr/>
        </p:nvSpPr>
        <p:spPr>
          <a:xfrm>
            <a:off x="912807" y="5465812"/>
            <a:ext cx="1116130" cy="255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ja-JP" altLang="en-US" sz="800" b="1" spc="20">
                <a:solidFill>
                  <a:srgbClr val="1D1D1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低アテンション</a:t>
            </a:r>
            <a:endParaRPr kumimoji="0" lang="en-US" sz="800" b="1" i="0" u="none" strike="noStrike" kern="1200" cap="none" spc="20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689BC6-4312-9D01-76D5-E4F30DD81D03}"/>
              </a:ext>
            </a:extLst>
          </p:cNvPr>
          <p:cNvSpPr txBox="1"/>
          <p:nvPr/>
        </p:nvSpPr>
        <p:spPr>
          <a:xfrm>
            <a:off x="3941153" y="5462140"/>
            <a:ext cx="1116130" cy="255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lnSpc>
                <a:spcPct val="150000"/>
              </a:lnSpc>
              <a:defRPr/>
            </a:pPr>
            <a:r>
              <a:rPr lang="ja-JP" altLang="en-US" sz="800" b="1" spc="20">
                <a:solidFill>
                  <a:srgbClr val="1D1D1D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高アテンション</a:t>
            </a:r>
            <a:endParaRPr kumimoji="0" lang="en-US" sz="800" b="1" i="0" u="none" strike="noStrike" kern="1200" cap="none" spc="20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071D0F-A22B-CC61-80D3-40CB0CB248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73796" y="735722"/>
            <a:ext cx="2623452" cy="53865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29B011-CBCF-20B2-ABE4-DA56AA744E40}"/>
              </a:ext>
            </a:extLst>
          </p:cNvPr>
          <p:cNvSpPr txBox="1"/>
          <p:nvPr/>
        </p:nvSpPr>
        <p:spPr>
          <a:xfrm>
            <a:off x="912807" y="2851985"/>
            <a:ext cx="6357491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dolor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sit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amet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,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adipiscing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elit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,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sed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do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eiusmod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tempor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incididunt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ut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labore et dolore magna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aliqua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. Ut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enim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ad minim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veniam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, quis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nostrud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exercitation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ullamco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laboris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nisi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ut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aliquip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ex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ea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commodo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consequat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10" name="Google Shape;100;p2">
            <a:extLst>
              <a:ext uri="{FF2B5EF4-FFF2-40B4-BE49-F238E27FC236}">
                <a16:creationId xmlns:a16="http://schemas.microsoft.com/office/drawing/2014/main" id="{0FC5408A-8B57-1203-A573-341CE785CAF4}"/>
              </a:ext>
            </a:extLst>
          </p:cNvPr>
          <p:cNvSpPr txBox="1"/>
          <p:nvPr/>
        </p:nvSpPr>
        <p:spPr>
          <a:xfrm>
            <a:off x="1189526" y="2578665"/>
            <a:ext cx="226232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1000" b="1" spc="4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要約記載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17E3720-F9C2-DE6B-A82C-04E9F05F23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927" y="2598869"/>
            <a:ext cx="200599" cy="20059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1FAC12A-FC8D-0F5F-0541-FFBB234C8534}"/>
              </a:ext>
            </a:extLst>
          </p:cNvPr>
          <p:cNvSpPr txBox="1"/>
          <p:nvPr/>
        </p:nvSpPr>
        <p:spPr>
          <a:xfrm>
            <a:off x="912807" y="3779811"/>
            <a:ext cx="6357491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dolor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sit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amet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,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adipiscing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elit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,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sed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do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eiusmod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tempor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incididunt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ut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labore et dolore magna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aliqua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. Ut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enim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ad minim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veniam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, quis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nostrud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exercitation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ullamco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laboris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nisi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ut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aliquip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ex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ea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commodo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consequat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22" name="Google Shape;100;p2">
            <a:extLst>
              <a:ext uri="{FF2B5EF4-FFF2-40B4-BE49-F238E27FC236}">
                <a16:creationId xmlns:a16="http://schemas.microsoft.com/office/drawing/2014/main" id="{A65A5204-0F04-C023-FF76-9598E93C9312}"/>
              </a:ext>
            </a:extLst>
          </p:cNvPr>
          <p:cNvSpPr txBox="1"/>
          <p:nvPr/>
        </p:nvSpPr>
        <p:spPr>
          <a:xfrm>
            <a:off x="1189526" y="3506082"/>
            <a:ext cx="226232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1000" b="1" spc="4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要約記載</a:t>
            </a:r>
            <a:endParaRPr kumimoji="0" lang="en-GB" sz="1000" b="1" i="0" u="none" strike="noStrike" kern="1200" cap="none" spc="4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DD0B2B3-9F4F-42BB-0374-F1ED7BE5A5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927" y="3526695"/>
            <a:ext cx="200599" cy="20059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071E6E6-A450-FC95-B40D-2FA641439B47}"/>
              </a:ext>
            </a:extLst>
          </p:cNvPr>
          <p:cNvSpPr txBox="1"/>
          <p:nvPr/>
        </p:nvSpPr>
        <p:spPr>
          <a:xfrm>
            <a:off x="912807" y="4715387"/>
            <a:ext cx="6357491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dolor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sit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amet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,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adipiscing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elit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,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sed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do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eiusmod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tempor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incididunt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ut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labore et dolore magna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aliqua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. Ut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enim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ad minim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veniam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, quis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nostrud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exercitation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ullamco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laboris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nisi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ut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aliquip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ex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ea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commodo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consequat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25" name="Google Shape;100;p2">
            <a:extLst>
              <a:ext uri="{FF2B5EF4-FFF2-40B4-BE49-F238E27FC236}">
                <a16:creationId xmlns:a16="http://schemas.microsoft.com/office/drawing/2014/main" id="{2937583B-AFF8-E67D-9F94-0D9A022EA979}"/>
              </a:ext>
            </a:extLst>
          </p:cNvPr>
          <p:cNvSpPr txBox="1"/>
          <p:nvPr/>
        </p:nvSpPr>
        <p:spPr>
          <a:xfrm>
            <a:off x="1189526" y="4435337"/>
            <a:ext cx="226232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1000" b="1" spc="4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要約記載</a:t>
            </a:r>
            <a:endParaRPr kumimoji="0" lang="en-GB" sz="1000" b="1" i="0" u="none" strike="noStrike" kern="1200" cap="none" spc="4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6B4AE5E-6A6D-3209-7BE8-87A7F4C356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927" y="4462271"/>
            <a:ext cx="200599" cy="2005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E76218-E610-23E9-52B5-33F24F804341}"/>
              </a:ext>
            </a:extLst>
          </p:cNvPr>
          <p:cNvSpPr txBox="1"/>
          <p:nvPr/>
        </p:nvSpPr>
        <p:spPr>
          <a:xfrm>
            <a:off x="0" y="625683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SECTION_ID: BRAND_STUDY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68E5366E-CDEE-0F85-B922-2508F6FE93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48719" y="6617952"/>
            <a:ext cx="586957" cy="966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C21938-73A6-AB86-B630-C00AAAB29515}"/>
              </a:ext>
            </a:extLst>
          </p:cNvPr>
          <p:cNvSpPr txBox="1"/>
          <p:nvPr/>
        </p:nvSpPr>
        <p:spPr>
          <a:xfrm>
            <a:off x="912807" y="1190708"/>
            <a:ext cx="4582302" cy="100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6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Brand Study Learnings &amp;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182949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8002029B-F78F-9423-F839-25B768F7B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756F0CF-35E7-AAF7-B8CA-3C27DBA08D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73796" y="735722"/>
            <a:ext cx="2623452" cy="53865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33EC6F6-CA6D-6CB5-EA8D-121F02ACA15B}"/>
              </a:ext>
            </a:extLst>
          </p:cNvPr>
          <p:cNvSpPr txBox="1"/>
          <p:nvPr/>
        </p:nvSpPr>
        <p:spPr>
          <a:xfrm>
            <a:off x="912807" y="3313521"/>
            <a:ext cx="6357491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dolor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sit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amet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,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adipiscing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elit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,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sed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do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eiusmod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tempor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incididunt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ut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labore et dolore magna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aliqua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. Ut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enim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ad minim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veniam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, quis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nostrud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exercitation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ullamco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laboris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nisi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ut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aliquip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ex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ea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commodo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consequat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10" name="Google Shape;100;p2">
            <a:extLst>
              <a:ext uri="{FF2B5EF4-FFF2-40B4-BE49-F238E27FC236}">
                <a16:creationId xmlns:a16="http://schemas.microsoft.com/office/drawing/2014/main" id="{B64E9E52-E8E1-5ECC-F01A-1EC7F45A70EA}"/>
              </a:ext>
            </a:extLst>
          </p:cNvPr>
          <p:cNvSpPr txBox="1"/>
          <p:nvPr/>
        </p:nvSpPr>
        <p:spPr>
          <a:xfrm>
            <a:off x="912807" y="3058681"/>
            <a:ext cx="2262320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1100" b="1" spc="4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総評</a:t>
            </a:r>
            <a:endParaRPr kumimoji="0" lang="en-GB" sz="1100" b="1" i="0" u="none" strike="noStrike" kern="1200" cap="none" spc="4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A5ACAE-00BD-2EB9-FF2A-FE7DE1CC12D8}"/>
              </a:ext>
            </a:extLst>
          </p:cNvPr>
          <p:cNvSpPr txBox="1"/>
          <p:nvPr/>
        </p:nvSpPr>
        <p:spPr>
          <a:xfrm>
            <a:off x="912807" y="4241347"/>
            <a:ext cx="6357491" cy="624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Best Performing Sites – XXX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Best Performing Sites – XXX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Best Performing Sites – XXX</a:t>
            </a:r>
          </a:p>
        </p:txBody>
      </p:sp>
      <p:sp>
        <p:nvSpPr>
          <p:cNvPr id="22" name="Google Shape;100;p2">
            <a:extLst>
              <a:ext uri="{FF2B5EF4-FFF2-40B4-BE49-F238E27FC236}">
                <a16:creationId xmlns:a16="http://schemas.microsoft.com/office/drawing/2014/main" id="{3FD2C7C2-8F33-25E9-3388-D23376FA86E5}"/>
              </a:ext>
            </a:extLst>
          </p:cNvPr>
          <p:cNvSpPr txBox="1"/>
          <p:nvPr/>
        </p:nvSpPr>
        <p:spPr>
          <a:xfrm>
            <a:off x="912807" y="3986098"/>
            <a:ext cx="2262320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1100" b="1" spc="4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サイト</a:t>
            </a:r>
            <a:endParaRPr kumimoji="0" lang="en-GB" sz="1100" b="1" i="0" u="none" strike="noStrike" kern="1200" cap="none" spc="4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716393-20B9-ABF6-3FFA-568ED1A7AE68}"/>
              </a:ext>
            </a:extLst>
          </p:cNvPr>
          <p:cNvSpPr txBox="1"/>
          <p:nvPr/>
        </p:nvSpPr>
        <p:spPr>
          <a:xfrm>
            <a:off x="912807" y="5353839"/>
            <a:ext cx="6357491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dolor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sit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amet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,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adipiscing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elit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,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sed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do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eiusmod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tempor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incididunt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ut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labore et dolore magna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aliqua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. Ut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enim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ad minim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veniam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, quis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nostrud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exercitation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ullamco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laboris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nisi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ut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aliquip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ex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ea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commodo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 </a:t>
            </a:r>
            <a:r>
              <a:rPr kumimoji="0" lang="en-GB" sz="800" u="none" strike="noStrike" kern="1200" cap="none" spc="40" normalizeH="0" baseline="0" noProof="0" dirty="0" err="1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consequat</a:t>
            </a:r>
            <a:r>
              <a:rPr kumimoji="0" lang="en-GB" sz="800" u="none" strike="noStrike" kern="1200" cap="none" spc="4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Inter Italic" panose="02000503000000020004" pitchFamily="2" charset="0"/>
                <a:ea typeface="Inter Italic" panose="02000503000000020004" pitchFamily="2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25" name="Google Shape;100;p2">
            <a:extLst>
              <a:ext uri="{FF2B5EF4-FFF2-40B4-BE49-F238E27FC236}">
                <a16:creationId xmlns:a16="http://schemas.microsoft.com/office/drawing/2014/main" id="{72041A3B-20CC-DEF9-8DE9-2A1197137342}"/>
              </a:ext>
            </a:extLst>
          </p:cNvPr>
          <p:cNvSpPr txBox="1"/>
          <p:nvPr/>
        </p:nvSpPr>
        <p:spPr>
          <a:xfrm>
            <a:off x="912807" y="5092269"/>
            <a:ext cx="2262320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defRPr/>
            </a:pPr>
            <a:r>
              <a:rPr lang="ja-JP" altLang="en-US" sz="1100" b="1" spc="4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rPr>
              <a:t>クリエイティブ</a:t>
            </a:r>
            <a:endParaRPr kumimoji="0" lang="en-GB" sz="1100" b="1" i="0" u="none" strike="noStrike" kern="1200" cap="none" spc="4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49AB60-90D6-7982-8FC7-F123D680C17F}"/>
              </a:ext>
            </a:extLst>
          </p:cNvPr>
          <p:cNvSpPr txBox="1"/>
          <p:nvPr/>
        </p:nvSpPr>
        <p:spPr>
          <a:xfrm>
            <a:off x="912807" y="2440165"/>
            <a:ext cx="4168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spc="60" dirty="0">
                <a:solidFill>
                  <a:srgbClr val="A6A6A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{{CAMPAIGN_NAME}}</a:t>
            </a:r>
            <a:endParaRPr kumimoji="0" lang="en-US" sz="1200" b="1" i="0" u="none" strike="noStrike" kern="1200" cap="none" spc="6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A1DBC9-D86E-5318-6E6D-C8E5DC433DCC}"/>
              </a:ext>
            </a:extLst>
          </p:cNvPr>
          <p:cNvSpPr txBox="1"/>
          <p:nvPr/>
        </p:nvSpPr>
        <p:spPr>
          <a:xfrm>
            <a:off x="0" y="625683"/>
            <a:ext cx="1219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SECTION_ID: LEARNING_RECOMMENDATIONS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20860AA-B1BD-CB59-AA36-45347F12C6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48719" y="6617952"/>
            <a:ext cx="586957" cy="966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E29D7C6-7E7F-721A-A98A-D199CCD7BD2D}"/>
              </a:ext>
            </a:extLst>
          </p:cNvPr>
          <p:cNvSpPr txBox="1"/>
          <p:nvPr/>
        </p:nvSpPr>
        <p:spPr>
          <a:xfrm>
            <a:off x="912807" y="1190708"/>
            <a:ext cx="62169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Learnings &amp;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2179026482"/>
      </p:ext>
    </p:extLst>
  </p:cSld>
  <p:clrMapOvr>
    <a:masterClrMapping/>
  </p:clrMapOvr>
</p:sld>
</file>

<file path=ppt/theme/theme1.xml><?xml version="1.0" encoding="utf-8"?>
<a:theme xmlns:a="http://schemas.openxmlformats.org/drawingml/2006/main" name="MOBKOI 2024 Colour Palette">
  <a:themeElements>
    <a:clrScheme name="MOBKOI_OneScreen 1">
      <a:dk1>
        <a:srgbClr val="000000"/>
      </a:dk1>
      <a:lt1>
        <a:srgbClr val="1D1D1D"/>
      </a:lt1>
      <a:dk2>
        <a:srgbClr val="565656"/>
      </a:dk2>
      <a:lt2>
        <a:srgbClr val="7E7E7E"/>
      </a:lt2>
      <a:accent1>
        <a:srgbClr val="A6A6A6"/>
      </a:accent1>
      <a:accent2>
        <a:srgbClr val="C7C7C7"/>
      </a:accent2>
      <a:accent3>
        <a:srgbClr val="8E93A1"/>
      </a:accent3>
      <a:accent4>
        <a:srgbClr val="306FDB"/>
      </a:accent4>
      <a:accent5>
        <a:srgbClr val="F2F2F2"/>
      </a:accent5>
      <a:accent6>
        <a:srgbClr val="FFFFFF"/>
      </a:accent6>
      <a:hlink>
        <a:srgbClr val="416ED3"/>
      </a:hlink>
      <a:folHlink>
        <a:srgbClr val="9D7AD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BKOI_OneScreen" id="{C06E6BF5-ACE0-5B44-AA3E-CB88FB098B5B}" vid="{6EFA9A89-F561-2A4B-A65D-81DED623B7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MOBKOI_OneScreen</Template>
  <TotalTime>3130</TotalTime>
  <Words>2861</Words>
  <Application>Microsoft Macintosh PowerPoint</Application>
  <PresentationFormat>Widescreen</PresentationFormat>
  <Paragraphs>324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Poppins</vt:lpstr>
      <vt:lpstr>Inter</vt:lpstr>
      <vt:lpstr>Calibri</vt:lpstr>
      <vt:lpstr>Inter SemiBold</vt:lpstr>
      <vt:lpstr>Aptos</vt:lpstr>
      <vt:lpstr>Arial</vt:lpstr>
      <vt:lpstr>Inter Medium</vt:lpstr>
      <vt:lpstr>Inter Italic</vt:lpstr>
      <vt:lpstr>Open Sans</vt:lpstr>
      <vt:lpstr>Calibri Light</vt:lpstr>
      <vt:lpstr>Open Sans Semibold</vt:lpstr>
      <vt:lpstr>MOBKOI 2024 Colour Palette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Crittenden</dc:creator>
  <cp:lastModifiedBy>Daniel Crittenden</cp:lastModifiedBy>
  <cp:revision>68</cp:revision>
  <dcterms:created xsi:type="dcterms:W3CDTF">2025-02-28T16:34:04Z</dcterms:created>
  <dcterms:modified xsi:type="dcterms:W3CDTF">2026-09-08T13:31:13Z</dcterms:modified>
</cp:coreProperties>
</file>