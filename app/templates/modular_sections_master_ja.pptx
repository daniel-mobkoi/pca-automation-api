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Medium" panose="02000503000000020004" pitchFamily="2" charset="0"/>
      <p:regular r:id="rId16"/>
      <p:italic r:id="rId17"/>
    </p:embeddedFont>
    <p:embeddedFont>
      <p:font typeface="Inter SemiBold" panose="02000503000000020004" pitchFamily="2" charset="0"/>
      <p:regular r:id="rId15"/>
      <p:bold r:id="rId15"/>
      <p:italic r:id="rId15"/>
      <p:boldItalic r:id="rId18"/>
    </p:embeddedFont>
    <p:embeddedFont>
      <p:font typeface="Open Sans" panose="020B0606030504020204" pitchFamily="34" charset="0"/>
      <p:regular r:id="rId19"/>
    </p:embeddedFont>
    <p:embeddedFont>
      <p:font typeface="Poppins" pitchFamily="2" charset="77"/>
      <p:regular r:id="rId20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49"/>
    <p:restoredTop sz="96846"/>
  </p:normalViewPr>
  <p:slideViewPr>
    <p:cSldViewPr snapToGrid="0">
      <p:cViewPr>
        <p:scale>
          <a:sx n="110" d="100"/>
          <a:sy n="110" d="100"/>
        </p:scale>
        <p:origin x="8" y="-5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spc="6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PCA</a:t>
              </a:r>
              <a:r>
                <a:rPr lang="ja-JP" altLang="en-US" sz="1600" spc="6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レポート結果</a:t>
              </a:r>
              <a:endParaRPr lang="en-US" sz="1600" spc="6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3813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クライアント：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キャンペーン詳細</a:t>
              </a:r>
              <a:endParaRPr lang="en-GB" sz="14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ja-JP" altLang="en-US" sz="900" b="1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クリエイティブフォーマット</a:t>
              </a:r>
              <a:r>
                <a:rPr lang="en-US" altLang="ja-JP" sz="900" b="1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概要 </a:t>
              </a: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キャンペーンの目的</a:t>
              </a:r>
              <a:endParaRPr lang="en-GB" sz="14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配信されたインプレッション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IO</a:t>
              </a: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の総合的な印象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納品された</a:t>
              </a:r>
              <a:r>
                <a:rPr lang="en-GB" sz="9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AV</a:t>
              </a: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全般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納品された</a:t>
              </a:r>
              <a:r>
                <a:rPr lang="en-GB" sz="9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AV</a:t>
              </a: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全般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付加価値のあるもの</a:t>
              </a:r>
              <a:endPara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オンスクリーン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60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70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0.3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6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sz="1100" b="1" spc="6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～</a:t>
              </a:r>
              <a:r>
                <a:rPr lang="en-US" altLang="ja-JP" sz="8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35</a:t>
              </a:r>
              <a:r>
                <a:rPr lang="ja-JP" altLang="en-US" sz="8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％のベンチマーク</a:t>
              </a:r>
              <a:endParaRPr lang="en-GB" sz="8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684259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43018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44849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キャンペーン：</a:t>
              </a:r>
              <a:endParaRPr lang="en-GB" sz="9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市場</a:t>
              </a:r>
              <a:r>
                <a:rPr lang="en-US" altLang="ja-JP" sz="9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4"/>
              </a:pPr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ライブ日程</a:t>
              </a:r>
              <a:r>
                <a:rPr lang="en-US" altLang="ja-JP" sz="900" b="1" spc="3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5"/>
              </a:pPr>
              <a:r>
                <a:rPr lang="ja-JP" altLang="en-US" sz="900" b="1" spc="3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実際の支出額：</a:t>
              </a:r>
              <a:endParaRPr lang="en-GB" sz="900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43018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43018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43019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43018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ja-JP" altLang="en-US" sz="900" spc="3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観客 </a:t>
              </a: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spc="30" dirty="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KPIs</a:t>
              </a:r>
              <a:r>
                <a:rPr lang="en-GB" sz="900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851548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845328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558615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人気タイトル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業績好調な市場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6B33BE6-6FEC-6396-1AB0-7577CE559E5A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好成績を収めたタイトルと市場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クリエイティブの概要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主要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副次</a:t>
              </a:r>
              <a:r>
                <a:rPr lang="en-GB" sz="700" b="1" spc="40" dirty="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KPI：XX%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最も優れたクリエイティブ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ja-JP" altLang="en-US" sz="8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フェーズ </a:t>
              </a:r>
              <a:r>
                <a:rPr lang="en-US" altLang="ja-JP" sz="8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1</a:t>
              </a:r>
              <a:endParaRPr lang="en-GB" sz="8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ja-JP" altLang="en-US" sz="8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フェーズ </a:t>
              </a:r>
              <a:r>
                <a:rPr lang="en-US" altLang="ja-JP" sz="8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</a:t>
              </a:r>
              <a:endParaRPr lang="en-GB" sz="8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視聴可能率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注目率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アテンションタイム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攻撃時間 攻撃インプ</a:t>
              </a:r>
              <a:endParaRPr lang="en-GB" sz="10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表示可能なインプレッションの割合（</a:t>
              </a:r>
              <a:r>
                <a:rPr lang="en-GB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MRC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の大規模ユニット定義）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有効視聴されたインプレッションの割合（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0.2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秒以上）対ベンチマーク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50%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20770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平均視聴時間 </a:t>
              </a:r>
              <a:r>
                <a:rPr lang="en-GB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vs. 1.34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インチベンチマーク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注意力インプ</a:t>
              </a:r>
              <a:r>
                <a:rPr lang="en-US" altLang="ja-JP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1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個あたりの平均注意時間 </a:t>
              </a:r>
              <a:r>
                <a:rPr lang="en-GB" sz="600" b="1" spc="30" dirty="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vs. 2.7</a:t>
              </a:r>
              <a:r>
                <a:rPr lang="ja-JP" altLang="en-US" sz="600" b="1" spc="30">
                  <a:solidFill>
                    <a:schemeClr val="tx2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インチベンチマーク</a:t>
              </a:r>
              <a:endParaRPr lang="en-GB" sz="600" b="1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測定されたインプレッション総数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トップ</a:t>
              </a:r>
              <a:r>
                <a:rPr lang="en-US" altLang="ja-JP" sz="1400" b="1" spc="5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3</a:t>
              </a: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注意力スコア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帰属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クリエイティブ診断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考慮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ブランド認知度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4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好み</a:t>
              </a:r>
              <a:endParaRPr lang="en-GB" sz="14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5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広告想起への影響</a:t>
              </a:r>
              <a:endParaRPr lang="en-GB" sz="700" b="1" spc="40" dirty="0">
                <a:solidFill>
                  <a:schemeClr val="accent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暴露された広告リコール業者</a:t>
              </a:r>
              <a:endParaRPr sz="900" b="1" spc="40" dirty="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ブランド調査結果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注意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ブランドの選択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ブランド調査結果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注意力の低下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さらなる注目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学習 </a:t>
              </a:r>
              <a:r>
                <a:rPr lang="en-US" altLang="ja-JP" sz="10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1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学習 </a:t>
              </a:r>
              <a:r>
                <a:rPr lang="en-US" altLang="ja-JP" sz="10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2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学習 </a:t>
              </a:r>
              <a:r>
                <a:rPr lang="en-US" altLang="ja-JP" sz="1000" b="1" spc="4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3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ブランド調査から得られた教訓と提言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全体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出版社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ja-JP" altLang="en-US" sz="2400" b="1" spc="100">
                  <a:solidFill>
                    <a:srgbClr val="000000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学びと提言</a:t>
              </a:r>
              <a:endParaRPr lang="en-US" sz="2400" b="1" spc="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3359</TotalTime>
  <Words>2839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Open Sans</vt:lpstr>
      <vt:lpstr>Calibri Light</vt:lpstr>
      <vt:lpstr>Arial</vt:lpstr>
      <vt:lpstr>Poppins</vt:lpstr>
      <vt:lpstr>Inter</vt:lpstr>
      <vt:lpstr>Calibri</vt:lpstr>
      <vt:lpstr>Inter SemiBold</vt:lpstr>
      <vt:lpstr>Aptos</vt:lpstr>
      <vt:lpstr>Inter Medium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84</cp:revision>
  <dcterms:created xsi:type="dcterms:W3CDTF">2025-02-28T16:34:04Z</dcterms:created>
  <dcterms:modified xsi:type="dcterms:W3CDTF">2026-06-03T17:02:03Z</dcterms:modified>
</cp:coreProperties>
</file>