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Italic" panose="02000503000000020004" pitchFamily="2" charset="0"/>
      <p:regular r:id="rId16"/>
      <p:bold r:id="rId17"/>
      <p: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5"/>
      <p:bold r:id="rId15"/>
      <p:italic r:id="rId15"/>
      <p:boldItalic r:id="rId21"/>
    </p:embeddedFont>
    <p:embeddedFont>
      <p:font typeface="Open Sans" panose="020B0606030504020204" pitchFamily="34" charset="0"/>
      <p:regular r:id="rId22"/>
    </p:embeddedFont>
    <p:embeddedFont>
      <p:font typeface="Open Sans Semibold" panose="020B0606030504020204" pitchFamily="34" charset="0"/>
      <p:regular r:id="rId23"/>
      <p:bold r:id="rId24"/>
    </p:embeddedFont>
    <p:embeddedFont>
      <p:font typeface="Poppins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04"/>
    <p:restoredTop sz="96846"/>
  </p:normalViewPr>
  <p:slideViewPr>
    <p:cSldViewPr snapToGrid="0">
      <p:cViewPr varScale="1">
        <p:scale>
          <a:sx n="84" d="100"/>
          <a:sy n="84" d="100"/>
        </p:scale>
        <p:origin x="228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  <p:sp>
        <p:nvSpPr>
          <p:cNvPr id="160" name="Google Shape;110;p2">
            <a:extLst>
              <a:ext uri="{FF2B5EF4-FFF2-40B4-BE49-F238E27FC236}">
                <a16:creationId xmlns:a16="http://schemas.microsoft.com/office/drawing/2014/main" id="{255DBD33-4889-D7C9-BE32-720497750175}"/>
              </a:ext>
            </a:extLst>
          </p:cNvPr>
          <p:cNvSpPr txBox="1"/>
          <p:nvPr/>
        </p:nvSpPr>
        <p:spPr>
          <a:xfrm>
            <a:off x="3677702" y="13563624"/>
            <a:ext cx="2041799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3" name="Google Shape;110;p2">
            <a:extLst>
              <a:ext uri="{FF2B5EF4-FFF2-40B4-BE49-F238E27FC236}">
                <a16:creationId xmlns:a16="http://schemas.microsoft.com/office/drawing/2014/main" id="{86F7DC4B-7B28-8660-E0E8-BA10C96F446E}"/>
              </a:ext>
            </a:extLst>
          </p:cNvPr>
          <p:cNvSpPr txBox="1"/>
          <p:nvPr/>
        </p:nvSpPr>
        <p:spPr>
          <a:xfrm>
            <a:off x="6386492" y="13563635"/>
            <a:ext cx="2041799" cy="255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66" name="Google Shape;110;p2">
            <a:extLst>
              <a:ext uri="{FF2B5EF4-FFF2-40B4-BE49-F238E27FC236}">
                <a16:creationId xmlns:a16="http://schemas.microsoft.com/office/drawing/2014/main" id="{3716AA88-27A5-4F34-A11B-108EFCAA3CE4}"/>
              </a:ext>
            </a:extLst>
          </p:cNvPr>
          <p:cNvSpPr txBox="1"/>
          <p:nvPr/>
        </p:nvSpPr>
        <p:spPr>
          <a:xfrm>
            <a:off x="9095283" y="13563624"/>
            <a:ext cx="2041799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7ABCD7DB-288A-C5D4-77F6-9A5C863DA160}"/>
              </a:ext>
            </a:extLst>
          </p:cNvPr>
          <p:cNvSpPr txBox="1"/>
          <p:nvPr/>
        </p:nvSpPr>
        <p:spPr>
          <a:xfrm>
            <a:off x="912825" y="13563635"/>
            <a:ext cx="2041799" cy="2062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8B0ED-2577-04E9-FF64-5277202A28F7}"/>
              </a:ext>
            </a:extLst>
          </p:cNvPr>
          <p:cNvSpPr txBox="1"/>
          <p:nvPr/>
        </p:nvSpPr>
        <p:spPr>
          <a:xfrm>
            <a:off x="912826" y="5291570"/>
            <a:ext cx="6045777" cy="275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B98AD85-1C65-192F-36EF-CB256A7206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74" y="7502353"/>
            <a:ext cx="10632989" cy="2419731"/>
          </a:xfrm>
          <a:custGeom>
            <a:avLst/>
            <a:gdLst>
              <a:gd name="csX0" fmla="*/ 181286 w 10632989"/>
              <a:gd name="csY0" fmla="*/ 0 h 2419731"/>
              <a:gd name="csX1" fmla="*/ 7479094 w 10632989"/>
              <a:gd name="csY1" fmla="*/ 0 h 2419731"/>
              <a:gd name="csX2" fmla="*/ 7479094 w 10632989"/>
              <a:gd name="csY2" fmla="*/ 1293802 h 2419731"/>
              <a:gd name="csX3" fmla="*/ 7817666 w 10632989"/>
              <a:gd name="csY3" fmla="*/ 1632374 h 2419731"/>
              <a:gd name="csX4" fmla="*/ 9618546 w 10632989"/>
              <a:gd name="csY4" fmla="*/ 1632374 h 2419731"/>
              <a:gd name="csX5" fmla="*/ 9957118 w 10632989"/>
              <a:gd name="csY5" fmla="*/ 1293802 h 2419731"/>
              <a:gd name="csX6" fmla="*/ 9957118 w 10632989"/>
              <a:gd name="csY6" fmla="*/ 0 h 2419731"/>
              <a:gd name="csX7" fmla="*/ 10451703 w 10632989"/>
              <a:gd name="csY7" fmla="*/ 0 h 2419731"/>
              <a:gd name="csX8" fmla="*/ 10632989 w 10632989"/>
              <a:gd name="csY8" fmla="*/ 181286 h 2419731"/>
              <a:gd name="csX9" fmla="*/ 10632989 w 10632989"/>
              <a:gd name="csY9" fmla="*/ 2238445 h 2419731"/>
              <a:gd name="csX10" fmla="*/ 10451703 w 10632989"/>
              <a:gd name="csY10" fmla="*/ 2419731 h 2419731"/>
              <a:gd name="csX11" fmla="*/ 181286 w 10632989"/>
              <a:gd name="csY11" fmla="*/ 2419731 h 2419731"/>
              <a:gd name="csX12" fmla="*/ 0 w 10632989"/>
              <a:gd name="csY12" fmla="*/ 2238445 h 2419731"/>
              <a:gd name="csX13" fmla="*/ 0 w 10632989"/>
              <a:gd name="csY13" fmla="*/ 181286 h 2419731"/>
              <a:gd name="csX14" fmla="*/ 181286 w 10632989"/>
              <a:gd name="csY14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0632989" h="2419731">
                <a:moveTo>
                  <a:pt x="181286" y="0"/>
                </a:moveTo>
                <a:lnTo>
                  <a:pt x="7479094" y="0"/>
                </a:lnTo>
                <a:lnTo>
                  <a:pt x="7479094" y="1293802"/>
                </a:lnTo>
                <a:cubicBezTo>
                  <a:pt x="7479094" y="1480790"/>
                  <a:pt x="7630678" y="1632374"/>
                  <a:pt x="7817666" y="1632374"/>
                </a:cubicBezTo>
                <a:lnTo>
                  <a:pt x="9618546" y="1632374"/>
                </a:lnTo>
                <a:cubicBezTo>
                  <a:pt x="9805534" y="1632374"/>
                  <a:pt x="9957118" y="1480790"/>
                  <a:pt x="9957118" y="1293802"/>
                </a:cubicBezTo>
                <a:lnTo>
                  <a:pt x="9957118" y="0"/>
                </a:lnTo>
                <a:lnTo>
                  <a:pt x="10451703" y="0"/>
                </a:lnTo>
                <a:cubicBezTo>
                  <a:pt x="10551824" y="0"/>
                  <a:pt x="10632989" y="81165"/>
                  <a:pt x="10632989" y="181286"/>
                </a:cubicBezTo>
                <a:lnTo>
                  <a:pt x="10632989" y="2238445"/>
                </a:lnTo>
                <a:cubicBezTo>
                  <a:pt x="10632989" y="2338566"/>
                  <a:pt x="10551824" y="2419731"/>
                  <a:pt x="10451703" y="2419731"/>
                </a:cubicBezTo>
                <a:lnTo>
                  <a:pt x="181286" y="2419731"/>
                </a:lnTo>
                <a:cubicBezTo>
                  <a:pt x="81165" y="2419731"/>
                  <a:pt x="0" y="2338566"/>
                  <a:pt x="0" y="2238445"/>
                </a:cubicBezTo>
                <a:lnTo>
                  <a:pt x="0" y="181286"/>
                </a:lnTo>
                <a:cubicBezTo>
                  <a:pt x="0" y="81165"/>
                  <a:pt x="81165" y="0"/>
                  <a:pt x="181286" y="0"/>
                </a:cubicBezTo>
                <a:close/>
              </a:path>
            </a:pathLst>
          </a:custGeom>
          <a:noFill/>
        </p:spPr>
      </p:pic>
      <p:pic>
        <p:nvPicPr>
          <p:cNvPr id="134" name="Picture 2">
            <a:extLst>
              <a:ext uri="{FF2B5EF4-FFF2-40B4-BE49-F238E27FC236}">
                <a16:creationId xmlns:a16="http://schemas.microsoft.com/office/drawing/2014/main" id="{571D06E3-E6E7-6CE7-68C9-C1D5AD13B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31" y="7730988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1F3A6D05-A44C-0480-4E70-D4F21AA5A776}"/>
              </a:ext>
            </a:extLst>
          </p:cNvPr>
          <p:cNvSpPr txBox="1"/>
          <p:nvPr/>
        </p:nvSpPr>
        <p:spPr>
          <a:xfrm>
            <a:off x="912817" y="4007614"/>
            <a:ext cx="6760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B91BA13E-076F-EC1C-75F8-7D9920A925EB}"/>
              </a:ext>
            </a:extLst>
          </p:cNvPr>
          <p:cNvSpPr txBox="1"/>
          <p:nvPr/>
        </p:nvSpPr>
        <p:spPr>
          <a:xfrm>
            <a:off x="912826" y="4681659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</a:rPr>
              <a:t>PCA Reporting Results</a:t>
            </a:r>
          </a:p>
        </p:txBody>
      </p:sp>
      <p:pic>
        <p:nvPicPr>
          <p:cNvPr id="138" name="Picture 137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AD9B96FD-1448-FFC7-FFA2-614387358A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405" b="12112"/>
          <a:stretch>
            <a:fillRect/>
          </a:stretch>
        </p:blipFill>
        <p:spPr>
          <a:xfrm>
            <a:off x="6803145" y="3064066"/>
            <a:ext cx="5388871" cy="6858000"/>
          </a:xfrm>
          <a:prstGeom prst="rect">
            <a:avLst/>
          </a:prstGeom>
          <a:noFill/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CF6E1820-5709-46B7-416E-7D1B6889655C}"/>
              </a:ext>
            </a:extLst>
          </p:cNvPr>
          <p:cNvSpPr txBox="1"/>
          <p:nvPr/>
        </p:nvSpPr>
        <p:spPr>
          <a:xfrm>
            <a:off x="912826" y="6802752"/>
            <a:ext cx="635749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en-US" sz="900" b="1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クリエイティブフォーマット：</a:t>
            </a:r>
          </a:p>
        </p:txBody>
      </p:sp>
      <p:sp>
        <p:nvSpPr>
          <p:cNvPr id="33" name="Graphic 142">
            <a:extLst>
              <a:ext uri="{FF2B5EF4-FFF2-40B4-BE49-F238E27FC236}">
                <a16:creationId xmlns:a16="http://schemas.microsoft.com/office/drawing/2014/main" id="{CC6DA528-12CF-DA06-1B62-E00725A9AFA7}"/>
              </a:ext>
            </a:extLst>
          </p:cNvPr>
          <p:cNvSpPr/>
          <p:nvPr/>
        </p:nvSpPr>
        <p:spPr>
          <a:xfrm>
            <a:off x="1046988" y="2774490"/>
            <a:ext cx="1757866" cy="290457"/>
          </a:xfrm>
          <a:custGeom>
            <a:avLst/>
            <a:gdLst>
              <a:gd name="csX0" fmla="*/ 60649 w 1757866"/>
              <a:gd name="csY0" fmla="*/ 118128 h 290457"/>
              <a:gd name="csX1" fmla="*/ 60649 w 1757866"/>
              <a:gd name="csY1" fmla="*/ 284729 h 290457"/>
              <a:gd name="csX2" fmla="*/ 0 w 1757866"/>
              <a:gd name="csY2" fmla="*/ 284729 h 290457"/>
              <a:gd name="csX3" fmla="*/ 0 w 1757866"/>
              <a:gd name="csY3" fmla="*/ 5697 h 290457"/>
              <a:gd name="csX4" fmla="*/ 75716 w 1757866"/>
              <a:gd name="csY4" fmla="*/ 5697 h 290457"/>
              <a:gd name="csX5" fmla="*/ 157535 w 1757866"/>
              <a:gd name="csY5" fmla="*/ 190239 h 290457"/>
              <a:gd name="csX6" fmla="*/ 239386 w 1757866"/>
              <a:gd name="csY6" fmla="*/ 5697 h 290457"/>
              <a:gd name="csX7" fmla="*/ 315102 w 1757866"/>
              <a:gd name="csY7" fmla="*/ 5697 h 290457"/>
              <a:gd name="csX8" fmla="*/ 315102 w 1757866"/>
              <a:gd name="csY8" fmla="*/ 284729 h 290457"/>
              <a:gd name="csX9" fmla="*/ 253227 w 1757866"/>
              <a:gd name="csY9" fmla="*/ 284729 h 290457"/>
              <a:gd name="csX10" fmla="*/ 253227 w 1757866"/>
              <a:gd name="csY10" fmla="*/ 117310 h 290457"/>
              <a:gd name="csX11" fmla="*/ 177511 w 1757866"/>
              <a:gd name="csY11" fmla="*/ 284729 h 290457"/>
              <a:gd name="csX12" fmla="*/ 135988 w 1757866"/>
              <a:gd name="csY12" fmla="*/ 284729 h 290457"/>
              <a:gd name="csX13" fmla="*/ 60680 w 1757866"/>
              <a:gd name="csY13" fmla="*/ 118128 h 290457"/>
              <a:gd name="csX14" fmla="*/ 391637 w 1757866"/>
              <a:gd name="csY14" fmla="*/ 145418 h 290457"/>
              <a:gd name="csX15" fmla="*/ 539421 w 1757866"/>
              <a:gd name="csY15" fmla="*/ 0 h 290457"/>
              <a:gd name="csX16" fmla="*/ 687204 w 1757866"/>
              <a:gd name="csY16" fmla="*/ 145040 h 290457"/>
              <a:gd name="csX17" fmla="*/ 539421 w 1757866"/>
              <a:gd name="csY17" fmla="*/ 290457 h 290457"/>
              <a:gd name="csX18" fmla="*/ 391637 w 1757866"/>
              <a:gd name="csY18" fmla="*/ 145418 h 290457"/>
              <a:gd name="csX19" fmla="*/ 622875 w 1757866"/>
              <a:gd name="csY19" fmla="*/ 145040 h 290457"/>
              <a:gd name="csX20" fmla="*/ 539421 w 1757866"/>
              <a:gd name="csY20" fmla="*/ 58671 h 290457"/>
              <a:gd name="csX21" fmla="*/ 455966 w 1757866"/>
              <a:gd name="csY21" fmla="*/ 145449 h 290457"/>
              <a:gd name="csX22" fmla="*/ 539421 w 1757866"/>
              <a:gd name="csY22" fmla="*/ 231818 h 290457"/>
              <a:gd name="csX23" fmla="*/ 622875 w 1757866"/>
              <a:gd name="csY23" fmla="*/ 145040 h 290457"/>
              <a:gd name="csX24" fmla="*/ 763707 w 1757866"/>
              <a:gd name="csY24" fmla="*/ 5697 h 290457"/>
              <a:gd name="csX25" fmla="*/ 878524 w 1757866"/>
              <a:gd name="csY25" fmla="*/ 5697 h 290457"/>
              <a:gd name="csX26" fmla="*/ 968491 w 1757866"/>
              <a:gd name="csY26" fmla="*/ 81459 h 290457"/>
              <a:gd name="csX27" fmla="*/ 933479 w 1757866"/>
              <a:gd name="csY27" fmla="*/ 138084 h 290457"/>
              <a:gd name="csX28" fmla="*/ 987208 w 1757866"/>
              <a:gd name="csY28" fmla="*/ 204906 h 290457"/>
              <a:gd name="csX29" fmla="*/ 889094 w 1757866"/>
              <a:gd name="csY29" fmla="*/ 284760 h 290457"/>
              <a:gd name="csX30" fmla="*/ 763707 w 1757866"/>
              <a:gd name="csY30" fmla="*/ 284760 h 290457"/>
              <a:gd name="csX31" fmla="*/ 763707 w 1757866"/>
              <a:gd name="csY31" fmla="*/ 5697 h 290457"/>
              <a:gd name="csX32" fmla="*/ 826810 w 1757866"/>
              <a:gd name="csY32" fmla="*/ 59867 h 290457"/>
              <a:gd name="csX33" fmla="*/ 826810 w 1757866"/>
              <a:gd name="csY33" fmla="*/ 116901 h 290457"/>
              <a:gd name="csX34" fmla="*/ 874026 w 1757866"/>
              <a:gd name="csY34" fmla="*/ 116901 h 290457"/>
              <a:gd name="csX35" fmla="*/ 906615 w 1757866"/>
              <a:gd name="csY35" fmla="*/ 87974 h 290457"/>
              <a:gd name="csX36" fmla="*/ 874026 w 1757866"/>
              <a:gd name="csY36" fmla="*/ 59867 h 290457"/>
              <a:gd name="csX37" fmla="*/ 826810 w 1757866"/>
              <a:gd name="csY37" fmla="*/ 59867 h 290457"/>
              <a:gd name="csX38" fmla="*/ 826810 w 1757866"/>
              <a:gd name="csY38" fmla="*/ 170283 h 290457"/>
              <a:gd name="csX39" fmla="*/ 826810 w 1757866"/>
              <a:gd name="csY39" fmla="*/ 230559 h 290457"/>
              <a:gd name="csX40" fmla="*/ 885854 w 1757866"/>
              <a:gd name="csY40" fmla="*/ 230559 h 290457"/>
              <a:gd name="csX41" fmla="*/ 924137 w 1757866"/>
              <a:gd name="csY41" fmla="*/ 201224 h 290457"/>
              <a:gd name="csX42" fmla="*/ 885445 w 1757866"/>
              <a:gd name="csY42" fmla="*/ 170252 h 290457"/>
              <a:gd name="csX43" fmla="*/ 826810 w 1757866"/>
              <a:gd name="csY43" fmla="*/ 170252 h 290457"/>
              <a:gd name="csX44" fmla="*/ 1224171 w 1757866"/>
              <a:gd name="csY44" fmla="*/ 5697 h 290457"/>
              <a:gd name="csX45" fmla="*/ 1297875 w 1757866"/>
              <a:gd name="csY45" fmla="*/ 5697 h 290457"/>
              <a:gd name="csX46" fmla="*/ 1187147 w 1757866"/>
              <a:gd name="csY46" fmla="*/ 145008 h 290457"/>
              <a:gd name="csX47" fmla="*/ 1301146 w 1757866"/>
              <a:gd name="csY47" fmla="*/ 284729 h 290457"/>
              <a:gd name="csX48" fmla="*/ 1219327 w 1757866"/>
              <a:gd name="csY48" fmla="*/ 284729 h 290457"/>
              <a:gd name="csX49" fmla="*/ 1124894 w 1757866"/>
              <a:gd name="csY49" fmla="*/ 165782 h 290457"/>
              <a:gd name="csX50" fmla="*/ 1124894 w 1757866"/>
              <a:gd name="csY50" fmla="*/ 284729 h 290457"/>
              <a:gd name="csX51" fmla="*/ 1061792 w 1757866"/>
              <a:gd name="csY51" fmla="*/ 284729 h 290457"/>
              <a:gd name="csX52" fmla="*/ 1061792 w 1757866"/>
              <a:gd name="csY52" fmla="*/ 5697 h 290457"/>
              <a:gd name="csX53" fmla="*/ 1124894 w 1757866"/>
              <a:gd name="csY53" fmla="*/ 5697 h 290457"/>
              <a:gd name="csX54" fmla="*/ 1124894 w 1757866"/>
              <a:gd name="csY54" fmla="*/ 135660 h 290457"/>
              <a:gd name="csX55" fmla="*/ 1224171 w 1757866"/>
              <a:gd name="csY55" fmla="*/ 5697 h 290457"/>
              <a:gd name="csX56" fmla="*/ 1322663 w 1757866"/>
              <a:gd name="csY56" fmla="*/ 145418 h 290457"/>
              <a:gd name="csX57" fmla="*/ 1470446 w 1757866"/>
              <a:gd name="csY57" fmla="*/ 0 h 290457"/>
              <a:gd name="csX58" fmla="*/ 1618230 w 1757866"/>
              <a:gd name="csY58" fmla="*/ 145040 h 290457"/>
              <a:gd name="csX59" fmla="*/ 1470446 w 1757866"/>
              <a:gd name="csY59" fmla="*/ 290457 h 290457"/>
              <a:gd name="csX60" fmla="*/ 1322663 w 1757866"/>
              <a:gd name="csY60" fmla="*/ 145418 h 290457"/>
              <a:gd name="csX61" fmla="*/ 1553933 w 1757866"/>
              <a:gd name="csY61" fmla="*/ 145040 h 290457"/>
              <a:gd name="csX62" fmla="*/ 1470478 w 1757866"/>
              <a:gd name="csY62" fmla="*/ 58671 h 290457"/>
              <a:gd name="csX63" fmla="*/ 1387023 w 1757866"/>
              <a:gd name="csY63" fmla="*/ 145449 h 290457"/>
              <a:gd name="csX64" fmla="*/ 1470478 w 1757866"/>
              <a:gd name="csY64" fmla="*/ 231818 h 290457"/>
              <a:gd name="csX65" fmla="*/ 1553933 w 1757866"/>
              <a:gd name="csY65" fmla="*/ 145040 h 290457"/>
              <a:gd name="csX66" fmla="*/ 1694765 w 1757866"/>
              <a:gd name="csY66" fmla="*/ 284760 h 290457"/>
              <a:gd name="csX67" fmla="*/ 1694765 w 1757866"/>
              <a:gd name="csY67" fmla="*/ 5697 h 290457"/>
              <a:gd name="csX68" fmla="*/ 1757867 w 1757866"/>
              <a:gd name="csY68" fmla="*/ 5697 h 290457"/>
              <a:gd name="csX69" fmla="*/ 1757867 w 1757866"/>
              <a:gd name="csY69" fmla="*/ 284729 h 290457"/>
              <a:gd name="csX70" fmla="*/ 1694765 w 1757866"/>
              <a:gd name="csY70" fmla="*/ 284729 h 2904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</a:cxnLst>
            <a:rect l="l" t="t" r="r" b="b"/>
            <a:pathLst>
              <a:path w="1757866" h="290457">
                <a:moveTo>
                  <a:pt x="60649" y="118128"/>
                </a:moveTo>
                <a:lnTo>
                  <a:pt x="60649" y="284729"/>
                </a:lnTo>
                <a:lnTo>
                  <a:pt x="0" y="284729"/>
                </a:lnTo>
                <a:lnTo>
                  <a:pt x="0" y="5697"/>
                </a:lnTo>
                <a:lnTo>
                  <a:pt x="75716" y="5697"/>
                </a:lnTo>
                <a:lnTo>
                  <a:pt x="157535" y="190239"/>
                </a:lnTo>
                <a:lnTo>
                  <a:pt x="239386" y="5697"/>
                </a:lnTo>
                <a:lnTo>
                  <a:pt x="315102" y="5697"/>
                </a:lnTo>
                <a:lnTo>
                  <a:pt x="315102" y="284729"/>
                </a:lnTo>
                <a:lnTo>
                  <a:pt x="253227" y="284729"/>
                </a:lnTo>
                <a:lnTo>
                  <a:pt x="253227" y="117310"/>
                </a:lnTo>
                <a:lnTo>
                  <a:pt x="177511" y="284729"/>
                </a:lnTo>
                <a:lnTo>
                  <a:pt x="135988" y="284729"/>
                </a:lnTo>
                <a:lnTo>
                  <a:pt x="60680" y="118128"/>
                </a:lnTo>
                <a:close/>
                <a:moveTo>
                  <a:pt x="391637" y="145418"/>
                </a:moveTo>
                <a:cubicBezTo>
                  <a:pt x="391637" y="62322"/>
                  <a:pt x="458010" y="0"/>
                  <a:pt x="539421" y="0"/>
                </a:cubicBezTo>
                <a:cubicBezTo>
                  <a:pt x="620831" y="0"/>
                  <a:pt x="687204" y="62322"/>
                  <a:pt x="687204" y="145040"/>
                </a:cubicBezTo>
                <a:cubicBezTo>
                  <a:pt x="687204" y="227758"/>
                  <a:pt x="622875" y="290457"/>
                  <a:pt x="539421" y="290457"/>
                </a:cubicBezTo>
                <a:cubicBezTo>
                  <a:pt x="457979" y="290457"/>
                  <a:pt x="391637" y="228136"/>
                  <a:pt x="391637" y="145418"/>
                </a:cubicBezTo>
                <a:close/>
                <a:moveTo>
                  <a:pt x="622875" y="145040"/>
                </a:moveTo>
                <a:cubicBezTo>
                  <a:pt x="622875" y="96567"/>
                  <a:pt x="586637" y="58671"/>
                  <a:pt x="539421" y="58671"/>
                </a:cubicBezTo>
                <a:cubicBezTo>
                  <a:pt x="492204" y="58671"/>
                  <a:pt x="455966" y="96567"/>
                  <a:pt x="455966" y="145449"/>
                </a:cubicBezTo>
                <a:cubicBezTo>
                  <a:pt x="455966" y="194331"/>
                  <a:pt x="492204" y="231818"/>
                  <a:pt x="539421" y="231818"/>
                </a:cubicBezTo>
                <a:cubicBezTo>
                  <a:pt x="586637" y="231818"/>
                  <a:pt x="622875" y="194331"/>
                  <a:pt x="622875" y="145040"/>
                </a:cubicBezTo>
                <a:close/>
                <a:moveTo>
                  <a:pt x="763707" y="5697"/>
                </a:moveTo>
                <a:lnTo>
                  <a:pt x="878524" y="5697"/>
                </a:lnTo>
                <a:cubicBezTo>
                  <a:pt x="940809" y="5697"/>
                  <a:pt x="968491" y="40320"/>
                  <a:pt x="968491" y="81459"/>
                </a:cubicBezTo>
                <a:cubicBezTo>
                  <a:pt x="968491" y="106325"/>
                  <a:pt x="956695" y="126249"/>
                  <a:pt x="933479" y="138084"/>
                </a:cubicBezTo>
                <a:cubicBezTo>
                  <a:pt x="968491" y="148691"/>
                  <a:pt x="987208" y="172298"/>
                  <a:pt x="987208" y="204906"/>
                </a:cubicBezTo>
                <a:cubicBezTo>
                  <a:pt x="987208" y="250515"/>
                  <a:pt x="955059" y="284760"/>
                  <a:pt x="889094" y="284760"/>
                </a:cubicBezTo>
                <a:lnTo>
                  <a:pt x="763707" y="284760"/>
                </a:lnTo>
                <a:lnTo>
                  <a:pt x="763707" y="5697"/>
                </a:lnTo>
                <a:close/>
                <a:moveTo>
                  <a:pt x="826810" y="59867"/>
                </a:moveTo>
                <a:lnTo>
                  <a:pt x="826810" y="116901"/>
                </a:lnTo>
                <a:lnTo>
                  <a:pt x="874026" y="116901"/>
                </a:lnTo>
                <a:cubicBezTo>
                  <a:pt x="895605" y="116901"/>
                  <a:pt x="906615" y="104688"/>
                  <a:pt x="906615" y="87974"/>
                </a:cubicBezTo>
                <a:cubicBezTo>
                  <a:pt x="906615" y="71261"/>
                  <a:pt x="895605" y="59867"/>
                  <a:pt x="874026" y="59867"/>
                </a:cubicBezTo>
                <a:lnTo>
                  <a:pt x="826810" y="59867"/>
                </a:lnTo>
                <a:close/>
                <a:moveTo>
                  <a:pt x="826810" y="170283"/>
                </a:moveTo>
                <a:lnTo>
                  <a:pt x="826810" y="230559"/>
                </a:lnTo>
                <a:lnTo>
                  <a:pt x="885854" y="230559"/>
                </a:lnTo>
                <a:cubicBezTo>
                  <a:pt x="910296" y="230559"/>
                  <a:pt x="924137" y="218347"/>
                  <a:pt x="924137" y="201224"/>
                </a:cubicBezTo>
                <a:cubicBezTo>
                  <a:pt x="924137" y="182874"/>
                  <a:pt x="910296" y="170252"/>
                  <a:pt x="885445" y="170252"/>
                </a:cubicBezTo>
                <a:lnTo>
                  <a:pt x="826810" y="170252"/>
                </a:lnTo>
                <a:close/>
                <a:moveTo>
                  <a:pt x="1224171" y="5697"/>
                </a:moveTo>
                <a:lnTo>
                  <a:pt x="1297875" y="5697"/>
                </a:lnTo>
                <a:lnTo>
                  <a:pt x="1187147" y="145008"/>
                </a:lnTo>
                <a:lnTo>
                  <a:pt x="1301146" y="284729"/>
                </a:lnTo>
                <a:lnTo>
                  <a:pt x="1219327" y="284729"/>
                </a:lnTo>
                <a:lnTo>
                  <a:pt x="1124894" y="165782"/>
                </a:lnTo>
                <a:lnTo>
                  <a:pt x="1124894" y="284729"/>
                </a:lnTo>
                <a:lnTo>
                  <a:pt x="1061792" y="284729"/>
                </a:lnTo>
                <a:lnTo>
                  <a:pt x="1061792" y="5697"/>
                </a:lnTo>
                <a:lnTo>
                  <a:pt x="1124894" y="5697"/>
                </a:lnTo>
                <a:lnTo>
                  <a:pt x="1124894" y="135660"/>
                </a:lnTo>
                <a:lnTo>
                  <a:pt x="1224171" y="5697"/>
                </a:lnTo>
                <a:close/>
                <a:moveTo>
                  <a:pt x="1322663" y="145418"/>
                </a:moveTo>
                <a:cubicBezTo>
                  <a:pt x="1322663" y="62322"/>
                  <a:pt x="1389036" y="0"/>
                  <a:pt x="1470446" y="0"/>
                </a:cubicBezTo>
                <a:cubicBezTo>
                  <a:pt x="1551856" y="0"/>
                  <a:pt x="1618230" y="62322"/>
                  <a:pt x="1618230" y="145040"/>
                </a:cubicBezTo>
                <a:cubicBezTo>
                  <a:pt x="1618230" y="227758"/>
                  <a:pt x="1553901" y="290457"/>
                  <a:pt x="1470446" y="290457"/>
                </a:cubicBezTo>
                <a:cubicBezTo>
                  <a:pt x="1389005" y="290457"/>
                  <a:pt x="1322663" y="228136"/>
                  <a:pt x="1322663" y="145418"/>
                </a:cubicBezTo>
                <a:close/>
                <a:moveTo>
                  <a:pt x="1553933" y="145040"/>
                </a:moveTo>
                <a:cubicBezTo>
                  <a:pt x="1553933" y="96567"/>
                  <a:pt x="1517694" y="58671"/>
                  <a:pt x="1470478" y="58671"/>
                </a:cubicBezTo>
                <a:cubicBezTo>
                  <a:pt x="1423261" y="58671"/>
                  <a:pt x="1387023" y="96567"/>
                  <a:pt x="1387023" y="145449"/>
                </a:cubicBezTo>
                <a:cubicBezTo>
                  <a:pt x="1387023" y="194331"/>
                  <a:pt x="1423261" y="231818"/>
                  <a:pt x="1470478" y="231818"/>
                </a:cubicBezTo>
                <a:cubicBezTo>
                  <a:pt x="1517694" y="231818"/>
                  <a:pt x="1553933" y="194331"/>
                  <a:pt x="1553933" y="145040"/>
                </a:cubicBezTo>
                <a:close/>
                <a:moveTo>
                  <a:pt x="1694765" y="284760"/>
                </a:moveTo>
                <a:lnTo>
                  <a:pt x="1694765" y="5697"/>
                </a:lnTo>
                <a:lnTo>
                  <a:pt x="1757867" y="5697"/>
                </a:lnTo>
                <a:lnTo>
                  <a:pt x="1757867" y="284729"/>
                </a:lnTo>
                <a:lnTo>
                  <a:pt x="1694765" y="284729"/>
                </a:lnTo>
                <a:close/>
              </a:path>
            </a:pathLst>
          </a:custGeom>
          <a:solidFill>
            <a:schemeClr val="tx1"/>
          </a:solidFill>
          <a:ln w="313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CDCD34D-71DD-37DC-397C-E4DD0106C3E5}"/>
              </a:ext>
            </a:extLst>
          </p:cNvPr>
          <p:cNvSpPr txBox="1"/>
          <p:nvPr/>
        </p:nvSpPr>
        <p:spPr>
          <a:xfrm>
            <a:off x="912806" y="10707424"/>
            <a:ext cx="123031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ja-JP" altLang="en-US" sz="900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概要：</a:t>
            </a:r>
            <a:endParaRPr lang="en-GB" sz="900" spc="30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5" name="Google Shape;100;p2">
            <a:extLst>
              <a:ext uri="{FF2B5EF4-FFF2-40B4-BE49-F238E27FC236}">
                <a16:creationId xmlns:a16="http://schemas.microsoft.com/office/drawing/2014/main" id="{BEBDE465-9FE0-FF81-4448-29495D0DBF9B}"/>
              </a:ext>
            </a:extLst>
          </p:cNvPr>
          <p:cNvSpPr txBox="1"/>
          <p:nvPr/>
        </p:nvSpPr>
        <p:spPr>
          <a:xfrm>
            <a:off x="912807" y="10295681"/>
            <a:ext cx="2929728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altLang="ja-JP" sz="14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Campaign Objectives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6D2C4CE-64A2-C817-4E49-72AE58F4F7E4}"/>
              </a:ext>
            </a:extLst>
          </p:cNvPr>
          <p:cNvSpPr txBox="1"/>
          <p:nvPr/>
        </p:nvSpPr>
        <p:spPr>
          <a:xfrm>
            <a:off x="912823" y="371538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BAF3ECC0-FE7E-C711-B4A6-A46F55A0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74" y="11971708"/>
            <a:ext cx="10632989" cy="1243369"/>
          </a:xfrm>
          <a:prstGeom prst="roundRect">
            <a:avLst>
              <a:gd name="adj" fmla="val 13262"/>
            </a:avLst>
          </a:prstGeom>
          <a:noFill/>
        </p:spPr>
      </p:pic>
      <p:sp>
        <p:nvSpPr>
          <p:cNvPr id="148" name="Google Shape;100;p2">
            <a:extLst>
              <a:ext uri="{FF2B5EF4-FFF2-40B4-BE49-F238E27FC236}">
                <a16:creationId xmlns:a16="http://schemas.microsoft.com/office/drawing/2014/main" id="{AEFEFAF1-A90A-FD8E-B2F3-3C6F96805E51}"/>
              </a:ext>
            </a:extLst>
          </p:cNvPr>
          <p:cNvSpPr txBox="1"/>
          <p:nvPr/>
        </p:nvSpPr>
        <p:spPr>
          <a:xfrm>
            <a:off x="1202057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{{DELIVERED_IMPRESSIONS}}</a:t>
            </a:r>
          </a:p>
        </p:txBody>
      </p:sp>
      <p:sp>
        <p:nvSpPr>
          <p:cNvPr id="149" name="Google Shape;100;p2">
            <a:extLst>
              <a:ext uri="{FF2B5EF4-FFF2-40B4-BE49-F238E27FC236}">
                <a16:creationId xmlns:a16="http://schemas.microsoft.com/office/drawing/2014/main" id="{A66AE716-98CB-AF7D-5297-01666B666C10}"/>
              </a:ext>
            </a:extLst>
          </p:cNvPr>
          <p:cNvSpPr txBox="1"/>
          <p:nvPr/>
        </p:nvSpPr>
        <p:spPr>
          <a:xfrm>
            <a:off x="1202066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実配信インプレッション数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0" name="Google Shape;100;p2">
            <a:extLst>
              <a:ext uri="{FF2B5EF4-FFF2-40B4-BE49-F238E27FC236}">
                <a16:creationId xmlns:a16="http://schemas.microsoft.com/office/drawing/2014/main" id="{DA1D4DB1-488E-B372-4D37-CEBF05E0ED21}"/>
              </a:ext>
            </a:extLst>
          </p:cNvPr>
          <p:cNvSpPr txBox="1"/>
          <p:nvPr/>
        </p:nvSpPr>
        <p:spPr>
          <a:xfrm>
            <a:off x="3175359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{{IO_OVERALL_IMPRESSIONS}}</a:t>
            </a:r>
          </a:p>
        </p:txBody>
      </p:sp>
      <p:sp>
        <p:nvSpPr>
          <p:cNvPr id="151" name="Google Shape;100;p2">
            <a:extLst>
              <a:ext uri="{FF2B5EF4-FFF2-40B4-BE49-F238E27FC236}">
                <a16:creationId xmlns:a16="http://schemas.microsoft.com/office/drawing/2014/main" id="{F60954DE-D02B-B1FD-4A1A-25516675B0D5}"/>
              </a:ext>
            </a:extLst>
          </p:cNvPr>
          <p:cNvSpPr txBox="1"/>
          <p:nvPr/>
        </p:nvSpPr>
        <p:spPr>
          <a:xfrm>
            <a:off x="3175368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配信予定インプレッション数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2" name="Google Shape;100;p2">
            <a:extLst>
              <a:ext uri="{FF2B5EF4-FFF2-40B4-BE49-F238E27FC236}">
                <a16:creationId xmlns:a16="http://schemas.microsoft.com/office/drawing/2014/main" id="{68A419A7-C7A7-400D-159B-B0BE17C0C780}"/>
              </a:ext>
            </a:extLst>
          </p:cNvPr>
          <p:cNvSpPr txBox="1"/>
          <p:nvPr/>
        </p:nvSpPr>
        <p:spPr>
          <a:xfrm>
            <a:off x="5148661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{{ADDED_VALUE_IMPRESSIONS}}</a:t>
            </a:r>
          </a:p>
        </p:txBody>
      </p:sp>
      <p:sp>
        <p:nvSpPr>
          <p:cNvPr id="153" name="Google Shape;100;p2">
            <a:extLst>
              <a:ext uri="{FF2B5EF4-FFF2-40B4-BE49-F238E27FC236}">
                <a16:creationId xmlns:a16="http://schemas.microsoft.com/office/drawing/2014/main" id="{F45EF14C-9D3F-233B-1657-8DC254CF22D2}"/>
              </a:ext>
            </a:extLst>
          </p:cNvPr>
          <p:cNvSpPr txBox="1"/>
          <p:nvPr/>
        </p:nvSpPr>
        <p:spPr>
          <a:xfrm>
            <a:off x="5148670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無償配信インプレッション数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4" name="Google Shape;100;p2">
            <a:extLst>
              <a:ext uri="{FF2B5EF4-FFF2-40B4-BE49-F238E27FC236}">
                <a16:creationId xmlns:a16="http://schemas.microsoft.com/office/drawing/2014/main" id="{FE9941F7-B3E6-5F28-2D44-32AF86B9E3AD}"/>
              </a:ext>
            </a:extLst>
          </p:cNvPr>
          <p:cNvSpPr txBox="1"/>
          <p:nvPr/>
        </p:nvSpPr>
        <p:spPr>
          <a:xfrm>
            <a:off x="7121963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{{DELIVERY_WITH_AV_PERCENT}}</a:t>
            </a:r>
          </a:p>
        </p:txBody>
      </p:sp>
      <p:sp>
        <p:nvSpPr>
          <p:cNvPr id="155" name="Google Shape;100;p2">
            <a:extLst>
              <a:ext uri="{FF2B5EF4-FFF2-40B4-BE49-F238E27FC236}">
                <a16:creationId xmlns:a16="http://schemas.microsoft.com/office/drawing/2014/main" id="{C1575B6E-F0DF-0FED-5161-3F07315F7570}"/>
              </a:ext>
            </a:extLst>
          </p:cNvPr>
          <p:cNvSpPr txBox="1"/>
          <p:nvPr/>
        </p:nvSpPr>
        <p:spPr>
          <a:xfrm>
            <a:off x="7121972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配信達成率（無償配信数含む）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6" name="Google Shape;100;p2">
            <a:extLst>
              <a:ext uri="{FF2B5EF4-FFF2-40B4-BE49-F238E27FC236}">
                <a16:creationId xmlns:a16="http://schemas.microsoft.com/office/drawing/2014/main" id="{2E41B7BE-2CE3-A32D-7C48-CDBCBBC8CC32}"/>
              </a:ext>
            </a:extLst>
          </p:cNvPr>
          <p:cNvSpPr txBox="1"/>
          <p:nvPr/>
        </p:nvSpPr>
        <p:spPr>
          <a:xfrm>
            <a:off x="9095266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{{ADDED_VALUE_WORTH}}</a:t>
            </a:r>
          </a:p>
        </p:txBody>
      </p:sp>
      <p:sp>
        <p:nvSpPr>
          <p:cNvPr id="157" name="Google Shape;100;p2">
            <a:extLst>
              <a:ext uri="{FF2B5EF4-FFF2-40B4-BE49-F238E27FC236}">
                <a16:creationId xmlns:a16="http://schemas.microsoft.com/office/drawing/2014/main" id="{D663A46B-4D9F-6F6D-D42B-129F995C049A}"/>
              </a:ext>
            </a:extLst>
          </p:cNvPr>
          <p:cNvSpPr txBox="1"/>
          <p:nvPr/>
        </p:nvSpPr>
        <p:spPr>
          <a:xfrm>
            <a:off x="9095275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無償配信金額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3803579-1C71-08D7-C79F-10A40B71D21D}"/>
              </a:ext>
            </a:extLst>
          </p:cNvPr>
          <p:cNvSpPr txBox="1"/>
          <p:nvPr/>
        </p:nvSpPr>
        <p:spPr>
          <a:xfrm>
            <a:off x="912806" y="14959081"/>
            <a:ext cx="9949158" cy="483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dolor sit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consectetur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adipiscing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elit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sed do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eiusmod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tempor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incididunt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labore et dolore magna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aliqua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Ut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enim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ad minim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veniam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quis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nostrud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exercitation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ullamco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laboris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nisi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aliquip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ex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ea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commodo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Duis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aute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irure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dolor in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reprehenderit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in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voluptate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velit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esse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cillum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dolore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eu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fugiat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nulla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pariatur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4D3F411D-0CCC-4C2F-9B83-686DC899AC43}"/>
              </a:ext>
            </a:extLst>
          </p:cNvPr>
          <p:cNvSpPr txBox="1"/>
          <p:nvPr/>
        </p:nvSpPr>
        <p:spPr>
          <a:xfrm>
            <a:off x="2684259" y="6802752"/>
            <a:ext cx="5199517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668B9C30-FCED-2FA9-29A9-11103BACF30B}"/>
              </a:ext>
            </a:extLst>
          </p:cNvPr>
          <p:cNvSpPr txBox="1"/>
          <p:nvPr/>
        </p:nvSpPr>
        <p:spPr>
          <a:xfrm>
            <a:off x="912806" y="11046530"/>
            <a:ext cx="165259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ja-JP" altLang="en-US" sz="900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オーディエンス</a:t>
            </a:r>
            <a:r>
              <a:rPr lang="en-GB" sz="900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900" spc="30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8D1CDCED-EA5E-E455-AAF6-07B31B0C8807}"/>
              </a:ext>
            </a:extLst>
          </p:cNvPr>
          <p:cNvSpPr txBox="1"/>
          <p:nvPr/>
        </p:nvSpPr>
        <p:spPr>
          <a:xfrm>
            <a:off x="912806" y="11380444"/>
            <a:ext cx="123031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900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KPI</a:t>
            </a:r>
            <a:r>
              <a: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CE9323C0-F958-D62C-A73B-DF9959156F37}"/>
              </a:ext>
            </a:extLst>
          </p:cNvPr>
          <p:cNvSpPr txBox="1"/>
          <p:nvPr/>
        </p:nvSpPr>
        <p:spPr>
          <a:xfrm>
            <a:off x="1623462" y="10707424"/>
            <a:ext cx="965573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B436329-E0CC-C228-1A27-7749AA52502F}"/>
              </a:ext>
            </a:extLst>
          </p:cNvPr>
          <p:cNvSpPr txBox="1"/>
          <p:nvPr/>
        </p:nvSpPr>
        <p:spPr>
          <a:xfrm>
            <a:off x="2143124" y="11046530"/>
            <a:ext cx="965573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3FF4B911-796E-F170-4DCA-16F12A13D4EE}"/>
              </a:ext>
            </a:extLst>
          </p:cNvPr>
          <p:cNvSpPr txBox="1"/>
          <p:nvPr/>
        </p:nvSpPr>
        <p:spPr>
          <a:xfrm>
            <a:off x="1623462" y="11380444"/>
            <a:ext cx="965573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89094D-E517-FA88-A6C6-22C381580D53}"/>
              </a:ext>
            </a:extLst>
          </p:cNvPr>
          <p:cNvSpPr txBox="1"/>
          <p:nvPr/>
        </p:nvSpPr>
        <p:spPr>
          <a:xfrm>
            <a:off x="3397351" y="8262869"/>
            <a:ext cx="1256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クライアント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B51F2F-B9FC-AAD6-4FF0-3084956A9CFF}"/>
              </a:ext>
            </a:extLst>
          </p:cNvPr>
          <p:cNvSpPr txBox="1"/>
          <p:nvPr/>
        </p:nvSpPr>
        <p:spPr>
          <a:xfrm>
            <a:off x="4353497" y="826286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F362E4-5A12-9068-498B-77F7872CF6A8}"/>
              </a:ext>
            </a:extLst>
          </p:cNvPr>
          <p:cNvSpPr txBox="1"/>
          <p:nvPr/>
        </p:nvSpPr>
        <p:spPr>
          <a:xfrm>
            <a:off x="3397351" y="8540194"/>
            <a:ext cx="11893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39E049-03E6-7582-56AE-CE3DA48E9E11}"/>
              </a:ext>
            </a:extLst>
          </p:cNvPr>
          <p:cNvSpPr txBox="1"/>
          <p:nvPr/>
        </p:nvSpPr>
        <p:spPr>
          <a:xfrm>
            <a:off x="3397351" y="881752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配信国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0DD670-AB92-529B-C1DD-E3830691F30E}"/>
              </a:ext>
            </a:extLst>
          </p:cNvPr>
          <p:cNvSpPr txBox="1"/>
          <p:nvPr/>
        </p:nvSpPr>
        <p:spPr>
          <a:xfrm>
            <a:off x="3397351" y="9094846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配信期間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833CA0-E061-100A-B47D-A3119611BFA9}"/>
              </a:ext>
            </a:extLst>
          </p:cNvPr>
          <p:cNvSpPr txBox="1"/>
          <p:nvPr/>
        </p:nvSpPr>
        <p:spPr>
          <a:xfrm>
            <a:off x="3397351" y="9372171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実配信金額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813B05-C328-F4C7-3D9D-BFD01CC75126}"/>
              </a:ext>
            </a:extLst>
          </p:cNvPr>
          <p:cNvSpPr txBox="1"/>
          <p:nvPr/>
        </p:nvSpPr>
        <p:spPr>
          <a:xfrm>
            <a:off x="4353497" y="8538876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0AE923-005E-BA5A-0DB9-5C54753DE175}"/>
              </a:ext>
            </a:extLst>
          </p:cNvPr>
          <p:cNvSpPr txBox="1"/>
          <p:nvPr/>
        </p:nvSpPr>
        <p:spPr>
          <a:xfrm>
            <a:off x="4353497" y="8814884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ED627E-874B-9701-BAE8-66789D5B68DF}"/>
              </a:ext>
            </a:extLst>
          </p:cNvPr>
          <p:cNvSpPr txBox="1"/>
          <p:nvPr/>
        </p:nvSpPr>
        <p:spPr>
          <a:xfrm>
            <a:off x="4353496" y="9090892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42D6B0-24E7-219C-F703-524A2E63467D}"/>
              </a:ext>
            </a:extLst>
          </p:cNvPr>
          <p:cNvSpPr txBox="1"/>
          <p:nvPr/>
        </p:nvSpPr>
        <p:spPr>
          <a:xfrm>
            <a:off x="4353497" y="9366899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CF6DC0E4-8898-28E1-1127-79F01213278A}"/>
              </a:ext>
            </a:extLst>
          </p:cNvPr>
          <p:cNvSpPr txBox="1"/>
          <p:nvPr/>
        </p:nvSpPr>
        <p:spPr>
          <a:xfrm>
            <a:off x="3397351" y="7806279"/>
            <a:ext cx="226232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25" name="Google Shape;114;p2">
            <a:extLst>
              <a:ext uri="{FF2B5EF4-FFF2-40B4-BE49-F238E27FC236}">
                <a16:creationId xmlns:a16="http://schemas.microsoft.com/office/drawing/2014/main" id="{C112FAA0-7DE2-D884-9430-DD704994C4E6}"/>
              </a:ext>
            </a:extLst>
          </p:cNvPr>
          <p:cNvSpPr txBox="1"/>
          <p:nvPr/>
        </p:nvSpPr>
        <p:spPr>
          <a:xfrm>
            <a:off x="916319" y="14160461"/>
            <a:ext cx="1696848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spc="40">
                <a:latin typeface="Open Sans Semibold" panose="020B0606030504020204" pitchFamily="34" charset="0"/>
                <a:ea typeface="Inter SemiBold" panose="02000503000000020004" pitchFamily="2" charset="0"/>
                <a:cs typeface="Open Sans Semibold" panose="020B0606030504020204" pitchFamily="34" charset="0"/>
                <a:sym typeface="Inter"/>
              </a:rPr>
              <a:t>ビューアビリティ</a:t>
            </a:r>
          </a:p>
        </p:txBody>
      </p:sp>
      <p:sp>
        <p:nvSpPr>
          <p:cNvPr id="26" name="Google Shape;100;p2">
            <a:extLst>
              <a:ext uri="{FF2B5EF4-FFF2-40B4-BE49-F238E27FC236}">
                <a16:creationId xmlns:a16="http://schemas.microsoft.com/office/drawing/2014/main" id="{0406CDE9-CDDE-FF93-B97A-625FD27F6037}"/>
              </a:ext>
            </a:extLst>
          </p:cNvPr>
          <p:cNvSpPr txBox="1"/>
          <p:nvPr/>
        </p:nvSpPr>
        <p:spPr>
          <a:xfrm>
            <a:off x="916319" y="14354412"/>
            <a:ext cx="1696847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60 - 70% Benchmark</a:t>
            </a:r>
          </a:p>
        </p:txBody>
      </p:sp>
      <p:sp>
        <p:nvSpPr>
          <p:cNvPr id="27" name="Google Shape;114;p2">
            <a:extLst>
              <a:ext uri="{FF2B5EF4-FFF2-40B4-BE49-F238E27FC236}">
                <a16:creationId xmlns:a16="http://schemas.microsoft.com/office/drawing/2014/main" id="{0AFE8D13-EE7D-7FE1-AA0B-C5342B4567B1}"/>
              </a:ext>
            </a:extLst>
          </p:cNvPr>
          <p:cNvSpPr txBox="1"/>
          <p:nvPr/>
        </p:nvSpPr>
        <p:spPr>
          <a:xfrm>
            <a:off x="3677702" y="14160461"/>
            <a:ext cx="1147214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クリック率</a:t>
            </a:r>
          </a:p>
        </p:txBody>
      </p:sp>
      <p:sp>
        <p:nvSpPr>
          <p:cNvPr id="28" name="Google Shape;100;p2">
            <a:extLst>
              <a:ext uri="{FF2B5EF4-FFF2-40B4-BE49-F238E27FC236}">
                <a16:creationId xmlns:a16="http://schemas.microsoft.com/office/drawing/2014/main" id="{661B26FF-6FED-2B02-5591-499BC81210E8}"/>
              </a:ext>
            </a:extLst>
          </p:cNvPr>
          <p:cNvSpPr txBox="1"/>
          <p:nvPr/>
        </p:nvSpPr>
        <p:spPr>
          <a:xfrm>
            <a:off x="3677701" y="14354412"/>
            <a:ext cx="1661003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0.3-0.5 % Benchmark</a:t>
            </a:r>
          </a:p>
        </p:txBody>
      </p:sp>
      <p:sp>
        <p:nvSpPr>
          <p:cNvPr id="29" name="Google Shape;114;p2">
            <a:extLst>
              <a:ext uri="{FF2B5EF4-FFF2-40B4-BE49-F238E27FC236}">
                <a16:creationId xmlns:a16="http://schemas.microsoft.com/office/drawing/2014/main" id="{504BB456-20D4-C961-EAC0-586C0E1C2A67}"/>
              </a:ext>
            </a:extLst>
          </p:cNvPr>
          <p:cNvSpPr txBox="1"/>
          <p:nvPr/>
        </p:nvSpPr>
        <p:spPr>
          <a:xfrm>
            <a:off x="6386492" y="14160461"/>
            <a:ext cx="2168704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エンゲージメント率</a:t>
            </a:r>
          </a:p>
        </p:txBody>
      </p:sp>
      <p:sp>
        <p:nvSpPr>
          <p:cNvPr id="30" name="Google Shape;100;p2">
            <a:extLst>
              <a:ext uri="{FF2B5EF4-FFF2-40B4-BE49-F238E27FC236}">
                <a16:creationId xmlns:a16="http://schemas.microsoft.com/office/drawing/2014/main" id="{733D7256-30D5-E9EC-905E-78E577C9B5B9}"/>
              </a:ext>
            </a:extLst>
          </p:cNvPr>
          <p:cNvSpPr txBox="1"/>
          <p:nvPr/>
        </p:nvSpPr>
        <p:spPr>
          <a:xfrm>
            <a:off x="6386491" y="14354412"/>
            <a:ext cx="184536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 – 0.5% Benchmark</a:t>
            </a:r>
          </a:p>
        </p:txBody>
      </p:sp>
      <p:sp>
        <p:nvSpPr>
          <p:cNvPr id="31" name="Google Shape;114;p2">
            <a:extLst>
              <a:ext uri="{FF2B5EF4-FFF2-40B4-BE49-F238E27FC236}">
                <a16:creationId xmlns:a16="http://schemas.microsoft.com/office/drawing/2014/main" id="{D02E7A30-4FD5-9D5A-AD2B-614568E3D4C8}"/>
              </a:ext>
            </a:extLst>
          </p:cNvPr>
          <p:cNvSpPr txBox="1"/>
          <p:nvPr/>
        </p:nvSpPr>
        <p:spPr>
          <a:xfrm>
            <a:off x="9095266" y="14160461"/>
            <a:ext cx="2168704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動画視聴完了率</a:t>
            </a:r>
          </a:p>
        </p:txBody>
      </p:sp>
      <p:sp>
        <p:nvSpPr>
          <p:cNvPr id="32" name="Google Shape;100;p2">
            <a:extLst>
              <a:ext uri="{FF2B5EF4-FFF2-40B4-BE49-F238E27FC236}">
                <a16:creationId xmlns:a16="http://schemas.microsoft.com/office/drawing/2014/main" id="{28F09418-15F3-03F9-F114-F55D4B70F430}"/>
              </a:ext>
            </a:extLst>
          </p:cNvPr>
          <p:cNvSpPr txBox="1"/>
          <p:nvPr/>
        </p:nvSpPr>
        <p:spPr>
          <a:xfrm>
            <a:off x="9095266" y="14354412"/>
            <a:ext cx="1548121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25 – 35% Benchmark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C155BBA-4839-C676-2A61-69426911A0C7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62E866F-2AA2-9D19-383F-3FF22C16610E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20C450E-5DFF-00B4-9B47-DC5DC589BBE3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621F014-55A3-66F4-DDD5-0BCAC2DD40D0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Markets.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D0FC4C-F030-E0CE-8E00-B68606B147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8067"/>
          <a:stretch>
            <a:fillRect/>
          </a:stretch>
        </p:blipFill>
        <p:spPr>
          <a:xfrm>
            <a:off x="779461" y="6748729"/>
            <a:ext cx="10632989" cy="4008171"/>
          </a:xfrm>
          <a:prstGeom prst="roundRect">
            <a:avLst>
              <a:gd name="adj" fmla="val 4716"/>
            </a:avLst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00BE7FA6-D6DD-2339-736E-CCA330542F46}"/>
              </a:ext>
            </a:extLst>
          </p:cNvPr>
          <p:cNvSpPr/>
          <p:nvPr/>
        </p:nvSpPr>
        <p:spPr>
          <a:xfrm>
            <a:off x="779461" y="8059295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12AE31E-B48C-ABCD-65DE-9CB0491F8452}"/>
              </a:ext>
            </a:extLst>
          </p:cNvPr>
          <p:cNvSpPr/>
          <p:nvPr/>
        </p:nvSpPr>
        <p:spPr>
          <a:xfrm>
            <a:off x="779461" y="862327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9" name="Google Shape;100;p2">
            <a:extLst>
              <a:ext uri="{FF2B5EF4-FFF2-40B4-BE49-F238E27FC236}">
                <a16:creationId xmlns:a16="http://schemas.microsoft.com/office/drawing/2014/main" id="{AF05326C-0426-493E-4D6D-1C66215A14F0}"/>
              </a:ext>
            </a:extLst>
          </p:cNvPr>
          <p:cNvSpPr txBox="1"/>
          <p:nvPr/>
        </p:nvSpPr>
        <p:spPr>
          <a:xfrm>
            <a:off x="1202057" y="707916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0" name="Google Shape;100;p2">
            <a:extLst>
              <a:ext uri="{FF2B5EF4-FFF2-40B4-BE49-F238E27FC236}">
                <a16:creationId xmlns:a16="http://schemas.microsoft.com/office/drawing/2014/main" id="{36A072CF-0E4F-095C-EFE7-D67219CC08C6}"/>
              </a:ext>
            </a:extLst>
          </p:cNvPr>
          <p:cNvSpPr txBox="1"/>
          <p:nvPr/>
        </p:nvSpPr>
        <p:spPr>
          <a:xfrm>
            <a:off x="1202060" y="7726014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lang="en-GB" sz="11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641E7CBE-40F2-A591-99EC-0009C9D74E48}"/>
              </a:ext>
            </a:extLst>
          </p:cNvPr>
          <p:cNvSpPr txBox="1"/>
          <p:nvPr/>
        </p:nvSpPr>
        <p:spPr>
          <a:xfrm>
            <a:off x="4489543" y="707916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2D0F76CF-A05B-1B9B-2A91-D64F4EACB417}"/>
              </a:ext>
            </a:extLst>
          </p:cNvPr>
          <p:cNvSpPr txBox="1"/>
          <p:nvPr/>
        </p:nvSpPr>
        <p:spPr>
          <a:xfrm>
            <a:off x="7950993" y="707916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AC4DC4F-2FE3-65E2-4CF9-6925923FC334}"/>
              </a:ext>
            </a:extLst>
          </p:cNvPr>
          <p:cNvSpPr/>
          <p:nvPr/>
        </p:nvSpPr>
        <p:spPr>
          <a:xfrm>
            <a:off x="779461" y="942965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745C02A-9A0C-EA94-EF37-D923AD6D6E30}"/>
              </a:ext>
            </a:extLst>
          </p:cNvPr>
          <p:cNvSpPr/>
          <p:nvPr/>
        </p:nvSpPr>
        <p:spPr>
          <a:xfrm>
            <a:off x="779461" y="9993634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3" name="Google Shape;100;p2">
            <a:extLst>
              <a:ext uri="{FF2B5EF4-FFF2-40B4-BE49-F238E27FC236}">
                <a16:creationId xmlns:a16="http://schemas.microsoft.com/office/drawing/2014/main" id="{2CAA7415-73D4-8BC2-8605-E83B5D07BC47}"/>
              </a:ext>
            </a:extLst>
          </p:cNvPr>
          <p:cNvSpPr txBox="1"/>
          <p:nvPr/>
        </p:nvSpPr>
        <p:spPr>
          <a:xfrm>
            <a:off x="1202060" y="9096376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spc="40">
                <a:solidFill>
                  <a:schemeClr val="accent6"/>
                </a:solidFill>
                <a:latin typeface="Inter Italic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市場</a:t>
            </a:r>
            <a:endParaRPr lang="en-GB" sz="1100" spc="40" dirty="0">
              <a:solidFill>
                <a:schemeClr val="accent6"/>
              </a:solidFill>
              <a:latin typeface="Inter Italic" panose="02000503000000020004" pitchFamily="2" charset="0"/>
              <a:ea typeface="Inter Italic" panose="02000503000000020004" pitchFamily="2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2" name="Google Shape;100;p2">
            <a:extLst>
              <a:ext uri="{FF2B5EF4-FFF2-40B4-BE49-F238E27FC236}">
                <a16:creationId xmlns:a16="http://schemas.microsoft.com/office/drawing/2014/main" id="{FF790B96-4021-655E-9D08-8318BC120FCF}"/>
              </a:ext>
            </a:extLst>
          </p:cNvPr>
          <p:cNvSpPr txBox="1"/>
          <p:nvPr/>
        </p:nvSpPr>
        <p:spPr>
          <a:xfrm>
            <a:off x="1202059" y="7416491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3" name="Google Shape;100;p2">
            <a:extLst>
              <a:ext uri="{FF2B5EF4-FFF2-40B4-BE49-F238E27FC236}">
                <a16:creationId xmlns:a16="http://schemas.microsoft.com/office/drawing/2014/main" id="{1D29C93D-944A-6E75-096B-89F9A39CAFFC}"/>
              </a:ext>
            </a:extLst>
          </p:cNvPr>
          <p:cNvSpPr txBox="1"/>
          <p:nvPr/>
        </p:nvSpPr>
        <p:spPr>
          <a:xfrm>
            <a:off x="4489546" y="7411048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44E1A2BF-5B39-C07D-F94F-338983E0F8B0}"/>
              </a:ext>
            </a:extLst>
          </p:cNvPr>
          <p:cNvSpPr txBox="1"/>
          <p:nvPr/>
        </p:nvSpPr>
        <p:spPr>
          <a:xfrm>
            <a:off x="7950998" y="7412728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BC7021D1-A245-4634-7AE0-1BB1FD91775A}"/>
              </a:ext>
            </a:extLst>
          </p:cNvPr>
          <p:cNvCxnSpPr>
            <a:cxnSpLocks/>
          </p:cNvCxnSpPr>
          <p:nvPr/>
        </p:nvCxnSpPr>
        <p:spPr>
          <a:xfrm>
            <a:off x="4232365" y="6986300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2E1A0712-C70B-D413-2EEA-06D839FD4B00}"/>
              </a:ext>
            </a:extLst>
          </p:cNvPr>
          <p:cNvCxnSpPr>
            <a:cxnSpLocks/>
          </p:cNvCxnSpPr>
          <p:nvPr/>
        </p:nvCxnSpPr>
        <p:spPr>
          <a:xfrm>
            <a:off x="7667896" y="6986300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1285E192-4D78-F0DE-60B6-4C5840933039}"/>
              </a:ext>
            </a:extLst>
          </p:cNvPr>
          <p:cNvSpPr txBox="1"/>
          <p:nvPr/>
        </p:nvSpPr>
        <p:spPr>
          <a:xfrm>
            <a:off x="912811" y="5966661"/>
            <a:ext cx="8938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4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 &amp; Markets.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D733708-6CFE-BA2D-CB8A-D592AAA5C21F}"/>
              </a:ext>
            </a:extLst>
          </p:cNvPr>
          <p:cNvSpPr txBox="1"/>
          <p:nvPr/>
        </p:nvSpPr>
        <p:spPr>
          <a:xfrm>
            <a:off x="1199048" y="8103499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4BBB932-D03F-2DC9-7FCF-023543EA6D16}"/>
              </a:ext>
            </a:extLst>
          </p:cNvPr>
          <p:cNvSpPr txBox="1"/>
          <p:nvPr/>
        </p:nvSpPr>
        <p:spPr>
          <a:xfrm>
            <a:off x="1199048" y="8382263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1C20F48A-D92E-2519-7637-45ABCAA11BBA}"/>
              </a:ext>
            </a:extLst>
          </p:cNvPr>
          <p:cNvSpPr txBox="1"/>
          <p:nvPr/>
        </p:nvSpPr>
        <p:spPr>
          <a:xfrm>
            <a:off x="1199048" y="8661026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F2201B7-8FFC-6B91-EFA1-D89532C9C799}"/>
              </a:ext>
            </a:extLst>
          </p:cNvPr>
          <p:cNvSpPr txBox="1"/>
          <p:nvPr/>
        </p:nvSpPr>
        <p:spPr>
          <a:xfrm>
            <a:off x="1844529" y="8100287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9754DC7-5F24-941F-41C1-A7B809E9B69D}"/>
              </a:ext>
            </a:extLst>
          </p:cNvPr>
          <p:cNvSpPr txBox="1"/>
          <p:nvPr/>
        </p:nvSpPr>
        <p:spPr>
          <a:xfrm>
            <a:off x="1844529" y="8379051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A03DCA4-B14F-C994-F0EE-24B5DB4E7E00}"/>
              </a:ext>
            </a:extLst>
          </p:cNvPr>
          <p:cNvSpPr txBox="1"/>
          <p:nvPr/>
        </p:nvSpPr>
        <p:spPr>
          <a:xfrm>
            <a:off x="1844529" y="8657814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7FE2D9D-D57B-B020-359F-7ABBFFC25B31}"/>
              </a:ext>
            </a:extLst>
          </p:cNvPr>
          <p:cNvSpPr txBox="1"/>
          <p:nvPr/>
        </p:nvSpPr>
        <p:spPr>
          <a:xfrm>
            <a:off x="4486535" y="8103499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43618047-CC1E-F206-7C06-B8AC7405D6A9}"/>
              </a:ext>
            </a:extLst>
          </p:cNvPr>
          <p:cNvSpPr txBox="1"/>
          <p:nvPr/>
        </p:nvSpPr>
        <p:spPr>
          <a:xfrm>
            <a:off x="4486535" y="8382263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06E04B-0E59-7636-9B37-29340A73F17B}"/>
              </a:ext>
            </a:extLst>
          </p:cNvPr>
          <p:cNvSpPr txBox="1"/>
          <p:nvPr/>
        </p:nvSpPr>
        <p:spPr>
          <a:xfrm>
            <a:off x="4486535" y="8661026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35DBB5A-46D9-7A0C-F128-73A3F0A3FF6C}"/>
              </a:ext>
            </a:extLst>
          </p:cNvPr>
          <p:cNvSpPr txBox="1"/>
          <p:nvPr/>
        </p:nvSpPr>
        <p:spPr>
          <a:xfrm>
            <a:off x="5283822" y="8100287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911DFD8-C66E-49C9-BFAB-16D87533C248}"/>
              </a:ext>
            </a:extLst>
          </p:cNvPr>
          <p:cNvSpPr txBox="1"/>
          <p:nvPr/>
        </p:nvSpPr>
        <p:spPr>
          <a:xfrm>
            <a:off x="5283822" y="8379051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E4A260C-A28A-041A-3748-8E891BE8E487}"/>
              </a:ext>
            </a:extLst>
          </p:cNvPr>
          <p:cNvSpPr txBox="1"/>
          <p:nvPr/>
        </p:nvSpPr>
        <p:spPr>
          <a:xfrm>
            <a:off x="5283822" y="8657814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5E31A8-F985-69B5-8B10-8AC8E838F1D3}"/>
              </a:ext>
            </a:extLst>
          </p:cNvPr>
          <p:cNvSpPr txBox="1"/>
          <p:nvPr/>
        </p:nvSpPr>
        <p:spPr>
          <a:xfrm>
            <a:off x="7947986" y="8103499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653D0B2-0FC7-55D2-D962-B2F805E94B2E}"/>
              </a:ext>
            </a:extLst>
          </p:cNvPr>
          <p:cNvSpPr txBox="1"/>
          <p:nvPr/>
        </p:nvSpPr>
        <p:spPr>
          <a:xfrm>
            <a:off x="7947986" y="8382263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711ECEE-450C-C69C-BBCC-94AAC2B8C601}"/>
              </a:ext>
            </a:extLst>
          </p:cNvPr>
          <p:cNvSpPr txBox="1"/>
          <p:nvPr/>
        </p:nvSpPr>
        <p:spPr>
          <a:xfrm>
            <a:off x="7947986" y="8661026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6120E9E-DB2A-064A-93EC-C9C2E6D33B7C}"/>
              </a:ext>
            </a:extLst>
          </p:cNvPr>
          <p:cNvSpPr txBox="1"/>
          <p:nvPr/>
        </p:nvSpPr>
        <p:spPr>
          <a:xfrm>
            <a:off x="8738849" y="8100287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D442D86-C1D8-7786-4F3E-CC9753AC1414}"/>
              </a:ext>
            </a:extLst>
          </p:cNvPr>
          <p:cNvSpPr txBox="1"/>
          <p:nvPr/>
        </p:nvSpPr>
        <p:spPr>
          <a:xfrm>
            <a:off x="8738849" y="8379051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46F4417-5AF5-0665-1C33-44CCD853F494}"/>
              </a:ext>
            </a:extLst>
          </p:cNvPr>
          <p:cNvSpPr txBox="1"/>
          <p:nvPr/>
        </p:nvSpPr>
        <p:spPr>
          <a:xfrm>
            <a:off x="8738849" y="8657814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AD2FDE1E-7BFE-7D99-F857-2F32867BB140}"/>
              </a:ext>
            </a:extLst>
          </p:cNvPr>
          <p:cNvSpPr txBox="1"/>
          <p:nvPr/>
        </p:nvSpPr>
        <p:spPr>
          <a:xfrm>
            <a:off x="1199048" y="9487840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06446F5-9BF7-70AC-8D0C-9BB839F50150}"/>
              </a:ext>
            </a:extLst>
          </p:cNvPr>
          <p:cNvSpPr txBox="1"/>
          <p:nvPr/>
        </p:nvSpPr>
        <p:spPr>
          <a:xfrm>
            <a:off x="1199048" y="9766604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A1DFBDD-E0B8-63C6-71EF-7176B127FDD1}"/>
              </a:ext>
            </a:extLst>
          </p:cNvPr>
          <p:cNvSpPr txBox="1"/>
          <p:nvPr/>
        </p:nvSpPr>
        <p:spPr>
          <a:xfrm>
            <a:off x="1199048" y="10045367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2DB82729-11A5-64A9-F7B6-9155B4BE1F34}"/>
              </a:ext>
            </a:extLst>
          </p:cNvPr>
          <p:cNvSpPr txBox="1"/>
          <p:nvPr/>
        </p:nvSpPr>
        <p:spPr>
          <a:xfrm>
            <a:off x="1844529" y="9484628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EA39D1E2-2A4C-B87E-91C9-095BB41BFDA7}"/>
              </a:ext>
            </a:extLst>
          </p:cNvPr>
          <p:cNvSpPr txBox="1"/>
          <p:nvPr/>
        </p:nvSpPr>
        <p:spPr>
          <a:xfrm>
            <a:off x="1844529" y="9763392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7086647E-0965-2D38-1FDF-06A561357D6D}"/>
              </a:ext>
            </a:extLst>
          </p:cNvPr>
          <p:cNvSpPr txBox="1"/>
          <p:nvPr/>
        </p:nvSpPr>
        <p:spPr>
          <a:xfrm>
            <a:off x="1844529" y="10042155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2113A0F1-E675-6413-431C-A8C64F0822CE}"/>
              </a:ext>
            </a:extLst>
          </p:cNvPr>
          <p:cNvSpPr txBox="1"/>
          <p:nvPr/>
        </p:nvSpPr>
        <p:spPr>
          <a:xfrm>
            <a:off x="4486535" y="9487840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D3F087A-359B-CB2A-98EE-D0EA5C80CBDB}"/>
              </a:ext>
            </a:extLst>
          </p:cNvPr>
          <p:cNvSpPr txBox="1"/>
          <p:nvPr/>
        </p:nvSpPr>
        <p:spPr>
          <a:xfrm>
            <a:off x="4486535" y="9766604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EC33E4F7-5B52-60F4-CC54-7174C1ECF255}"/>
              </a:ext>
            </a:extLst>
          </p:cNvPr>
          <p:cNvSpPr txBox="1"/>
          <p:nvPr/>
        </p:nvSpPr>
        <p:spPr>
          <a:xfrm>
            <a:off x="4486535" y="10045367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141B86FA-D1AD-C033-BC0A-9A4B8590BB5E}"/>
              </a:ext>
            </a:extLst>
          </p:cNvPr>
          <p:cNvSpPr txBox="1"/>
          <p:nvPr/>
        </p:nvSpPr>
        <p:spPr>
          <a:xfrm>
            <a:off x="5283822" y="9484628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4D0083F2-E31A-57BB-D49B-C0C7028B2336}"/>
              </a:ext>
            </a:extLst>
          </p:cNvPr>
          <p:cNvSpPr txBox="1"/>
          <p:nvPr/>
        </p:nvSpPr>
        <p:spPr>
          <a:xfrm>
            <a:off x="5283822" y="9763392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8D3CDA63-4D43-C901-CE68-07BC3B00E5D4}"/>
              </a:ext>
            </a:extLst>
          </p:cNvPr>
          <p:cNvSpPr txBox="1"/>
          <p:nvPr/>
        </p:nvSpPr>
        <p:spPr>
          <a:xfrm>
            <a:off x="5283822" y="10042155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46E674C-852D-BF66-2625-1E9A791E795B}"/>
              </a:ext>
            </a:extLst>
          </p:cNvPr>
          <p:cNvSpPr txBox="1"/>
          <p:nvPr/>
        </p:nvSpPr>
        <p:spPr>
          <a:xfrm>
            <a:off x="7947986" y="9487840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3F2A847-FA3D-4145-0BDD-5BDFD2583146}"/>
              </a:ext>
            </a:extLst>
          </p:cNvPr>
          <p:cNvSpPr txBox="1"/>
          <p:nvPr/>
        </p:nvSpPr>
        <p:spPr>
          <a:xfrm>
            <a:off x="7947986" y="9766604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6D5BB467-AD27-1A65-7C47-0E38E16616CD}"/>
              </a:ext>
            </a:extLst>
          </p:cNvPr>
          <p:cNvSpPr txBox="1"/>
          <p:nvPr/>
        </p:nvSpPr>
        <p:spPr>
          <a:xfrm>
            <a:off x="7947986" y="10045367"/>
            <a:ext cx="2110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0F23B522-2903-6F50-DC6A-38CCD8E40016}"/>
              </a:ext>
            </a:extLst>
          </p:cNvPr>
          <p:cNvSpPr txBox="1"/>
          <p:nvPr/>
        </p:nvSpPr>
        <p:spPr>
          <a:xfrm>
            <a:off x="8738849" y="9484628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B0BD5142-D401-4AB7-E362-A9F75D1AFDD0}"/>
              </a:ext>
            </a:extLst>
          </p:cNvPr>
          <p:cNvSpPr txBox="1"/>
          <p:nvPr/>
        </p:nvSpPr>
        <p:spPr>
          <a:xfrm>
            <a:off x="8738849" y="9763392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C151065-8D3E-1651-3D12-35C9FAB47307}"/>
              </a:ext>
            </a:extLst>
          </p:cNvPr>
          <p:cNvSpPr txBox="1"/>
          <p:nvPr/>
        </p:nvSpPr>
        <p:spPr>
          <a:xfrm>
            <a:off x="8738849" y="10042155"/>
            <a:ext cx="2248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Overview.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Creative.</a:t>
              </a: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defRPr/>
              </a:pPr>
              <a:r>
                <a:rPr lang="en-GB" sz="800" b="1" spc="4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One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defRPr/>
              </a:pPr>
              <a:r>
                <a:rPr lang="en-GB" sz="800" b="1" spc="4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Two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01C2B15-C73B-2E15-30CC-19023C6A6B47}"/>
              </a:ext>
            </a:extLst>
          </p:cNvPr>
          <p:cNvGrpSpPr/>
          <p:nvPr/>
        </p:nvGrpSpPr>
        <p:grpSpPr>
          <a:xfrm>
            <a:off x="779458" y="6666741"/>
            <a:ext cx="10632989" cy="3915814"/>
            <a:chOff x="779458" y="6666741"/>
            <a:chExt cx="10632989" cy="3915814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Attention Score.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05913A24-35A2-76AD-6782-B3F8A487D0EE}"/>
                </a:ext>
              </a:extLst>
            </p:cNvPr>
            <p:cNvGrpSpPr/>
            <p:nvPr/>
          </p:nvGrpSpPr>
          <p:grpSpPr>
            <a:xfrm>
              <a:off x="779458" y="7418107"/>
              <a:ext cx="10632989" cy="3164448"/>
              <a:chOff x="779455" y="4439196"/>
              <a:chExt cx="10632989" cy="3164448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EAE141F7-547F-1FE4-0F25-E5D35B41C5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23680" b="23680"/>
              <a:stretch/>
            </p:blipFill>
            <p:spPr>
              <a:xfrm>
                <a:off x="779455" y="4439196"/>
                <a:ext cx="10632989" cy="3164448"/>
              </a:xfrm>
              <a:prstGeom prst="roundRect">
                <a:avLst>
                  <a:gd name="adj" fmla="val 7425"/>
                </a:avLst>
              </a:prstGeom>
            </p:spPr>
          </p:pic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04E8F7BE-C86C-4661-9882-545CF969FD27}"/>
                  </a:ext>
                </a:extLst>
              </p:cNvPr>
              <p:cNvSpPr/>
              <p:nvPr/>
            </p:nvSpPr>
            <p:spPr>
              <a:xfrm>
                <a:off x="1136691" y="5132854"/>
                <a:ext cx="4578439" cy="685982"/>
              </a:xfrm>
              <a:prstGeom prst="roundRect">
                <a:avLst>
                  <a:gd name="adj" fmla="val 19000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09B685D4-BE9A-8047-8401-07DC17DD7CCD}"/>
                  </a:ext>
                </a:extLst>
              </p:cNvPr>
              <p:cNvSpPr/>
              <p:nvPr/>
            </p:nvSpPr>
            <p:spPr>
              <a:xfrm>
                <a:off x="6418720" y="5127617"/>
                <a:ext cx="4578439" cy="685982"/>
              </a:xfrm>
              <a:prstGeom prst="roundRect">
                <a:avLst>
                  <a:gd name="adj" fmla="val 19000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" name="Google Shape;110;p2">
                <a:extLst>
                  <a:ext uri="{FF2B5EF4-FFF2-40B4-BE49-F238E27FC236}">
                    <a16:creationId xmlns:a16="http://schemas.microsoft.com/office/drawing/2014/main" id="{EB55C6CB-83EA-7EF7-57EB-DF707DB3B49F}"/>
                  </a:ext>
                </a:extLst>
              </p:cNvPr>
              <p:cNvSpPr txBox="1"/>
              <p:nvPr/>
            </p:nvSpPr>
            <p:spPr>
              <a:xfrm>
                <a:off x="1244909" y="5238213"/>
                <a:ext cx="4382807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defRPr/>
                </a:pPr>
                <a:r>
                  <a:rPr lang="en-GB" sz="2400" b="1" spc="100" dirty="0">
                    <a:solidFill>
                      <a:srgbClr val="1D1D1D"/>
                    </a:solidFill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N/A.N/AXM</a:t>
                </a:r>
              </a:p>
            </p:txBody>
          </p:sp>
          <p:pic>
            <p:nvPicPr>
              <p:cNvPr id="6" name="Picture 2" descr="logo-placeholder - Shop at RaceYa">
                <a:extLst>
                  <a:ext uri="{FF2B5EF4-FFF2-40B4-BE49-F238E27FC236}">
                    <a16:creationId xmlns:a16="http://schemas.microsoft.com/office/drawing/2014/main" id="{AACB2AAE-BB20-148B-8CEE-DC43332377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6746815" y="5273122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" name="Picture 2" descr="logo-placeholder - Shop at RaceYa">
                <a:extLst>
                  <a:ext uri="{FF2B5EF4-FFF2-40B4-BE49-F238E27FC236}">
                    <a16:creationId xmlns:a16="http://schemas.microsoft.com/office/drawing/2014/main" id="{2E11DC33-9CC5-B4EA-CEFE-2AAE2F3D22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8245942" y="5273122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" name="Picture 2" descr="logo-placeholder - Shop at RaceYa">
                <a:extLst>
                  <a:ext uri="{FF2B5EF4-FFF2-40B4-BE49-F238E27FC236}">
                    <a16:creationId xmlns:a16="http://schemas.microsoft.com/office/drawing/2014/main" id="{B483E6FE-F364-FE96-BA21-9E4E9D4C6B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9745068" y="5268540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" name="Google Shape;114;p2">
                <a:extLst>
                  <a:ext uri="{FF2B5EF4-FFF2-40B4-BE49-F238E27FC236}">
                    <a16:creationId xmlns:a16="http://schemas.microsoft.com/office/drawing/2014/main" id="{49DEC960-7FFD-C1B1-B58B-9FB8DEB707FE}"/>
                  </a:ext>
                </a:extLst>
              </p:cNvPr>
              <p:cNvSpPr txBox="1"/>
              <p:nvPr/>
            </p:nvSpPr>
            <p:spPr>
              <a:xfrm>
                <a:off x="1247095" y="6959528"/>
                <a:ext cx="2041799" cy="2307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1" i="0" u="none" strike="noStrike" kern="1200" cap="none" spc="40" normalizeH="0" baseline="0" noProof="0" dirty="0">
                    <a:ln>
                      <a:noFill/>
                    </a:ln>
                    <a:solidFill>
                      <a:srgbClr val="7E47F6"/>
                    </a:solidFill>
                    <a:effectLst/>
                    <a:uLnTx/>
                    <a:uFillTx/>
                    <a:latin typeface="Inter SemiBold" panose="02000503000000020004" pitchFamily="2" charset="0"/>
                    <a:ea typeface="Inter SemiBold" panose="02000503000000020004" pitchFamily="2" charset="0"/>
                    <a:cs typeface="Inter SemiBold" panose="02000503000000020004" pitchFamily="2" charset="0"/>
                    <a:sym typeface="Inter"/>
                  </a:rPr>
                  <a:t>Exposed Ad Recallers</a:t>
                </a:r>
                <a:endParaRPr kumimoji="0" sz="900" b="1" i="0" u="none" strike="noStrike" kern="1200" cap="none" spc="4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endParaRPr>
              </a:p>
            </p:txBody>
          </p:sp>
          <p:sp>
            <p:nvSpPr>
              <p:cNvPr id="11" name="Google Shape;110;p2">
                <a:extLst>
                  <a:ext uri="{FF2B5EF4-FFF2-40B4-BE49-F238E27FC236}">
                    <a16:creationId xmlns:a16="http://schemas.microsoft.com/office/drawing/2014/main" id="{3DF627C8-12BD-4BD6-FBC8-52BD6BF75C2E}"/>
                  </a:ext>
                </a:extLst>
              </p:cNvPr>
              <p:cNvSpPr txBox="1"/>
              <p:nvPr/>
            </p:nvSpPr>
            <p:spPr>
              <a:xfrm>
                <a:off x="1247095" y="6663660"/>
                <a:ext cx="2041799" cy="3692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8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7E47F6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  <a:endParaRPr kumimoji="0" sz="14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0B353FAD-C586-530C-81F9-91C50274A52E}"/>
                  </a:ext>
                </a:extLst>
              </p:cNvPr>
              <p:cNvSpPr/>
              <p:nvPr/>
            </p:nvSpPr>
            <p:spPr>
              <a:xfrm>
                <a:off x="1136692" y="6375300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F9986D0-3DFE-88C1-8839-5EBFB2B8D19F}"/>
                  </a:ext>
                </a:extLst>
              </p:cNvPr>
              <p:cNvSpPr/>
              <p:nvPr/>
            </p:nvSpPr>
            <p:spPr>
              <a:xfrm>
                <a:off x="3790488" y="6375300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E69F6CBE-A150-9119-D890-0FE422E2BF40}"/>
                  </a:ext>
                </a:extLst>
              </p:cNvPr>
              <p:cNvSpPr/>
              <p:nvPr/>
            </p:nvSpPr>
            <p:spPr>
              <a:xfrm>
                <a:off x="6418720" y="6357063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C48F7DB5-5622-29F9-8C51-C79A6368E0E9}"/>
                  </a:ext>
                </a:extLst>
              </p:cNvPr>
              <p:cNvSpPr/>
              <p:nvPr/>
            </p:nvSpPr>
            <p:spPr>
              <a:xfrm>
                <a:off x="9072516" y="6357063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Google Shape;100;p2">
                <a:extLst>
                  <a:ext uri="{FF2B5EF4-FFF2-40B4-BE49-F238E27FC236}">
                    <a16:creationId xmlns:a16="http://schemas.microsoft.com/office/drawing/2014/main" id="{7B4B98E3-C3F1-79FC-6944-E5ADEA7D9AEC}"/>
                  </a:ext>
                </a:extLst>
              </p:cNvPr>
              <p:cNvSpPr txBox="1"/>
              <p:nvPr/>
            </p:nvSpPr>
            <p:spPr>
              <a:xfrm>
                <a:off x="1194841" y="6902043"/>
                <a:ext cx="1652531" cy="323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ビューアブルインプレッションの割（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MRC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ビューアビリティの定義）</a:t>
                </a:r>
              </a:p>
            </p:txBody>
          </p:sp>
          <p:sp>
            <p:nvSpPr>
              <p:cNvPr id="17" name="Google Shape;100;p2">
                <a:extLst>
                  <a:ext uri="{FF2B5EF4-FFF2-40B4-BE49-F238E27FC236}">
                    <a16:creationId xmlns:a16="http://schemas.microsoft.com/office/drawing/2014/main" id="{C38DE183-7F09-ED0D-EEE3-AB52B97B88B4}"/>
                  </a:ext>
                </a:extLst>
              </p:cNvPr>
              <p:cNvSpPr txBox="1"/>
              <p:nvPr/>
            </p:nvSpPr>
            <p:spPr>
              <a:xfrm>
                <a:off x="6443617" y="6902043"/>
                <a:ext cx="1519765" cy="4385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en-US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0.2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秒以上視認されたインプレッションの割合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vs. 50%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18" name="Google Shape;100;p2">
                <a:extLst>
                  <a:ext uri="{FF2B5EF4-FFF2-40B4-BE49-F238E27FC236}">
                    <a16:creationId xmlns:a16="http://schemas.microsoft.com/office/drawing/2014/main" id="{159D224D-4BCC-7DC4-0B68-CB87142A8785}"/>
                  </a:ext>
                </a:extLst>
              </p:cNvPr>
              <p:cNvSpPr txBox="1"/>
              <p:nvPr/>
            </p:nvSpPr>
            <p:spPr>
              <a:xfrm>
                <a:off x="3843179" y="6902043"/>
                <a:ext cx="1784648" cy="323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平均視認時間 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 1.33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19" name="Google Shape;100;p2">
                <a:extLst>
                  <a:ext uri="{FF2B5EF4-FFF2-40B4-BE49-F238E27FC236}">
                    <a16:creationId xmlns:a16="http://schemas.microsoft.com/office/drawing/2014/main" id="{D9E82309-119C-1FB8-126F-DBFD4BBDE714}"/>
                  </a:ext>
                </a:extLst>
              </p:cNvPr>
              <p:cNvSpPr txBox="1"/>
              <p:nvPr/>
            </p:nvSpPr>
            <p:spPr>
              <a:xfrm>
                <a:off x="9117962" y="6902043"/>
                <a:ext cx="1826944" cy="4385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アテンションインプレッション当たりの平均アテンションタイム 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vs. 2.7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50" name="Google Shape;110;p2">
                <a:extLst>
                  <a:ext uri="{FF2B5EF4-FFF2-40B4-BE49-F238E27FC236}">
                    <a16:creationId xmlns:a16="http://schemas.microsoft.com/office/drawing/2014/main" id="{68143CF7-6E3C-BAAD-9771-9FB0985D4B01}"/>
                  </a:ext>
                </a:extLst>
              </p:cNvPr>
              <p:cNvSpPr txBox="1"/>
              <p:nvPr/>
            </p:nvSpPr>
            <p:spPr>
              <a:xfrm>
                <a:off x="9117962" y="6485888"/>
                <a:ext cx="1826944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  <a:endParaRPr kumimoji="0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51" name="Google Shape;110;p2">
                <a:extLst>
                  <a:ext uri="{FF2B5EF4-FFF2-40B4-BE49-F238E27FC236}">
                    <a16:creationId xmlns:a16="http://schemas.microsoft.com/office/drawing/2014/main" id="{80E047D4-E9D7-7A9B-1A19-73C50E8E9E82}"/>
                  </a:ext>
                </a:extLst>
              </p:cNvPr>
              <p:cNvSpPr txBox="1"/>
              <p:nvPr/>
            </p:nvSpPr>
            <p:spPr>
              <a:xfrm>
                <a:off x="1194841" y="6485888"/>
                <a:ext cx="1797741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XX"</a:t>
                </a:r>
                <a:endParaRPr kumimoji="0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52" name="Google Shape;110;p2">
                <a:extLst>
                  <a:ext uri="{FF2B5EF4-FFF2-40B4-BE49-F238E27FC236}">
                    <a16:creationId xmlns:a16="http://schemas.microsoft.com/office/drawing/2014/main" id="{CB9DD13E-717E-DA8B-12EC-5FA7D1F729CA}"/>
                  </a:ext>
                </a:extLst>
              </p:cNvPr>
              <p:cNvSpPr txBox="1"/>
              <p:nvPr/>
            </p:nvSpPr>
            <p:spPr>
              <a:xfrm>
                <a:off x="3839899" y="6485888"/>
                <a:ext cx="1787817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</a:p>
            </p:txBody>
          </p:sp>
          <p:sp>
            <p:nvSpPr>
              <p:cNvPr id="53" name="Google Shape;110;p2">
                <a:extLst>
                  <a:ext uri="{FF2B5EF4-FFF2-40B4-BE49-F238E27FC236}">
                    <a16:creationId xmlns:a16="http://schemas.microsoft.com/office/drawing/2014/main" id="{72B8BCA8-AFE9-612B-6A70-875992488DE3}"/>
                  </a:ext>
                </a:extLst>
              </p:cNvPr>
              <p:cNvSpPr txBox="1"/>
              <p:nvPr/>
            </p:nvSpPr>
            <p:spPr>
              <a:xfrm>
                <a:off x="6469550" y="6485888"/>
                <a:ext cx="1776392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XX"</a:t>
                </a:r>
              </a:p>
            </p:txBody>
          </p:sp>
          <p:sp>
            <p:nvSpPr>
              <p:cNvPr id="54" name="Google Shape;114;p2">
                <a:extLst>
                  <a:ext uri="{FF2B5EF4-FFF2-40B4-BE49-F238E27FC236}">
                    <a16:creationId xmlns:a16="http://schemas.microsoft.com/office/drawing/2014/main" id="{E7CDDABD-76AA-161B-6112-D53310E45611}"/>
                  </a:ext>
                </a:extLst>
              </p:cNvPr>
              <p:cNvSpPr txBox="1"/>
              <p:nvPr/>
            </p:nvSpPr>
            <p:spPr>
              <a:xfrm>
                <a:off x="1142150" y="6017052"/>
                <a:ext cx="1919185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Viewable Rate</a:t>
                </a:r>
              </a:p>
            </p:txBody>
          </p:sp>
          <p:sp>
            <p:nvSpPr>
              <p:cNvPr id="55" name="Google Shape;114;p2">
                <a:extLst>
                  <a:ext uri="{FF2B5EF4-FFF2-40B4-BE49-F238E27FC236}">
                    <a16:creationId xmlns:a16="http://schemas.microsoft.com/office/drawing/2014/main" id="{15A5AD31-3D31-89DA-B3F9-67A7BC3BAFD4}"/>
                  </a:ext>
                </a:extLst>
              </p:cNvPr>
              <p:cNvSpPr txBox="1"/>
              <p:nvPr/>
            </p:nvSpPr>
            <p:spPr>
              <a:xfrm>
                <a:off x="6418721" y="6011815"/>
                <a:ext cx="1919186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Attention Rate</a:t>
                </a:r>
              </a:p>
            </p:txBody>
          </p:sp>
          <p:sp>
            <p:nvSpPr>
              <p:cNvPr id="56" name="Google Shape;114;p2">
                <a:extLst>
                  <a:ext uri="{FF2B5EF4-FFF2-40B4-BE49-F238E27FC236}">
                    <a16:creationId xmlns:a16="http://schemas.microsoft.com/office/drawing/2014/main" id="{A4E392ED-8167-3891-A52F-98C9031FFEC9}"/>
                  </a:ext>
                </a:extLst>
              </p:cNvPr>
              <p:cNvSpPr txBox="1"/>
              <p:nvPr/>
            </p:nvSpPr>
            <p:spPr>
              <a:xfrm>
                <a:off x="3790489" y="6046054"/>
                <a:ext cx="1924642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Attention Time</a:t>
                </a:r>
              </a:p>
            </p:txBody>
          </p:sp>
          <p:sp>
            <p:nvSpPr>
              <p:cNvPr id="57" name="Google Shape;114;p2">
                <a:extLst>
                  <a:ext uri="{FF2B5EF4-FFF2-40B4-BE49-F238E27FC236}">
                    <a16:creationId xmlns:a16="http://schemas.microsoft.com/office/drawing/2014/main" id="{82FFA55C-6DDC-9AAC-E136-E81E1C3E6960}"/>
                  </a:ext>
                </a:extLst>
              </p:cNvPr>
              <p:cNvSpPr txBox="1"/>
              <p:nvPr/>
            </p:nvSpPr>
            <p:spPr>
              <a:xfrm>
                <a:off x="9061298" y="6020788"/>
                <a:ext cx="1935862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Att. Time on Att. Imps</a:t>
                </a:r>
              </a:p>
            </p:txBody>
          </p:sp>
          <p:sp>
            <p:nvSpPr>
              <p:cNvPr id="58" name="Google Shape;114;p2">
                <a:extLst>
                  <a:ext uri="{FF2B5EF4-FFF2-40B4-BE49-F238E27FC236}">
                    <a16:creationId xmlns:a16="http://schemas.microsoft.com/office/drawing/2014/main" id="{6E327CD8-7E94-2626-1BA6-4A0EBFFE3119}"/>
                  </a:ext>
                </a:extLst>
              </p:cNvPr>
              <p:cNvSpPr txBox="1"/>
              <p:nvPr/>
            </p:nvSpPr>
            <p:spPr>
              <a:xfrm>
                <a:off x="1142150" y="4749161"/>
                <a:ext cx="4485566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Total Measured Impressions</a:t>
                </a:r>
              </a:p>
            </p:txBody>
          </p:sp>
          <p:sp>
            <p:nvSpPr>
              <p:cNvPr id="59" name="Google Shape;114;p2">
                <a:extLst>
                  <a:ext uri="{FF2B5EF4-FFF2-40B4-BE49-F238E27FC236}">
                    <a16:creationId xmlns:a16="http://schemas.microsoft.com/office/drawing/2014/main" id="{0261DE25-1ADA-6DC9-46B5-F6B8A3D383D3}"/>
                  </a:ext>
                </a:extLst>
              </p:cNvPr>
              <p:cNvSpPr txBox="1"/>
              <p:nvPr/>
            </p:nvSpPr>
            <p:spPr>
              <a:xfrm>
                <a:off x="6424179" y="4743924"/>
                <a:ext cx="2827171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Top 3 Sites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8948179-8237-686D-9736-7BC190C43AA9}"/>
              </a:ext>
            </a:extLst>
          </p:cNvPr>
          <p:cNvGrpSpPr/>
          <p:nvPr/>
        </p:nvGrpSpPr>
        <p:grpSpPr>
          <a:xfrm>
            <a:off x="779455" y="6616100"/>
            <a:ext cx="10632989" cy="3966455"/>
            <a:chOff x="779455" y="6616100"/>
            <a:chExt cx="10632989" cy="3966455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A67876DE-4321-3C2A-9BF8-7281D7AE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23981" b="23981"/>
            <a:stretch/>
          </p:blipFill>
          <p:spPr>
            <a:xfrm>
              <a:off x="779455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3AE847F9-4B84-BC25-38D4-9905F696A6A1}"/>
                </a:ext>
              </a:extLst>
            </p:cNvPr>
            <p:cNvSpPr/>
            <p:nvPr/>
          </p:nvSpPr>
          <p:spPr>
            <a:xfrm>
              <a:off x="1136691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1" name="Google Shape;114;p2">
              <a:extLst>
                <a:ext uri="{FF2B5EF4-FFF2-40B4-BE49-F238E27FC236}">
                  <a16:creationId xmlns:a16="http://schemas.microsoft.com/office/drawing/2014/main" id="{F9C430D8-E498-CF55-0C3D-2CA738FB3513}"/>
                </a:ext>
              </a:extLst>
            </p:cNvPr>
            <p:cNvSpPr txBox="1"/>
            <p:nvPr/>
          </p:nvSpPr>
          <p:spPr>
            <a:xfrm>
              <a:off x="1142150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Attribution 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広告想起）</a:t>
              </a: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B89DFC1C-B9B8-894A-2718-864625B84A9F}"/>
                </a:ext>
              </a:extLst>
            </p:cNvPr>
            <p:cNvSpPr txBox="1"/>
            <p:nvPr/>
          </p:nvSpPr>
          <p:spPr>
            <a:xfrm>
              <a:off x="3468621" y="7760897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43" name="Google Shape;114;p2">
              <a:extLst>
                <a:ext uri="{FF2B5EF4-FFF2-40B4-BE49-F238E27FC236}">
                  <a16:creationId xmlns:a16="http://schemas.microsoft.com/office/drawing/2014/main" id="{DCE2F7AA-2165-C309-7C8B-BDEC94785680}"/>
                </a:ext>
              </a:extLst>
            </p:cNvPr>
            <p:cNvSpPr txBox="1"/>
            <p:nvPr/>
          </p:nvSpPr>
          <p:spPr>
            <a:xfrm>
              <a:off x="1247095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2B3B7B91-94DF-A187-C4F6-8C88F0283F0F}"/>
                </a:ext>
              </a:extLst>
            </p:cNvPr>
            <p:cNvSpPr txBox="1"/>
            <p:nvPr/>
          </p:nvSpPr>
          <p:spPr>
            <a:xfrm>
              <a:off x="3596454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Google Shape;110;p2">
              <a:extLst>
                <a:ext uri="{FF2B5EF4-FFF2-40B4-BE49-F238E27FC236}">
                  <a16:creationId xmlns:a16="http://schemas.microsoft.com/office/drawing/2014/main" id="{B8164FFC-6D28-DFFF-6644-4AB4AD306DAA}"/>
                </a:ext>
              </a:extLst>
            </p:cNvPr>
            <p:cNvSpPr txBox="1"/>
            <p:nvPr/>
          </p:nvSpPr>
          <p:spPr>
            <a:xfrm>
              <a:off x="1247095" y="8332660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6" name="Google Shape;110;p2">
              <a:extLst>
                <a:ext uri="{FF2B5EF4-FFF2-40B4-BE49-F238E27FC236}">
                  <a16:creationId xmlns:a16="http://schemas.microsoft.com/office/drawing/2014/main" id="{C4DA022E-F749-349A-9899-DC0B33FB4C5C}"/>
                </a:ext>
              </a:extLst>
            </p:cNvPr>
            <p:cNvSpPr txBox="1"/>
            <p:nvPr/>
          </p:nvSpPr>
          <p:spPr>
            <a:xfrm>
              <a:off x="3596454" y="833221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59CDF788-0643-005A-B804-EB65EBFD7DEA}"/>
                </a:ext>
              </a:extLst>
            </p:cNvPr>
            <p:cNvSpPr/>
            <p:nvPr/>
          </p:nvSpPr>
          <p:spPr>
            <a:xfrm>
              <a:off x="6418720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Google Shape;114;p2">
              <a:extLst>
                <a:ext uri="{FF2B5EF4-FFF2-40B4-BE49-F238E27FC236}">
                  <a16:creationId xmlns:a16="http://schemas.microsoft.com/office/drawing/2014/main" id="{AF2A6BDA-511E-9003-A31C-3224183D3384}"/>
                </a:ext>
              </a:extLst>
            </p:cNvPr>
            <p:cNvSpPr txBox="1"/>
            <p:nvPr/>
          </p:nvSpPr>
          <p:spPr>
            <a:xfrm>
              <a:off x="6424179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Consideration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検討）</a:t>
              </a:r>
            </a:p>
          </p:txBody>
        </p:sp>
        <p:sp>
          <p:nvSpPr>
            <p:cNvPr id="49" name="Google Shape;110;p2">
              <a:extLst>
                <a:ext uri="{FF2B5EF4-FFF2-40B4-BE49-F238E27FC236}">
                  <a16:creationId xmlns:a16="http://schemas.microsoft.com/office/drawing/2014/main" id="{33A12566-E7CF-735B-3D3E-EEF8A05A6FBE}"/>
                </a:ext>
              </a:extLst>
            </p:cNvPr>
            <p:cNvSpPr txBox="1"/>
            <p:nvPr/>
          </p:nvSpPr>
          <p:spPr>
            <a:xfrm>
              <a:off x="8750650" y="7755660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50" name="Google Shape;114;p2">
              <a:extLst>
                <a:ext uri="{FF2B5EF4-FFF2-40B4-BE49-F238E27FC236}">
                  <a16:creationId xmlns:a16="http://schemas.microsoft.com/office/drawing/2014/main" id="{610654BA-5ACC-1697-9C2E-CCE124DC9ECA}"/>
                </a:ext>
              </a:extLst>
            </p:cNvPr>
            <p:cNvSpPr txBox="1"/>
            <p:nvPr/>
          </p:nvSpPr>
          <p:spPr>
            <a:xfrm>
              <a:off x="6529124" y="862329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1" name="Google Shape;114;p2">
              <a:extLst>
                <a:ext uri="{FF2B5EF4-FFF2-40B4-BE49-F238E27FC236}">
                  <a16:creationId xmlns:a16="http://schemas.microsoft.com/office/drawing/2014/main" id="{48601621-97FA-4752-112B-46ECB16A45C0}"/>
                </a:ext>
              </a:extLst>
            </p:cNvPr>
            <p:cNvSpPr txBox="1"/>
            <p:nvPr/>
          </p:nvSpPr>
          <p:spPr>
            <a:xfrm>
              <a:off x="8878483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2" name="Google Shape;110;p2">
              <a:extLst>
                <a:ext uri="{FF2B5EF4-FFF2-40B4-BE49-F238E27FC236}">
                  <a16:creationId xmlns:a16="http://schemas.microsoft.com/office/drawing/2014/main" id="{A9D67E1D-402D-56FA-84C9-C1186337068F}"/>
                </a:ext>
              </a:extLst>
            </p:cNvPr>
            <p:cNvSpPr txBox="1"/>
            <p:nvPr/>
          </p:nvSpPr>
          <p:spPr>
            <a:xfrm>
              <a:off x="6529124" y="8327423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53" name="Google Shape;110;p2">
              <a:extLst>
                <a:ext uri="{FF2B5EF4-FFF2-40B4-BE49-F238E27FC236}">
                  <a16:creationId xmlns:a16="http://schemas.microsoft.com/office/drawing/2014/main" id="{1204B85C-006A-43BC-E2F7-694E9710812D}"/>
                </a:ext>
              </a:extLst>
            </p:cNvPr>
            <p:cNvSpPr txBox="1"/>
            <p:nvPr/>
          </p:nvSpPr>
          <p:spPr>
            <a:xfrm>
              <a:off x="8878483" y="8326980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373B7C7F-44BC-F48F-AAB2-2CA7B651FC6F}"/>
                </a:ext>
              </a:extLst>
            </p:cNvPr>
            <p:cNvSpPr/>
            <p:nvPr/>
          </p:nvSpPr>
          <p:spPr>
            <a:xfrm>
              <a:off x="1136691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Google Shape;114;p2">
              <a:extLst>
                <a:ext uri="{FF2B5EF4-FFF2-40B4-BE49-F238E27FC236}">
                  <a16:creationId xmlns:a16="http://schemas.microsoft.com/office/drawing/2014/main" id="{55CE9533-BFC1-733E-219B-2FBB662AF6D9}"/>
                </a:ext>
              </a:extLst>
            </p:cNvPr>
            <p:cNvSpPr txBox="1"/>
            <p:nvPr/>
          </p:nvSpPr>
          <p:spPr>
            <a:xfrm>
              <a:off x="1142150" y="9221008"/>
              <a:ext cx="3506852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Brand Familiarity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ブランド認知）</a:t>
              </a:r>
            </a:p>
          </p:txBody>
        </p:sp>
        <p:sp>
          <p:nvSpPr>
            <p:cNvPr id="56" name="Google Shape;110;p2">
              <a:extLst>
                <a:ext uri="{FF2B5EF4-FFF2-40B4-BE49-F238E27FC236}">
                  <a16:creationId xmlns:a16="http://schemas.microsoft.com/office/drawing/2014/main" id="{751BB353-8C83-72EE-216F-A73ECE533778}"/>
                </a:ext>
              </a:extLst>
            </p:cNvPr>
            <p:cNvSpPr txBox="1"/>
            <p:nvPr/>
          </p:nvSpPr>
          <p:spPr>
            <a:xfrm>
              <a:off x="3468621" y="9101182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57" name="Google Shape;114;p2">
              <a:extLst>
                <a:ext uri="{FF2B5EF4-FFF2-40B4-BE49-F238E27FC236}">
                  <a16:creationId xmlns:a16="http://schemas.microsoft.com/office/drawing/2014/main" id="{E5DA60F0-5681-7056-0CC4-E5D525BE6E0F}"/>
                </a:ext>
              </a:extLst>
            </p:cNvPr>
            <p:cNvSpPr txBox="1"/>
            <p:nvPr/>
          </p:nvSpPr>
          <p:spPr>
            <a:xfrm>
              <a:off x="1247095" y="9968813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8" name="Google Shape;114;p2">
              <a:extLst>
                <a:ext uri="{FF2B5EF4-FFF2-40B4-BE49-F238E27FC236}">
                  <a16:creationId xmlns:a16="http://schemas.microsoft.com/office/drawing/2014/main" id="{DF37F6D0-EC9D-0582-63E4-220AFA04600D}"/>
                </a:ext>
              </a:extLst>
            </p:cNvPr>
            <p:cNvSpPr txBox="1"/>
            <p:nvPr/>
          </p:nvSpPr>
          <p:spPr>
            <a:xfrm>
              <a:off x="3596454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9" name="Google Shape;110;p2">
              <a:extLst>
                <a:ext uri="{FF2B5EF4-FFF2-40B4-BE49-F238E27FC236}">
                  <a16:creationId xmlns:a16="http://schemas.microsoft.com/office/drawing/2014/main" id="{3AFC10B0-D67D-D9A4-813B-1189E1A918FA}"/>
                </a:ext>
              </a:extLst>
            </p:cNvPr>
            <p:cNvSpPr txBox="1"/>
            <p:nvPr/>
          </p:nvSpPr>
          <p:spPr>
            <a:xfrm>
              <a:off x="1247095" y="967294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0" name="Google Shape;110;p2">
              <a:extLst>
                <a:ext uri="{FF2B5EF4-FFF2-40B4-BE49-F238E27FC236}">
                  <a16:creationId xmlns:a16="http://schemas.microsoft.com/office/drawing/2014/main" id="{1701E31E-B215-A42F-2F36-6BDC8EAB4205}"/>
                </a:ext>
              </a:extLst>
            </p:cNvPr>
            <p:cNvSpPr txBox="1"/>
            <p:nvPr/>
          </p:nvSpPr>
          <p:spPr>
            <a:xfrm>
              <a:off x="3596454" y="967250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C799EC50-5C55-277D-DBC7-4C23822384B9}"/>
                </a:ext>
              </a:extLst>
            </p:cNvPr>
            <p:cNvSpPr/>
            <p:nvPr/>
          </p:nvSpPr>
          <p:spPr>
            <a:xfrm>
              <a:off x="6418720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Google Shape;114;p2">
              <a:extLst>
                <a:ext uri="{FF2B5EF4-FFF2-40B4-BE49-F238E27FC236}">
                  <a16:creationId xmlns:a16="http://schemas.microsoft.com/office/drawing/2014/main" id="{AE525147-2D83-C29C-075C-9868EACAB015}"/>
                </a:ext>
              </a:extLst>
            </p:cNvPr>
            <p:cNvSpPr txBox="1"/>
            <p:nvPr/>
          </p:nvSpPr>
          <p:spPr>
            <a:xfrm>
              <a:off x="6424179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Preference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好意度）</a:t>
              </a:r>
            </a:p>
          </p:txBody>
        </p:sp>
        <p:sp>
          <p:nvSpPr>
            <p:cNvPr id="63" name="Google Shape;110;p2">
              <a:extLst>
                <a:ext uri="{FF2B5EF4-FFF2-40B4-BE49-F238E27FC236}">
                  <a16:creationId xmlns:a16="http://schemas.microsoft.com/office/drawing/2014/main" id="{1B9F9AE8-167D-C2E9-132C-5CD6BE24F5B5}"/>
                </a:ext>
              </a:extLst>
            </p:cNvPr>
            <p:cNvSpPr txBox="1"/>
            <p:nvPr/>
          </p:nvSpPr>
          <p:spPr>
            <a:xfrm>
              <a:off x="8750650" y="9095945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64" name="Google Shape;114;p2">
              <a:extLst>
                <a:ext uri="{FF2B5EF4-FFF2-40B4-BE49-F238E27FC236}">
                  <a16:creationId xmlns:a16="http://schemas.microsoft.com/office/drawing/2014/main" id="{463AF7E7-D5E9-D0E7-91B7-33B8C21CBF86}"/>
                </a:ext>
              </a:extLst>
            </p:cNvPr>
            <p:cNvSpPr txBox="1"/>
            <p:nvPr/>
          </p:nvSpPr>
          <p:spPr>
            <a:xfrm>
              <a:off x="6529124" y="996357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5" name="Google Shape;114;p2">
              <a:extLst>
                <a:ext uri="{FF2B5EF4-FFF2-40B4-BE49-F238E27FC236}">
                  <a16:creationId xmlns:a16="http://schemas.microsoft.com/office/drawing/2014/main" id="{1251F769-7CB4-E525-59BD-706D083E2719}"/>
                </a:ext>
              </a:extLst>
            </p:cNvPr>
            <p:cNvSpPr txBox="1"/>
            <p:nvPr/>
          </p:nvSpPr>
          <p:spPr>
            <a:xfrm>
              <a:off x="8878483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6" name="Google Shape;110;p2">
              <a:extLst>
                <a:ext uri="{FF2B5EF4-FFF2-40B4-BE49-F238E27FC236}">
                  <a16:creationId xmlns:a16="http://schemas.microsoft.com/office/drawing/2014/main" id="{A1B69535-D3FD-1997-6DB9-6D757E18280F}"/>
                </a:ext>
              </a:extLst>
            </p:cNvPr>
            <p:cNvSpPr txBox="1"/>
            <p:nvPr/>
          </p:nvSpPr>
          <p:spPr>
            <a:xfrm>
              <a:off x="6529124" y="9667708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7" name="Google Shape;110;p2">
              <a:extLst>
                <a:ext uri="{FF2B5EF4-FFF2-40B4-BE49-F238E27FC236}">
                  <a16:creationId xmlns:a16="http://schemas.microsoft.com/office/drawing/2014/main" id="{AA23BFBC-9C76-9F53-F77D-FB13CA9EFA15}"/>
                </a:ext>
              </a:extLst>
            </p:cNvPr>
            <p:cNvSpPr txBox="1"/>
            <p:nvPr/>
          </p:nvSpPr>
          <p:spPr>
            <a:xfrm>
              <a:off x="8878483" y="966726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8" name="Google Shape;100;p2">
              <a:extLst>
                <a:ext uri="{FF2B5EF4-FFF2-40B4-BE49-F238E27FC236}">
                  <a16:creationId xmlns:a16="http://schemas.microsoft.com/office/drawing/2014/main" id="{83743652-2E11-8D67-F89A-610DC135CBA5}"/>
                </a:ext>
              </a:extLst>
            </p:cNvPr>
            <p:cNvSpPr txBox="1"/>
            <p:nvPr/>
          </p:nvSpPr>
          <p:spPr>
            <a:xfrm>
              <a:off x="1142150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Creative Diagnosis</a:t>
              </a:r>
            </a:p>
          </p:txBody>
        </p:sp>
        <p:sp>
          <p:nvSpPr>
            <p:cNvPr id="69" name="Google Shape;100;p2">
              <a:extLst>
                <a:ext uri="{FF2B5EF4-FFF2-40B4-BE49-F238E27FC236}">
                  <a16:creationId xmlns:a16="http://schemas.microsoft.com/office/drawing/2014/main" id="{B36A09D3-7738-048E-1DB2-BF92E0D824EA}"/>
                </a:ext>
              </a:extLst>
            </p:cNvPr>
            <p:cNvSpPr txBox="1"/>
            <p:nvPr/>
          </p:nvSpPr>
          <p:spPr>
            <a:xfrm>
              <a:off x="6424179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70" name="Google Shape;100;p2">
              <a:extLst>
                <a:ext uri="{FF2B5EF4-FFF2-40B4-BE49-F238E27FC236}">
                  <a16:creationId xmlns:a16="http://schemas.microsoft.com/office/drawing/2014/main" id="{9BD232C2-3C2F-AC6A-3B9E-C5654426C0F3}"/>
                </a:ext>
              </a:extLst>
            </p:cNvPr>
            <p:cNvSpPr txBox="1"/>
            <p:nvPr/>
          </p:nvSpPr>
          <p:spPr>
            <a:xfrm>
              <a:off x="1142150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71" name="Google Shape;100;p2">
              <a:extLst>
                <a:ext uri="{FF2B5EF4-FFF2-40B4-BE49-F238E27FC236}">
                  <a16:creationId xmlns:a16="http://schemas.microsoft.com/office/drawing/2014/main" id="{7E512040-602F-2FA4-AD7A-C690A3DF0FBD}"/>
                </a:ext>
              </a:extLst>
            </p:cNvPr>
            <p:cNvSpPr txBox="1"/>
            <p:nvPr/>
          </p:nvSpPr>
          <p:spPr>
            <a:xfrm>
              <a:off x="6424179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アテンション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想起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ブランド選択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低アテンション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高アテンション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US" altLang="ja-JP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Learnings &amp; Recommendations.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総評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サイト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Learnings &amp; Recommendations.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3388</TotalTime>
  <Words>2697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3" baseType="lpstr">
      <vt:lpstr>Inter Italic</vt:lpstr>
      <vt:lpstr>Inter Medium</vt:lpstr>
      <vt:lpstr>Inter</vt:lpstr>
      <vt:lpstr>Arial</vt:lpstr>
      <vt:lpstr>Poppins</vt:lpstr>
      <vt:lpstr>Calibri</vt:lpstr>
      <vt:lpstr>Aptos</vt:lpstr>
      <vt:lpstr>Open Sans</vt:lpstr>
      <vt:lpstr>Calibri Light</vt:lpstr>
      <vt:lpstr>Inter SemiBold</vt:lpstr>
      <vt:lpstr>Open Sans Semibold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92</cp:revision>
  <dcterms:created xsi:type="dcterms:W3CDTF">2025-02-28T16:34:04Z</dcterms:created>
  <dcterms:modified xsi:type="dcterms:W3CDTF">2026-09-08T14:06:16Z</dcterms:modified>
</cp:coreProperties>
</file>