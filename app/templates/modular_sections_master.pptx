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Medium" panose="02000503000000020004" pitchFamily="2" charset="0"/>
      <p:regular r:id="rId16"/>
      <p:italic r:id="rId17"/>
    </p:embeddedFont>
    <p:embeddedFont>
      <p:font typeface="Inter SemiBold" panose="02000503000000020004" pitchFamily="2" charset="0"/>
      <p:regular r:id="rId15"/>
      <p:bold r:id="rId15"/>
      <p:italic r:id="rId15"/>
      <p:boldItalic r:id="rId18"/>
    </p:embeddedFont>
    <p:embeddedFont>
      <p:font typeface="Poppins" pitchFamily="2" charset="77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48"/>
    <p:restoredTop sz="96846"/>
  </p:normalViewPr>
  <p:slideViewPr>
    <p:cSldViewPr snapToGrid="0">
      <p:cViewPr>
        <p:scale>
          <a:sx n="100" d="100"/>
          <a:sy n="100" d="100"/>
        </p:scale>
        <p:origin x="12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Client: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Formats:</a:t>
              </a:r>
              <a:endParaRPr lang="en-GB" sz="900" b="1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Overview:</a:t>
              </a:r>
              <a:endPara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On Screen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60 - 70% Benchmark</a:t>
              </a:r>
            </a:p>
          </p:txBody>
        </p:sp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0.3-0.5 % Benchmark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Engagement Rate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 – 0.5% Benchmark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25 – 35% Benchmark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070800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29369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Campaign: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Markets: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Live Dates: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Actual Spend: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29369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29369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29370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29369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Audience:</a:t>
              </a:r>
              <a:endPara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KPIs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999044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99904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999044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6B33BE6-6FEC-6396-1AB0-7577CE559E5A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Viewable Rate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Rate</a:t>
              </a: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Time</a:t>
              </a: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Att. Time on Att. Imps</a:t>
              </a: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viewable impressions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(MRC large unit definition)</a:t>
              </a: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effectively viewed impressions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 (&gt;0.2 second) vs. 50% benchmark</a:t>
              </a: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Viewed Time vs.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1.34” benchmark</a:t>
              </a: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attention time per imps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on attention imps vs. 2.7” benchmark</a:t>
              </a: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Total Measured Impressions</a:t>
              </a: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Top 3 Sites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Attribution</a:t>
              </a: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Consideration</a:t>
              </a: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Familiarity</a:t>
              </a: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Preference</a:t>
              </a: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Recall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Choice</a:t>
              </a: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Less Attention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More Attention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One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Two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Three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Overall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Publishers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3316</TotalTime>
  <Words>2288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Calibri</vt:lpstr>
      <vt:lpstr>Inter SemiBold</vt:lpstr>
      <vt:lpstr>Aptos</vt:lpstr>
      <vt:lpstr>Inter</vt:lpstr>
      <vt:lpstr>Inter Medium</vt:lpstr>
      <vt:lpstr>Poppins</vt:lpstr>
      <vt:lpstr>Arial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73</cp:revision>
  <dcterms:created xsi:type="dcterms:W3CDTF">2025-02-28T16:34:04Z</dcterms:created>
  <dcterms:modified xsi:type="dcterms:W3CDTF">2026-07-23T09:42:54Z</dcterms:modified>
</cp:coreProperties>
</file>