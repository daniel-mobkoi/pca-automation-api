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Poppins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27"/>
    <p:restoredTop sz="96846"/>
  </p:normalViewPr>
  <p:slideViewPr>
    <p:cSldViewPr snapToGrid="0">
      <p:cViewPr varScale="1">
        <p:scale>
          <a:sx n="83" d="100"/>
          <a:sy n="83" d="100"/>
        </p:scale>
        <p:origin x="148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Client: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Formats:</a:t>
              </a:r>
              <a:endParaRPr lang="en-GB" sz="900" b="1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Overview: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On Screen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60 - 70% Benchmark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0.3-0.5 % Benchmark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Engagement Rate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 – 0.5% Benchmark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25 – 35% Benchmark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070800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29369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Campaign: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Live Dates: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Actual Spend: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29369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29369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29370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29369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999044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99904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999044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B67366-C227-03A0-AB0B-33260D7F161C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CA23C-2010-6B57-F129-C0B262A15BA4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6D3055-85D2-8CF3-5AEE-074406E994BD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9666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7487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80592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6232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7260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4296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9936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90963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4164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4110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4127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9666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Viewable Rate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Rate</a:t>
              </a: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Time</a:t>
              </a: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Att. Time on Att. Imps</a:t>
              </a: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viewable impressions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(MRC large unit definition)</a:t>
              </a: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effectively viewed impressions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 (&gt;0.2 second) vs. 50% benchmark</a:t>
              </a: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Viewed Time vs.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1.34” benchmark</a:t>
              </a: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attention time per imps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on attention imps vs. 2.7” benchmark</a:t>
              </a: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Total Measured Impressions</a:t>
              </a: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Top 3 Sites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Attribution</a:t>
              </a: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Consideration</a:t>
              </a: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Familiarity</a:t>
              </a: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Preference</a:t>
              </a: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Control Group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Recall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Choice</a:t>
              </a: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Less Attention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More Attention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One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Two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Three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Overall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Publishers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3329</TotalTime>
  <Words>2284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Inter Medium</vt:lpstr>
      <vt:lpstr>Calibri Light</vt:lpstr>
      <vt:lpstr>Poppins</vt:lpstr>
      <vt:lpstr>Inter Italic</vt:lpstr>
      <vt:lpstr>Calibri</vt:lpstr>
      <vt:lpstr>Arial</vt:lpstr>
      <vt:lpstr>Aptos</vt:lpstr>
      <vt:lpstr>Inter</vt:lpstr>
      <vt:lpstr>Inter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79</cp:revision>
  <dcterms:created xsi:type="dcterms:W3CDTF">2025-02-28T16:34:04Z</dcterms:created>
  <dcterms:modified xsi:type="dcterms:W3CDTF">2026-09-08T14:07:49Z</dcterms:modified>
</cp:coreProperties>
</file>