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Italic" panose="02000503000000020004" pitchFamily="2" charset="0"/>
      <p:regular r:id="rId16"/>
      <p:bold r:id="rId17"/>
      <p: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5"/>
      <p:bold r:id="rId15"/>
      <p:italic r:id="rId15"/>
      <p:boldItalic r:id="rId21"/>
    </p:embeddedFont>
    <p:embeddedFont>
      <p:font typeface="Poppins" pitchFamily="2" charset="77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43"/>
    <p:restoredTop sz="96846"/>
  </p:normalViewPr>
  <p:slideViewPr>
    <p:cSldViewPr snapToGrid="0">
      <p:cViewPr>
        <p:scale>
          <a:sx n="100" d="100"/>
          <a:sy n="100" d="100"/>
        </p:scale>
        <p:origin x="480" y="-2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893BCE1-91FB-382B-346A-D24C8A0763D8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spc="6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PCA Reporting Results</a:t>
              </a: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AB91713-979C-2180-201B-E3159A932E7A}"/>
                </a:ext>
              </a:extLst>
            </p:cNvPr>
            <p:cNvSpPr txBox="1"/>
            <p:nvPr/>
          </p:nvSpPr>
          <p:spPr>
            <a:xfrm>
              <a:off x="3272086" y="8191421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Client: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51538220-F164-1737-52FB-9A8B30EC3EF5}"/>
                </a:ext>
              </a:extLst>
            </p:cNvPr>
            <p:cNvSpPr txBox="1"/>
            <p:nvPr/>
          </p:nvSpPr>
          <p:spPr>
            <a:xfrm>
              <a:off x="3268344" y="778718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Details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Formats:</a:t>
              </a:r>
              <a:endParaRPr lang="en-GB" sz="900" b="1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pic>
          <p:nvPicPr>
            <p:cNvPr id="14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6988" y="2774490"/>
              <a:ext cx="1758433" cy="289576"/>
            </a:xfrm>
            <a:prstGeom prst="rect">
              <a:avLst/>
            </a:prstGeom>
          </p:spPr>
        </p:pic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Overview:</a:t>
              </a:r>
              <a:endParaRPr lang="en-GB" sz="9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Objectives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  <p:sp>
          <p:nvSpPr>
            <p:cNvPr id="158" name="Google Shape;114;p2">
              <a:extLst>
                <a:ext uri="{FF2B5EF4-FFF2-40B4-BE49-F238E27FC236}">
                  <a16:creationId xmlns:a16="http://schemas.microsoft.com/office/drawing/2014/main" id="{51E3BA06-87D3-C1F9-7DC5-AA8BAB5D092D}"/>
                </a:ext>
              </a:extLst>
            </p:cNvPr>
            <p:cNvSpPr txBox="1"/>
            <p:nvPr/>
          </p:nvSpPr>
          <p:spPr>
            <a:xfrm>
              <a:off x="912825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On Screen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9" name="Google Shape;100;p2">
              <a:extLst>
                <a:ext uri="{FF2B5EF4-FFF2-40B4-BE49-F238E27FC236}">
                  <a16:creationId xmlns:a16="http://schemas.microsoft.com/office/drawing/2014/main" id="{CD0F5A9B-3924-7029-8740-CFCC7DEA4EE7}"/>
                </a:ext>
              </a:extLst>
            </p:cNvPr>
            <p:cNvSpPr txBox="1"/>
            <p:nvPr/>
          </p:nvSpPr>
          <p:spPr>
            <a:xfrm>
              <a:off x="912825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60 - 70% Benchmark</a:t>
              </a:r>
            </a:p>
          </p:txBody>
        </p:sp>
        <p:sp>
          <p:nvSpPr>
            <p:cNvPr id="161" name="Google Shape;114;p2">
              <a:extLst>
                <a:ext uri="{FF2B5EF4-FFF2-40B4-BE49-F238E27FC236}">
                  <a16:creationId xmlns:a16="http://schemas.microsoft.com/office/drawing/2014/main" id="{671548CA-036F-1AB5-0F30-2606C01A8657}"/>
                </a:ext>
              </a:extLst>
            </p:cNvPr>
            <p:cNvSpPr txBox="1"/>
            <p:nvPr/>
          </p:nvSpPr>
          <p:spPr>
            <a:xfrm>
              <a:off x="367770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F355C0A2-D583-A22D-1B95-7F2366575E10}"/>
                </a:ext>
              </a:extLst>
            </p:cNvPr>
            <p:cNvSpPr txBox="1"/>
            <p:nvPr/>
          </p:nvSpPr>
          <p:spPr>
            <a:xfrm>
              <a:off x="367770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0.3-0.5 % Benchmark</a:t>
              </a:r>
            </a:p>
          </p:txBody>
        </p:sp>
        <p:sp>
          <p:nvSpPr>
            <p:cNvPr id="164" name="Google Shape;114;p2">
              <a:extLst>
                <a:ext uri="{FF2B5EF4-FFF2-40B4-BE49-F238E27FC236}">
                  <a16:creationId xmlns:a16="http://schemas.microsoft.com/office/drawing/2014/main" id="{5C103D00-CF81-8D1E-1FFE-EFE991F644AB}"/>
                </a:ext>
              </a:extLst>
            </p:cNvPr>
            <p:cNvSpPr txBox="1"/>
            <p:nvPr/>
          </p:nvSpPr>
          <p:spPr>
            <a:xfrm>
              <a:off x="638649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Engagement Rate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5" name="Google Shape;100;p2">
              <a:extLst>
                <a:ext uri="{FF2B5EF4-FFF2-40B4-BE49-F238E27FC236}">
                  <a16:creationId xmlns:a16="http://schemas.microsoft.com/office/drawing/2014/main" id="{B05606A5-6C4E-12ED-6B12-76C199B57B96}"/>
                </a:ext>
              </a:extLst>
            </p:cNvPr>
            <p:cNvSpPr txBox="1"/>
            <p:nvPr/>
          </p:nvSpPr>
          <p:spPr>
            <a:xfrm>
              <a:off x="638649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 – 0.5% Benchmark</a:t>
              </a:r>
            </a:p>
          </p:txBody>
        </p:sp>
        <p:sp>
          <p:nvSpPr>
            <p:cNvPr id="167" name="Google Shape;114;p2">
              <a:extLst>
                <a:ext uri="{FF2B5EF4-FFF2-40B4-BE49-F238E27FC236}">
                  <a16:creationId xmlns:a16="http://schemas.microsoft.com/office/drawing/2014/main" id="{AB464539-2835-C0DD-7265-9A9568B68D1D}"/>
                </a:ext>
              </a:extLst>
            </p:cNvPr>
            <p:cNvSpPr txBox="1"/>
            <p:nvPr/>
          </p:nvSpPr>
          <p:spPr>
            <a:xfrm>
              <a:off x="9095283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E3B8FBE5-CD25-422B-2DE9-22C1811AAF07}"/>
                </a:ext>
              </a:extLst>
            </p:cNvPr>
            <p:cNvSpPr txBox="1"/>
            <p:nvPr/>
          </p:nvSpPr>
          <p:spPr>
            <a:xfrm>
              <a:off x="9095283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25 – 35% Benchmark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Poppins" pitchFamily="2" charset="77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070800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89A4920-8117-CD7F-43C8-95AD06930869}"/>
                </a:ext>
              </a:extLst>
            </p:cNvPr>
            <p:cNvSpPr txBox="1"/>
            <p:nvPr/>
          </p:nvSpPr>
          <p:spPr>
            <a:xfrm>
              <a:off x="4293698" y="8191420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604891E-F0E9-F0E2-6AA4-42C3FA406517}"/>
                </a:ext>
              </a:extLst>
            </p:cNvPr>
            <p:cNvSpPr txBox="1"/>
            <p:nvPr/>
          </p:nvSpPr>
          <p:spPr>
            <a:xfrm>
              <a:off x="3272086" y="8468746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Campaign: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5DEBBFEF-3530-DC14-A3C8-D234BCB84732}"/>
                </a:ext>
              </a:extLst>
            </p:cNvPr>
            <p:cNvSpPr txBox="1"/>
            <p:nvPr/>
          </p:nvSpPr>
          <p:spPr>
            <a:xfrm>
              <a:off x="3272086" y="8746072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Markets: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02DD2892-CC57-F090-2F5C-BBA6E07E387A}"/>
                </a:ext>
              </a:extLst>
            </p:cNvPr>
            <p:cNvSpPr txBox="1"/>
            <p:nvPr/>
          </p:nvSpPr>
          <p:spPr>
            <a:xfrm>
              <a:off x="3272086" y="9023398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Live Dates: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4E778B3-A01C-3BCF-42CE-9F0D34FC61D9}"/>
                </a:ext>
              </a:extLst>
            </p:cNvPr>
            <p:cNvSpPr txBox="1"/>
            <p:nvPr/>
          </p:nvSpPr>
          <p:spPr>
            <a:xfrm>
              <a:off x="3272075" y="9300723"/>
              <a:ext cx="138140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Actual Spend:</a:t>
              </a:r>
              <a:endParaRPr lang="en-GB" sz="9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FA9C6ED-9C73-5DD2-E3C0-9B5EE90E0B9B}"/>
                </a:ext>
              </a:extLst>
            </p:cNvPr>
            <p:cNvSpPr txBox="1"/>
            <p:nvPr/>
          </p:nvSpPr>
          <p:spPr>
            <a:xfrm>
              <a:off x="4293698" y="8467428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CC3A738-D400-ADE4-1151-B79776CB28A0}"/>
                </a:ext>
              </a:extLst>
            </p:cNvPr>
            <p:cNvSpPr txBox="1"/>
            <p:nvPr/>
          </p:nvSpPr>
          <p:spPr>
            <a:xfrm>
              <a:off x="4293698" y="8743436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41BA0B76-FFE2-8A19-DB33-CC7497F6E601}"/>
                </a:ext>
              </a:extLst>
            </p:cNvPr>
            <p:cNvSpPr txBox="1"/>
            <p:nvPr/>
          </p:nvSpPr>
          <p:spPr>
            <a:xfrm>
              <a:off x="4293708" y="9019444"/>
              <a:ext cx="37463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F03BFE4-47D5-EC5D-904E-81C5F8748E04}"/>
                </a:ext>
              </a:extLst>
            </p:cNvPr>
            <p:cNvSpPr txBox="1"/>
            <p:nvPr/>
          </p:nvSpPr>
          <p:spPr>
            <a:xfrm>
              <a:off x="4293698" y="9295451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Audience:</a:t>
              </a:r>
              <a:endParaRPr lang="en-GB" sz="9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:</a:t>
              </a:r>
              <a:endParaRPr lang="en-GB" sz="9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999044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1999044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999044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181">
            <a:extLst>
              <a:ext uri="{FF2B5EF4-FFF2-40B4-BE49-F238E27FC236}">
                <a16:creationId xmlns:a16="http://schemas.microsoft.com/office/drawing/2014/main" id="{7C1A3440-BA4F-8E90-3AF4-696F2555D17E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833E3-EE97-18F2-46DE-4A8DD64BE0AF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1778009" y="8762016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1778009" y="9040780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1778009" y="9319543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202672" y="8762016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202672" y="9040780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202672" y="9319543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8672817" y="8762016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8672817" y="9040780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8672817" y="9319543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222689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1778007" y="9606982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1778007" y="9885745"/>
              <a:ext cx="23176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20770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202670" y="9606982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202670" y="9885745"/>
              <a:ext cx="233228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231716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8672815" y="9606982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8672815" y="9885745"/>
              <a:ext cx="23171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E76FCE4F-AFD7-DDE4-C1CB-CA5BEEE442B7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C3502E3-ED2B-F688-C6E4-F4C7D9946F52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1803404" y="8762016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1803404" y="9040780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1803404" y="9319543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217743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217743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217743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8672770" y="8762016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8672770" y="9040780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8672770" y="9319543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9983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1803402" y="9606982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1803402" y="9885745"/>
              <a:ext cx="229221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217741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217741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8672768" y="9606982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8672768" y="9885745"/>
              <a:ext cx="231717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6B33BE6-6FEC-6396-1AB0-7577CE559E5A}"/>
              </a:ext>
            </a:extLst>
          </p:cNvPr>
          <p:cNvGrpSpPr/>
          <p:nvPr/>
        </p:nvGrpSpPr>
        <p:grpSpPr>
          <a:xfrm>
            <a:off x="779461" y="5966661"/>
            <a:ext cx="10632989" cy="4790239"/>
            <a:chOff x="779461" y="56872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4693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77798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3438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4466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1502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7142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88169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1370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1316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1333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6872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D733708-6CFE-BA2D-CB8A-D592AAA5C21F}"/>
                </a:ext>
              </a:extLst>
            </p:cNvPr>
            <p:cNvSpPr txBox="1"/>
            <p:nvPr/>
          </p:nvSpPr>
          <p:spPr>
            <a:xfrm>
              <a:off x="1199048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A4BBB932-D03F-2DC9-7FCF-023543EA6D16}"/>
                </a:ext>
              </a:extLst>
            </p:cNvPr>
            <p:cNvSpPr txBox="1"/>
            <p:nvPr/>
          </p:nvSpPr>
          <p:spPr>
            <a:xfrm>
              <a:off x="1199048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C20F48A-D92E-2519-7637-45ABCAA11BBA}"/>
                </a:ext>
              </a:extLst>
            </p:cNvPr>
            <p:cNvSpPr txBox="1"/>
            <p:nvPr/>
          </p:nvSpPr>
          <p:spPr>
            <a:xfrm>
              <a:off x="1199048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F2201B7-8FFC-6B91-EFA1-D89532C9C799}"/>
                </a:ext>
              </a:extLst>
            </p:cNvPr>
            <p:cNvSpPr txBox="1"/>
            <p:nvPr/>
          </p:nvSpPr>
          <p:spPr>
            <a:xfrm>
              <a:off x="184452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9754DC7-5F24-941F-41C1-A7B809E9B69D}"/>
                </a:ext>
              </a:extLst>
            </p:cNvPr>
            <p:cNvSpPr txBox="1"/>
            <p:nvPr/>
          </p:nvSpPr>
          <p:spPr>
            <a:xfrm>
              <a:off x="184452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5A03DCA4-B14F-C994-F0EE-24B5DB4E7E00}"/>
                </a:ext>
              </a:extLst>
            </p:cNvPr>
            <p:cNvSpPr txBox="1"/>
            <p:nvPr/>
          </p:nvSpPr>
          <p:spPr>
            <a:xfrm>
              <a:off x="184452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7FE2D9D-D57B-B020-359F-7ABBFFC25B31}"/>
                </a:ext>
              </a:extLst>
            </p:cNvPr>
            <p:cNvSpPr txBox="1"/>
            <p:nvPr/>
          </p:nvSpPr>
          <p:spPr>
            <a:xfrm>
              <a:off x="4486535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3618047-CC1E-F206-7C06-B8AC7405D6A9}"/>
                </a:ext>
              </a:extLst>
            </p:cNvPr>
            <p:cNvSpPr txBox="1"/>
            <p:nvPr/>
          </p:nvSpPr>
          <p:spPr>
            <a:xfrm>
              <a:off x="4486535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6906E04B-0E59-7636-9B37-29340A73F17B}"/>
                </a:ext>
              </a:extLst>
            </p:cNvPr>
            <p:cNvSpPr txBox="1"/>
            <p:nvPr/>
          </p:nvSpPr>
          <p:spPr>
            <a:xfrm>
              <a:off x="4486535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35DBB5A-46D9-7A0C-F128-73A3F0A3FF6C}"/>
                </a:ext>
              </a:extLst>
            </p:cNvPr>
            <p:cNvSpPr txBox="1"/>
            <p:nvPr/>
          </p:nvSpPr>
          <p:spPr>
            <a:xfrm>
              <a:off x="5283822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911DFD8-C66E-49C9-BFAB-16D87533C248}"/>
                </a:ext>
              </a:extLst>
            </p:cNvPr>
            <p:cNvSpPr txBox="1"/>
            <p:nvPr/>
          </p:nvSpPr>
          <p:spPr>
            <a:xfrm>
              <a:off x="5283822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E4A260C-A28A-041A-3748-8E891BE8E487}"/>
                </a:ext>
              </a:extLst>
            </p:cNvPr>
            <p:cNvSpPr txBox="1"/>
            <p:nvPr/>
          </p:nvSpPr>
          <p:spPr>
            <a:xfrm>
              <a:off x="5283822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E5E31A8-F985-69B5-8B10-8AC8E838F1D3}"/>
                </a:ext>
              </a:extLst>
            </p:cNvPr>
            <p:cNvSpPr txBox="1"/>
            <p:nvPr/>
          </p:nvSpPr>
          <p:spPr>
            <a:xfrm>
              <a:off x="7947986" y="7824099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653D0B2-0FC7-55D2-D962-B2F805E94B2E}"/>
                </a:ext>
              </a:extLst>
            </p:cNvPr>
            <p:cNvSpPr txBox="1"/>
            <p:nvPr/>
          </p:nvSpPr>
          <p:spPr>
            <a:xfrm>
              <a:off x="7947986" y="8102863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711ECEE-450C-C69C-BBCC-94AAC2B8C601}"/>
                </a:ext>
              </a:extLst>
            </p:cNvPr>
            <p:cNvSpPr txBox="1"/>
            <p:nvPr/>
          </p:nvSpPr>
          <p:spPr>
            <a:xfrm>
              <a:off x="7947986" y="8381626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C6120E9E-DB2A-064A-93EC-C9C2E6D33B7C}"/>
                </a:ext>
              </a:extLst>
            </p:cNvPr>
            <p:cNvSpPr txBox="1"/>
            <p:nvPr/>
          </p:nvSpPr>
          <p:spPr>
            <a:xfrm>
              <a:off x="8738849" y="7820887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DD442D86-C1D8-7786-4F3E-CC9753AC1414}"/>
                </a:ext>
              </a:extLst>
            </p:cNvPr>
            <p:cNvSpPr txBox="1"/>
            <p:nvPr/>
          </p:nvSpPr>
          <p:spPr>
            <a:xfrm>
              <a:off x="8738849" y="8099651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6F4417-5AF5-0665-1C33-44CCD853F494}"/>
                </a:ext>
              </a:extLst>
            </p:cNvPr>
            <p:cNvSpPr txBox="1"/>
            <p:nvPr/>
          </p:nvSpPr>
          <p:spPr>
            <a:xfrm>
              <a:off x="8738849" y="8378414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D2FDE1E-7BFE-7D99-F857-2F32867BB140}"/>
                </a:ext>
              </a:extLst>
            </p:cNvPr>
            <p:cNvSpPr txBox="1"/>
            <p:nvPr/>
          </p:nvSpPr>
          <p:spPr>
            <a:xfrm>
              <a:off x="1199048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06446F5-9BF7-70AC-8D0C-9BB839F50150}"/>
                </a:ext>
              </a:extLst>
            </p:cNvPr>
            <p:cNvSpPr txBox="1"/>
            <p:nvPr/>
          </p:nvSpPr>
          <p:spPr>
            <a:xfrm>
              <a:off x="1199048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0A1DFBDD-E0B8-63C6-71EF-7176B127FDD1}"/>
                </a:ext>
              </a:extLst>
            </p:cNvPr>
            <p:cNvSpPr txBox="1"/>
            <p:nvPr/>
          </p:nvSpPr>
          <p:spPr>
            <a:xfrm>
              <a:off x="1199048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2DB82729-11A5-64A9-F7B6-9155B4BE1F34}"/>
                </a:ext>
              </a:extLst>
            </p:cNvPr>
            <p:cNvSpPr txBox="1"/>
            <p:nvPr/>
          </p:nvSpPr>
          <p:spPr>
            <a:xfrm>
              <a:off x="184452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A39D1E2-2A4C-B87E-91C9-095BB41BFDA7}"/>
                </a:ext>
              </a:extLst>
            </p:cNvPr>
            <p:cNvSpPr txBox="1"/>
            <p:nvPr/>
          </p:nvSpPr>
          <p:spPr>
            <a:xfrm>
              <a:off x="184452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086647E-0965-2D38-1FDF-06A561357D6D}"/>
                </a:ext>
              </a:extLst>
            </p:cNvPr>
            <p:cNvSpPr txBox="1"/>
            <p:nvPr/>
          </p:nvSpPr>
          <p:spPr>
            <a:xfrm>
              <a:off x="184452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113A0F1-E675-6413-431C-A8C64F0822CE}"/>
                </a:ext>
              </a:extLst>
            </p:cNvPr>
            <p:cNvSpPr txBox="1"/>
            <p:nvPr/>
          </p:nvSpPr>
          <p:spPr>
            <a:xfrm>
              <a:off x="4486535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4D3F087A-359B-CB2A-98EE-D0EA5C80CBDB}"/>
                </a:ext>
              </a:extLst>
            </p:cNvPr>
            <p:cNvSpPr txBox="1"/>
            <p:nvPr/>
          </p:nvSpPr>
          <p:spPr>
            <a:xfrm>
              <a:off x="4486535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EC33E4F7-5B52-60F4-CC54-7174C1ECF255}"/>
                </a:ext>
              </a:extLst>
            </p:cNvPr>
            <p:cNvSpPr txBox="1"/>
            <p:nvPr/>
          </p:nvSpPr>
          <p:spPr>
            <a:xfrm>
              <a:off x="4486535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141B86FA-D1AD-C033-BC0A-9A4B8590BB5E}"/>
                </a:ext>
              </a:extLst>
            </p:cNvPr>
            <p:cNvSpPr txBox="1"/>
            <p:nvPr/>
          </p:nvSpPr>
          <p:spPr>
            <a:xfrm>
              <a:off x="5283822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D0083F2-E31A-57BB-D49B-C0C7028B2336}"/>
                </a:ext>
              </a:extLst>
            </p:cNvPr>
            <p:cNvSpPr txBox="1"/>
            <p:nvPr/>
          </p:nvSpPr>
          <p:spPr>
            <a:xfrm>
              <a:off x="5283822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8D3CDA63-4D43-C901-CE68-07BC3B00E5D4}"/>
                </a:ext>
              </a:extLst>
            </p:cNvPr>
            <p:cNvSpPr txBox="1"/>
            <p:nvPr/>
          </p:nvSpPr>
          <p:spPr>
            <a:xfrm>
              <a:off x="5283822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846E674C-852D-BF66-2625-1E9A791E795B}"/>
                </a:ext>
              </a:extLst>
            </p:cNvPr>
            <p:cNvSpPr txBox="1"/>
            <p:nvPr/>
          </p:nvSpPr>
          <p:spPr>
            <a:xfrm>
              <a:off x="7947986" y="9208440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23F2A847-FA3D-4145-0BDD-5BDFD2583146}"/>
                </a:ext>
              </a:extLst>
            </p:cNvPr>
            <p:cNvSpPr txBox="1"/>
            <p:nvPr/>
          </p:nvSpPr>
          <p:spPr>
            <a:xfrm>
              <a:off x="7947986" y="9487204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5BB467-AD27-1A65-7C47-0E38E16616CD}"/>
                </a:ext>
              </a:extLst>
            </p:cNvPr>
            <p:cNvSpPr txBox="1"/>
            <p:nvPr/>
          </p:nvSpPr>
          <p:spPr>
            <a:xfrm>
              <a:off x="7947986" y="9765967"/>
              <a:ext cx="21104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0F23B522-2903-6F50-DC6A-38CCD8E40016}"/>
                </a:ext>
              </a:extLst>
            </p:cNvPr>
            <p:cNvSpPr txBox="1"/>
            <p:nvPr/>
          </p:nvSpPr>
          <p:spPr>
            <a:xfrm>
              <a:off x="8738849" y="9205228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B0BD5142-D401-4AB7-E362-A9F75D1AFDD0}"/>
                </a:ext>
              </a:extLst>
            </p:cNvPr>
            <p:cNvSpPr txBox="1"/>
            <p:nvPr/>
          </p:nvSpPr>
          <p:spPr>
            <a:xfrm>
              <a:off x="8738849" y="9483992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EC151065-8D3E-1651-3D12-35C9FAB47307}"/>
                </a:ext>
              </a:extLst>
            </p:cNvPr>
            <p:cNvSpPr txBox="1"/>
            <p:nvPr/>
          </p:nvSpPr>
          <p:spPr>
            <a:xfrm>
              <a:off x="8738849" y="9762755"/>
              <a:ext cx="224807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F904825-74B5-49EC-5098-BA3A3121F4B0}"/>
              </a:ext>
            </a:extLst>
          </p:cNvPr>
          <p:cNvGrpSpPr/>
          <p:nvPr/>
        </p:nvGrpSpPr>
        <p:grpSpPr>
          <a:xfrm>
            <a:off x="779459" y="6666741"/>
            <a:ext cx="10632989" cy="3915814"/>
            <a:chOff x="779459" y="6666741"/>
            <a:chExt cx="10632989" cy="39158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835929-3B7C-8FF1-B128-F544E4D0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680" b="23680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622B7A8-5032-D90F-F8AB-84062D5308D3}"/>
                </a:ext>
              </a:extLst>
            </p:cNvPr>
            <p:cNvSpPr/>
            <p:nvPr/>
          </p:nvSpPr>
          <p:spPr>
            <a:xfrm>
              <a:off x="1136695" y="8111765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05478B8-B618-E7DE-495F-0F9B29FC83BF}"/>
                </a:ext>
              </a:extLst>
            </p:cNvPr>
            <p:cNvSpPr/>
            <p:nvPr/>
          </p:nvSpPr>
          <p:spPr>
            <a:xfrm>
              <a:off x="6418724" y="8106528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02EF3836-6A6E-5D12-DE5E-1B9E1F4DF896}"/>
                </a:ext>
              </a:extLst>
            </p:cNvPr>
            <p:cNvSpPr txBox="1"/>
            <p:nvPr/>
          </p:nvSpPr>
          <p:spPr>
            <a:xfrm>
              <a:off x="1244913" y="8217124"/>
              <a:ext cx="438280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XX.XXXM</a:t>
              </a:r>
              <a:endParaRPr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pic>
          <p:nvPicPr>
            <p:cNvPr id="23" name="Picture 2" descr="logo-placeholder - Shop at RaceYa">
              <a:extLst>
                <a:ext uri="{FF2B5EF4-FFF2-40B4-BE49-F238E27FC236}">
                  <a16:creationId xmlns:a16="http://schemas.microsoft.com/office/drawing/2014/main" id="{B517C27E-970B-A7F7-3593-7A37EDE8B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6746819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2" descr="logo-placeholder - Shop at RaceYa">
              <a:extLst>
                <a:ext uri="{FF2B5EF4-FFF2-40B4-BE49-F238E27FC236}">
                  <a16:creationId xmlns:a16="http://schemas.microsoft.com/office/drawing/2014/main" id="{3DF8B9D6-CD4B-C5CD-FF21-C97A6B8E0D3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8245946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logo-placeholder - Shop at RaceYa">
              <a:extLst>
                <a:ext uri="{FF2B5EF4-FFF2-40B4-BE49-F238E27FC236}">
                  <a16:creationId xmlns:a16="http://schemas.microsoft.com/office/drawing/2014/main" id="{C01C21B5-7BE6-B1AC-13A7-B5141363A2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9745072" y="8247455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Google Shape;114;p2">
              <a:extLst>
                <a:ext uri="{FF2B5EF4-FFF2-40B4-BE49-F238E27FC236}">
                  <a16:creationId xmlns:a16="http://schemas.microsoft.com/office/drawing/2014/main" id="{F027F059-DD76-E46B-60B1-54A707AE0283}"/>
                </a:ext>
              </a:extLst>
            </p:cNvPr>
            <p:cNvSpPr txBox="1"/>
            <p:nvPr/>
          </p:nvSpPr>
          <p:spPr>
            <a:xfrm>
              <a:off x="1247099" y="9938439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DA898C65-7909-7877-D2CC-0A96CEF8320F}"/>
                </a:ext>
              </a:extLst>
            </p:cNvPr>
            <p:cNvSpPr txBox="1"/>
            <p:nvPr/>
          </p:nvSpPr>
          <p:spPr>
            <a:xfrm>
              <a:off x="1247099" y="964257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24CD89-3515-1DFE-0674-9E07DFD13CCB}"/>
                </a:ext>
              </a:extLst>
            </p:cNvPr>
            <p:cNvSpPr/>
            <p:nvPr/>
          </p:nvSpPr>
          <p:spPr>
            <a:xfrm>
              <a:off x="1136696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013EFD88-8CF0-9CA5-473F-B108612B4DB2}"/>
                </a:ext>
              </a:extLst>
            </p:cNvPr>
            <p:cNvSpPr/>
            <p:nvPr/>
          </p:nvSpPr>
          <p:spPr>
            <a:xfrm>
              <a:off x="3790492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016DDC48-49BA-A737-41C0-48CBDB84B74F}"/>
                </a:ext>
              </a:extLst>
            </p:cNvPr>
            <p:cNvSpPr/>
            <p:nvPr/>
          </p:nvSpPr>
          <p:spPr>
            <a:xfrm>
              <a:off x="6418724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3A26F3E1-4B41-E221-ACE5-096130DD0265}"/>
                </a:ext>
              </a:extLst>
            </p:cNvPr>
            <p:cNvSpPr/>
            <p:nvPr/>
          </p:nvSpPr>
          <p:spPr>
            <a:xfrm>
              <a:off x="9072520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Google Shape;114;p2">
              <a:extLst>
                <a:ext uri="{FF2B5EF4-FFF2-40B4-BE49-F238E27FC236}">
                  <a16:creationId xmlns:a16="http://schemas.microsoft.com/office/drawing/2014/main" id="{6D82C938-7D74-DF61-A9A7-794EEEE90D1E}"/>
                </a:ext>
              </a:extLst>
            </p:cNvPr>
            <p:cNvSpPr txBox="1"/>
            <p:nvPr/>
          </p:nvSpPr>
          <p:spPr>
            <a:xfrm>
              <a:off x="1142154" y="8995967"/>
              <a:ext cx="1919185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Viewable Rate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B12A98EB-0A9F-FBBC-31E4-0B84ADE54A88}"/>
                </a:ext>
              </a:extLst>
            </p:cNvPr>
            <p:cNvSpPr txBox="1"/>
            <p:nvPr/>
          </p:nvSpPr>
          <p:spPr>
            <a:xfrm>
              <a:off x="6418721" y="8990730"/>
              <a:ext cx="1919186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Rate</a:t>
              </a:r>
            </a:p>
          </p:txBody>
        </p:sp>
        <p:sp>
          <p:nvSpPr>
            <p:cNvPr id="34" name="Google Shape;114;p2">
              <a:extLst>
                <a:ext uri="{FF2B5EF4-FFF2-40B4-BE49-F238E27FC236}">
                  <a16:creationId xmlns:a16="http://schemas.microsoft.com/office/drawing/2014/main" id="{E76AD9B5-EFDB-1398-E94C-DAACFEB102BE}"/>
                </a:ext>
              </a:extLst>
            </p:cNvPr>
            <p:cNvSpPr txBox="1"/>
            <p:nvPr/>
          </p:nvSpPr>
          <p:spPr>
            <a:xfrm>
              <a:off x="3790489" y="9024969"/>
              <a:ext cx="192464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Time</a:t>
              </a:r>
            </a:p>
          </p:txBody>
        </p:sp>
        <p:sp>
          <p:nvSpPr>
            <p:cNvPr id="35" name="Google Shape;114;p2">
              <a:extLst>
                <a:ext uri="{FF2B5EF4-FFF2-40B4-BE49-F238E27FC236}">
                  <a16:creationId xmlns:a16="http://schemas.microsoft.com/office/drawing/2014/main" id="{6AB9B444-79BB-2223-6C0E-B47363BD1A1F}"/>
                </a:ext>
              </a:extLst>
            </p:cNvPr>
            <p:cNvSpPr txBox="1"/>
            <p:nvPr/>
          </p:nvSpPr>
          <p:spPr>
            <a:xfrm>
              <a:off x="9061298" y="8999703"/>
              <a:ext cx="193586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Att. Time on Att. Imps</a:t>
              </a:r>
            </a:p>
          </p:txBody>
        </p:sp>
        <p:sp>
          <p:nvSpPr>
            <p:cNvPr id="36" name="Google Shape;100;p2">
              <a:extLst>
                <a:ext uri="{FF2B5EF4-FFF2-40B4-BE49-F238E27FC236}">
                  <a16:creationId xmlns:a16="http://schemas.microsoft.com/office/drawing/2014/main" id="{B414683E-708A-E88E-8FEA-2F61C5B2204D}"/>
                </a:ext>
              </a:extLst>
            </p:cNvPr>
            <p:cNvSpPr txBox="1"/>
            <p:nvPr/>
          </p:nvSpPr>
          <p:spPr>
            <a:xfrm>
              <a:off x="1194845" y="9880958"/>
              <a:ext cx="1797741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viewable impressions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(MRC large unit definition)</a:t>
              </a:r>
            </a:p>
          </p:txBody>
        </p:sp>
        <p:sp>
          <p:nvSpPr>
            <p:cNvPr id="37" name="Google Shape;100;p2">
              <a:extLst>
                <a:ext uri="{FF2B5EF4-FFF2-40B4-BE49-F238E27FC236}">
                  <a16:creationId xmlns:a16="http://schemas.microsoft.com/office/drawing/2014/main" id="{17EA7EB6-D0CB-1D09-5DFA-E192BEA458D1}"/>
                </a:ext>
              </a:extLst>
            </p:cNvPr>
            <p:cNvSpPr txBox="1"/>
            <p:nvPr/>
          </p:nvSpPr>
          <p:spPr>
            <a:xfrm>
              <a:off x="6443621" y="9880958"/>
              <a:ext cx="1802325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effectively viewed impressions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 (&gt;0.2 second) vs. 50% benchmark</a:t>
              </a:r>
            </a:p>
          </p:txBody>
        </p:sp>
        <p:sp>
          <p:nvSpPr>
            <p:cNvPr id="38" name="Google Shape;100;p2">
              <a:extLst>
                <a:ext uri="{FF2B5EF4-FFF2-40B4-BE49-F238E27FC236}">
                  <a16:creationId xmlns:a16="http://schemas.microsoft.com/office/drawing/2014/main" id="{A3C82EF9-6916-5A75-485D-A62174C4DC8D}"/>
                </a:ext>
              </a:extLst>
            </p:cNvPr>
            <p:cNvSpPr txBox="1"/>
            <p:nvPr/>
          </p:nvSpPr>
          <p:spPr>
            <a:xfrm>
              <a:off x="3843179" y="9880958"/>
              <a:ext cx="1784648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Viewed Time vs.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1.34” benchmark</a:t>
              </a:r>
            </a:p>
          </p:txBody>
        </p:sp>
        <p:sp>
          <p:nvSpPr>
            <p:cNvPr id="39" name="Google Shape;100;p2">
              <a:extLst>
                <a:ext uri="{FF2B5EF4-FFF2-40B4-BE49-F238E27FC236}">
                  <a16:creationId xmlns:a16="http://schemas.microsoft.com/office/drawing/2014/main" id="{187D6BDD-CE5A-948D-CC13-CA98E7262D87}"/>
                </a:ext>
              </a:extLst>
            </p:cNvPr>
            <p:cNvSpPr txBox="1"/>
            <p:nvPr/>
          </p:nvSpPr>
          <p:spPr>
            <a:xfrm>
              <a:off x="9117962" y="9880958"/>
              <a:ext cx="1826944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attention time per imps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on attention imps vs. 2.7” benchmark</a:t>
              </a:r>
            </a:p>
          </p:txBody>
        </p:sp>
        <p:sp>
          <p:nvSpPr>
            <p:cNvPr id="40" name="Google Shape;110;p2">
              <a:extLst>
                <a:ext uri="{FF2B5EF4-FFF2-40B4-BE49-F238E27FC236}">
                  <a16:creationId xmlns:a16="http://schemas.microsoft.com/office/drawing/2014/main" id="{0F194ED2-2590-21E4-5FDD-882543513D44}"/>
                </a:ext>
              </a:extLst>
            </p:cNvPr>
            <p:cNvSpPr txBox="1"/>
            <p:nvPr/>
          </p:nvSpPr>
          <p:spPr>
            <a:xfrm>
              <a:off x="9117962" y="9464799"/>
              <a:ext cx="1826944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1" name="Google Shape;110;p2">
              <a:extLst>
                <a:ext uri="{FF2B5EF4-FFF2-40B4-BE49-F238E27FC236}">
                  <a16:creationId xmlns:a16="http://schemas.microsoft.com/office/drawing/2014/main" id="{14D568F7-3D5F-D98F-A0CD-B7FA9611224D}"/>
                </a:ext>
              </a:extLst>
            </p:cNvPr>
            <p:cNvSpPr txBox="1"/>
            <p:nvPr/>
          </p:nvSpPr>
          <p:spPr>
            <a:xfrm>
              <a:off x="1194845" y="9464799"/>
              <a:ext cx="1797741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A4A0DC28-85C5-F6BA-D016-78FEEFF8153A}"/>
                </a:ext>
              </a:extLst>
            </p:cNvPr>
            <p:cNvSpPr txBox="1"/>
            <p:nvPr/>
          </p:nvSpPr>
          <p:spPr>
            <a:xfrm>
              <a:off x="3839903" y="9464799"/>
              <a:ext cx="178781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</a:p>
          </p:txBody>
        </p:sp>
        <p:sp>
          <p:nvSpPr>
            <p:cNvPr id="43" name="Google Shape;110;p2">
              <a:extLst>
                <a:ext uri="{FF2B5EF4-FFF2-40B4-BE49-F238E27FC236}">
                  <a16:creationId xmlns:a16="http://schemas.microsoft.com/office/drawing/2014/main" id="{5018ED43-643D-6574-A962-AA9E2A6F1186}"/>
                </a:ext>
              </a:extLst>
            </p:cNvPr>
            <p:cNvSpPr txBox="1"/>
            <p:nvPr/>
          </p:nvSpPr>
          <p:spPr>
            <a:xfrm>
              <a:off x="6469550" y="9464799"/>
              <a:ext cx="1776392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7FDBDE57-1F7D-0B89-78F9-059A8641EF28}"/>
                </a:ext>
              </a:extLst>
            </p:cNvPr>
            <p:cNvSpPr txBox="1"/>
            <p:nvPr/>
          </p:nvSpPr>
          <p:spPr>
            <a:xfrm>
              <a:off x="1142150" y="7728072"/>
              <a:ext cx="448556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Total Measured Impressions</a:t>
              </a:r>
            </a:p>
          </p:txBody>
        </p:sp>
        <p:sp>
          <p:nvSpPr>
            <p:cNvPr id="45" name="Google Shape;114;p2">
              <a:extLst>
                <a:ext uri="{FF2B5EF4-FFF2-40B4-BE49-F238E27FC236}">
                  <a16:creationId xmlns:a16="http://schemas.microsoft.com/office/drawing/2014/main" id="{89C2AA84-3760-7898-217B-B192AAAA832D}"/>
                </a:ext>
              </a:extLst>
            </p:cNvPr>
            <p:cNvSpPr txBox="1"/>
            <p:nvPr/>
          </p:nvSpPr>
          <p:spPr>
            <a:xfrm>
              <a:off x="6424183" y="7722835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Top 3 Sites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0AD4B308-AEBA-1AA0-74B4-5B456303CE86}"/>
              </a:ext>
            </a:extLst>
          </p:cNvPr>
          <p:cNvGrpSpPr/>
          <p:nvPr/>
        </p:nvGrpSpPr>
        <p:grpSpPr>
          <a:xfrm>
            <a:off x="779459" y="6616100"/>
            <a:ext cx="10632989" cy="3966455"/>
            <a:chOff x="779459" y="6616100"/>
            <a:chExt cx="10632989" cy="39664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02E5809-206E-7298-5F1A-2CCEF6D5A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81" b="23981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00A80CE-9679-E135-D344-8D6B3D779C04}"/>
                </a:ext>
              </a:extLst>
            </p:cNvPr>
            <p:cNvSpPr/>
            <p:nvPr/>
          </p:nvSpPr>
          <p:spPr>
            <a:xfrm>
              <a:off x="1136695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5" name="Google Shape;114;p2">
              <a:extLst>
                <a:ext uri="{FF2B5EF4-FFF2-40B4-BE49-F238E27FC236}">
                  <a16:creationId xmlns:a16="http://schemas.microsoft.com/office/drawing/2014/main" id="{80E96BFB-BB69-493B-A25C-740F51821B54}"/>
                </a:ext>
              </a:extLst>
            </p:cNvPr>
            <p:cNvSpPr txBox="1"/>
            <p:nvPr/>
          </p:nvSpPr>
          <p:spPr>
            <a:xfrm>
              <a:off x="1142154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Attribution</a:t>
              </a:r>
            </a:p>
          </p:txBody>
        </p:sp>
        <p:sp>
          <p:nvSpPr>
            <p:cNvPr id="6" name="Google Shape;110;p2">
              <a:extLst>
                <a:ext uri="{FF2B5EF4-FFF2-40B4-BE49-F238E27FC236}">
                  <a16:creationId xmlns:a16="http://schemas.microsoft.com/office/drawing/2014/main" id="{9505F995-330D-3503-5F4C-98F805FBA2B9}"/>
                </a:ext>
              </a:extLst>
            </p:cNvPr>
            <p:cNvSpPr txBox="1"/>
            <p:nvPr/>
          </p:nvSpPr>
          <p:spPr>
            <a:xfrm>
              <a:off x="3468625" y="7760901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7" name="Google Shape;114;p2">
              <a:extLst>
                <a:ext uri="{FF2B5EF4-FFF2-40B4-BE49-F238E27FC236}">
                  <a16:creationId xmlns:a16="http://schemas.microsoft.com/office/drawing/2014/main" id="{62AB930A-A57C-73ED-4C6C-F2444DBD60D6}"/>
                </a:ext>
              </a:extLst>
            </p:cNvPr>
            <p:cNvSpPr txBox="1"/>
            <p:nvPr/>
          </p:nvSpPr>
          <p:spPr>
            <a:xfrm>
              <a:off x="1247099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C269B323-2785-54A6-E88D-ACFA6526FFC4}"/>
                </a:ext>
              </a:extLst>
            </p:cNvPr>
            <p:cNvSpPr txBox="1"/>
            <p:nvPr/>
          </p:nvSpPr>
          <p:spPr>
            <a:xfrm>
              <a:off x="1142154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9" name="Google Shape;114;p2">
              <a:extLst>
                <a:ext uri="{FF2B5EF4-FFF2-40B4-BE49-F238E27FC236}">
                  <a16:creationId xmlns:a16="http://schemas.microsoft.com/office/drawing/2014/main" id="{5332072E-88AF-7FFB-4AEF-C2DE561A6582}"/>
                </a:ext>
              </a:extLst>
            </p:cNvPr>
            <p:cNvSpPr txBox="1"/>
            <p:nvPr/>
          </p:nvSpPr>
          <p:spPr>
            <a:xfrm>
              <a:off x="3596458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0" name="Google Shape;110;p2">
              <a:extLst>
                <a:ext uri="{FF2B5EF4-FFF2-40B4-BE49-F238E27FC236}">
                  <a16:creationId xmlns:a16="http://schemas.microsoft.com/office/drawing/2014/main" id="{DF2F91A8-D8BD-DAB1-3AA1-04C50E0E6355}"/>
                </a:ext>
              </a:extLst>
            </p:cNvPr>
            <p:cNvSpPr txBox="1"/>
            <p:nvPr/>
          </p:nvSpPr>
          <p:spPr>
            <a:xfrm>
              <a:off x="1247099" y="833266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1" name="Google Shape;110;p2">
              <a:extLst>
                <a:ext uri="{FF2B5EF4-FFF2-40B4-BE49-F238E27FC236}">
                  <a16:creationId xmlns:a16="http://schemas.microsoft.com/office/drawing/2014/main" id="{FF021078-CD75-F5AA-D9F6-E11502CF638F}"/>
                </a:ext>
              </a:extLst>
            </p:cNvPr>
            <p:cNvSpPr txBox="1"/>
            <p:nvPr/>
          </p:nvSpPr>
          <p:spPr>
            <a:xfrm>
              <a:off x="3596458" y="833222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272F7E1-C400-685E-B762-79B1530C2303}"/>
                </a:ext>
              </a:extLst>
            </p:cNvPr>
            <p:cNvSpPr/>
            <p:nvPr/>
          </p:nvSpPr>
          <p:spPr>
            <a:xfrm>
              <a:off x="6418724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Google Shape;114;p2">
              <a:extLst>
                <a:ext uri="{FF2B5EF4-FFF2-40B4-BE49-F238E27FC236}">
                  <a16:creationId xmlns:a16="http://schemas.microsoft.com/office/drawing/2014/main" id="{29017539-214E-D1A3-168D-24DCB8465CBC}"/>
                </a:ext>
              </a:extLst>
            </p:cNvPr>
            <p:cNvSpPr txBox="1"/>
            <p:nvPr/>
          </p:nvSpPr>
          <p:spPr>
            <a:xfrm>
              <a:off x="6424183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Consideration</a:t>
              </a:r>
            </a:p>
          </p:txBody>
        </p:sp>
        <p:sp>
          <p:nvSpPr>
            <p:cNvPr id="14" name="Google Shape;110;p2">
              <a:extLst>
                <a:ext uri="{FF2B5EF4-FFF2-40B4-BE49-F238E27FC236}">
                  <a16:creationId xmlns:a16="http://schemas.microsoft.com/office/drawing/2014/main" id="{90E02493-E8B1-92AE-00C8-2A76137FC1C7}"/>
                </a:ext>
              </a:extLst>
            </p:cNvPr>
            <p:cNvSpPr txBox="1"/>
            <p:nvPr/>
          </p:nvSpPr>
          <p:spPr>
            <a:xfrm>
              <a:off x="8750654" y="7755664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4A6A37F5-A268-D4A3-28A3-3BD1388D047F}"/>
                </a:ext>
              </a:extLst>
            </p:cNvPr>
            <p:cNvSpPr txBox="1"/>
            <p:nvPr/>
          </p:nvSpPr>
          <p:spPr>
            <a:xfrm>
              <a:off x="6529128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05CC77B5-4C31-5749-6066-AD3525B305F7}"/>
                </a:ext>
              </a:extLst>
            </p:cNvPr>
            <p:cNvSpPr txBox="1"/>
            <p:nvPr/>
          </p:nvSpPr>
          <p:spPr>
            <a:xfrm>
              <a:off x="6424183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17" name="Google Shape;114;p2">
              <a:extLst>
                <a:ext uri="{FF2B5EF4-FFF2-40B4-BE49-F238E27FC236}">
                  <a16:creationId xmlns:a16="http://schemas.microsoft.com/office/drawing/2014/main" id="{E2053EFD-F553-2034-B830-FC309013FF6E}"/>
                </a:ext>
              </a:extLst>
            </p:cNvPr>
            <p:cNvSpPr txBox="1"/>
            <p:nvPr/>
          </p:nvSpPr>
          <p:spPr>
            <a:xfrm>
              <a:off x="8878487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8" name="Google Shape;110;p2">
              <a:extLst>
                <a:ext uri="{FF2B5EF4-FFF2-40B4-BE49-F238E27FC236}">
                  <a16:creationId xmlns:a16="http://schemas.microsoft.com/office/drawing/2014/main" id="{3C3C32FE-2477-0245-5DCB-ED0F4640DE59}"/>
                </a:ext>
              </a:extLst>
            </p:cNvPr>
            <p:cNvSpPr txBox="1"/>
            <p:nvPr/>
          </p:nvSpPr>
          <p:spPr>
            <a:xfrm>
              <a:off x="6529128" y="832742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9" name="Google Shape;110;p2">
              <a:extLst>
                <a:ext uri="{FF2B5EF4-FFF2-40B4-BE49-F238E27FC236}">
                  <a16:creationId xmlns:a16="http://schemas.microsoft.com/office/drawing/2014/main" id="{B13C0B03-CAAA-2F6F-DB35-E7304C9B93BE}"/>
                </a:ext>
              </a:extLst>
            </p:cNvPr>
            <p:cNvSpPr txBox="1"/>
            <p:nvPr/>
          </p:nvSpPr>
          <p:spPr>
            <a:xfrm>
              <a:off x="8878487" y="832698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D293081-318B-97B8-E17C-A54F98C6148D}"/>
                </a:ext>
              </a:extLst>
            </p:cNvPr>
            <p:cNvSpPr/>
            <p:nvPr/>
          </p:nvSpPr>
          <p:spPr>
            <a:xfrm>
              <a:off x="1136695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114;p2">
              <a:extLst>
                <a:ext uri="{FF2B5EF4-FFF2-40B4-BE49-F238E27FC236}">
                  <a16:creationId xmlns:a16="http://schemas.microsoft.com/office/drawing/2014/main" id="{691FB0B3-679E-5668-ADE8-C6D14084D4E9}"/>
                </a:ext>
              </a:extLst>
            </p:cNvPr>
            <p:cNvSpPr txBox="1"/>
            <p:nvPr/>
          </p:nvSpPr>
          <p:spPr>
            <a:xfrm>
              <a:off x="1142154" y="9221008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Familiarity</a:t>
              </a:r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58617D6F-3FCA-4652-225C-CC7DD6A08779}"/>
                </a:ext>
              </a:extLst>
            </p:cNvPr>
            <p:cNvSpPr txBox="1"/>
            <p:nvPr/>
          </p:nvSpPr>
          <p:spPr>
            <a:xfrm>
              <a:off x="3468625" y="9101186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3" name="Google Shape;114;p2">
              <a:extLst>
                <a:ext uri="{FF2B5EF4-FFF2-40B4-BE49-F238E27FC236}">
                  <a16:creationId xmlns:a16="http://schemas.microsoft.com/office/drawing/2014/main" id="{7E33BCE9-A462-26B7-9744-3167C49A77CE}"/>
                </a:ext>
              </a:extLst>
            </p:cNvPr>
            <p:cNvSpPr txBox="1"/>
            <p:nvPr/>
          </p:nvSpPr>
          <p:spPr>
            <a:xfrm>
              <a:off x="1247099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DFD73E3F-0C68-BBC4-B645-B8F0F26E5250}"/>
                </a:ext>
              </a:extLst>
            </p:cNvPr>
            <p:cNvSpPr txBox="1"/>
            <p:nvPr/>
          </p:nvSpPr>
          <p:spPr>
            <a:xfrm>
              <a:off x="1142154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B121738A-6762-BEBE-7E9B-3142425CDA13}"/>
                </a:ext>
              </a:extLst>
            </p:cNvPr>
            <p:cNvSpPr txBox="1"/>
            <p:nvPr/>
          </p:nvSpPr>
          <p:spPr>
            <a:xfrm>
              <a:off x="3596458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6" name="Google Shape;110;p2">
              <a:extLst>
                <a:ext uri="{FF2B5EF4-FFF2-40B4-BE49-F238E27FC236}">
                  <a16:creationId xmlns:a16="http://schemas.microsoft.com/office/drawing/2014/main" id="{8723E68F-2806-343D-4002-B5E6E10885F2}"/>
                </a:ext>
              </a:extLst>
            </p:cNvPr>
            <p:cNvSpPr txBox="1"/>
            <p:nvPr/>
          </p:nvSpPr>
          <p:spPr>
            <a:xfrm>
              <a:off x="1247099" y="967294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EF16A684-7C6F-4861-926E-7DC9E1C361B6}"/>
                </a:ext>
              </a:extLst>
            </p:cNvPr>
            <p:cNvSpPr txBox="1"/>
            <p:nvPr/>
          </p:nvSpPr>
          <p:spPr>
            <a:xfrm>
              <a:off x="3596458" y="967250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F1C098DE-39B0-E0B3-4977-F4274A8312AF}"/>
                </a:ext>
              </a:extLst>
            </p:cNvPr>
            <p:cNvSpPr/>
            <p:nvPr/>
          </p:nvSpPr>
          <p:spPr>
            <a:xfrm>
              <a:off x="6418724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ABFA8D35-5AE0-0E85-41FC-0864994F7E66}"/>
                </a:ext>
              </a:extLst>
            </p:cNvPr>
            <p:cNvSpPr txBox="1"/>
            <p:nvPr/>
          </p:nvSpPr>
          <p:spPr>
            <a:xfrm>
              <a:off x="6424183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Preference</a:t>
              </a:r>
            </a:p>
          </p:txBody>
        </p:sp>
        <p:sp>
          <p:nvSpPr>
            <p:cNvPr id="30" name="Google Shape;110;p2">
              <a:extLst>
                <a:ext uri="{FF2B5EF4-FFF2-40B4-BE49-F238E27FC236}">
                  <a16:creationId xmlns:a16="http://schemas.microsoft.com/office/drawing/2014/main" id="{6330F234-764B-DC5A-5480-AA815CA24949}"/>
                </a:ext>
              </a:extLst>
            </p:cNvPr>
            <p:cNvSpPr txBox="1"/>
            <p:nvPr/>
          </p:nvSpPr>
          <p:spPr>
            <a:xfrm>
              <a:off x="8750654" y="9095949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3C513E0B-35B9-8E73-DA41-2E68C94904A3}"/>
                </a:ext>
              </a:extLst>
            </p:cNvPr>
            <p:cNvSpPr txBox="1"/>
            <p:nvPr/>
          </p:nvSpPr>
          <p:spPr>
            <a:xfrm>
              <a:off x="6529128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E7BB67C1-48B6-E59D-1D3A-ADFC67F30C41}"/>
                </a:ext>
              </a:extLst>
            </p:cNvPr>
            <p:cNvSpPr txBox="1"/>
            <p:nvPr/>
          </p:nvSpPr>
          <p:spPr>
            <a:xfrm>
              <a:off x="6424183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7D4410D9-11F5-912B-9505-A133964A7DB9}"/>
                </a:ext>
              </a:extLst>
            </p:cNvPr>
            <p:cNvSpPr txBox="1"/>
            <p:nvPr/>
          </p:nvSpPr>
          <p:spPr>
            <a:xfrm>
              <a:off x="8878487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4" name="Google Shape;110;p2">
              <a:extLst>
                <a:ext uri="{FF2B5EF4-FFF2-40B4-BE49-F238E27FC236}">
                  <a16:creationId xmlns:a16="http://schemas.microsoft.com/office/drawing/2014/main" id="{250BDDAA-C244-2AC1-DFC9-EB763B9F7301}"/>
                </a:ext>
              </a:extLst>
            </p:cNvPr>
            <p:cNvSpPr txBox="1"/>
            <p:nvPr/>
          </p:nvSpPr>
          <p:spPr>
            <a:xfrm>
              <a:off x="6529128" y="966771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5" name="Google Shape;110;p2">
              <a:extLst>
                <a:ext uri="{FF2B5EF4-FFF2-40B4-BE49-F238E27FC236}">
                  <a16:creationId xmlns:a16="http://schemas.microsoft.com/office/drawing/2014/main" id="{F5F11AD6-5292-A3D1-EA91-4BFDAF952A2C}"/>
                </a:ext>
              </a:extLst>
            </p:cNvPr>
            <p:cNvSpPr txBox="1"/>
            <p:nvPr/>
          </p:nvSpPr>
          <p:spPr>
            <a:xfrm>
              <a:off x="8878487" y="966726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Recall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Choice</a:t>
              </a: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Inter Italic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Less Attention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More Attention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One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Two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Three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Overall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Publishers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 Italic" panose="02000503000000020004" pitchFamily="2" charset="0"/>
                  <a:ea typeface="Inter Italic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3327</TotalTime>
  <Words>2288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Poppins</vt:lpstr>
      <vt:lpstr>Inter</vt:lpstr>
      <vt:lpstr>Calibri</vt:lpstr>
      <vt:lpstr>Inter SemiBold</vt:lpstr>
      <vt:lpstr>Aptos</vt:lpstr>
      <vt:lpstr>Arial</vt:lpstr>
      <vt:lpstr>Inter Medium</vt:lpstr>
      <vt:lpstr>Inter Italic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74</cp:revision>
  <dcterms:created xsi:type="dcterms:W3CDTF">2025-02-28T16:34:04Z</dcterms:created>
  <dcterms:modified xsi:type="dcterms:W3CDTF">2026-09-08T10:58:23Z</dcterms:modified>
</cp:coreProperties>
</file>