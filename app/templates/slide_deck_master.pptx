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Italic" panose="02000503000000020004" pitchFamily="2" charset="0"/>
      <p:regular r:id="rId19"/>
      <p:bold r:id="rId20"/>
      <p:italic r:id="rId21"/>
    </p:embeddedFont>
    <p:embeddedFont>
      <p:font typeface="Inter Medium" panose="02000503000000020004" pitchFamily="2" charset="0"/>
      <p:regular r:id="rId22"/>
      <p:italic r:id="rId23"/>
    </p:embeddedFont>
    <p:embeddedFont>
      <p:font typeface="Inter SemiBold" panose="02000503000000020004" pitchFamily="2" charset="0"/>
      <p:regular r:id="rId18"/>
      <p:bold r:id="rId18"/>
      <p:italic r:id="rId18"/>
      <p:boldItalic r:id="rId24"/>
    </p:embeddedFont>
    <p:embeddedFont>
      <p:font typeface="Poppins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20"/>
    <p:restoredTop sz="96846"/>
  </p:normalViewPr>
  <p:slideViewPr>
    <p:cSldViewPr snapToGrid="0">
      <p:cViewPr varScale="1">
        <p:scale>
          <a:sx n="169" d="100"/>
          <a:sy n="169" d="100"/>
        </p:scale>
        <p:origin x="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112791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ACA2ED5-857F-4BC5-0E04-02487B624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C3E84F5-A322-C885-E89C-B94C01BF7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39307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718761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833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547915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688583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128156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517737"/>
            <a:ext cx="6067135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{{PERFORMANCE_ON_SCREEN_LABEL}}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CTR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57799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VCR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EDEC03-123F-6CF0-875F-10CA479141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{{PERFORMANCE_ON_SCREEN_LABEL}}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BF0AC10-1234-310F-6DAF-32A04C8A68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Sites.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0BBF5AA9-D957-4B04-E73F-5BE6641DF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CAACB3-B4CD-6826-5E49-E0EC388A5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00" b="1" i="0" u="none" strike="noStrike" cap="none" spc="4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GB" dirty="0">
                <a:sym typeface="Inter"/>
              </a:rPr>
              <a:t>Markets.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Overview.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1F64E8-B854-A761-409C-EABB14C421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Creative.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One</a:t>
            </a: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Two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1801273-E609-5826-26EF-5CCEED3F5A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Attention Score.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Viewable Rate</a:t>
            </a: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Rate</a:t>
            </a: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Time</a:t>
            </a: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Att. Time on Att. Imps</a:t>
            </a: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viewable impressions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(MRC large unit definition)</a:t>
            </a: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effectively viewed impressions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 (&gt;0.2 second) vs. 50% benchmark</a:t>
            </a: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Viewed Time vs.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1.34” benchmark</a:t>
            </a: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attention time per imps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attention imps vs. 2.7” benchmark</a:t>
            </a: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Total Measured Impressions</a:t>
            </a: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Top 3 Sites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0398573-C11A-02A5-D92F-0800D183C1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Attribution</a:t>
            </a: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Creative Diagnosis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Control Group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Consideration</a:t>
            </a: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Control Group</a:t>
            </a: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Familiarity</a:t>
            </a: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Control Group</a:t>
            </a: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Preference</a:t>
            </a: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Control Group</a:t>
            </a: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08ABD26-6F92-CCB9-382F-E76921204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</a:t>
            </a: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Recall</a:t>
            </a: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Choice</a:t>
            </a: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47E8DF7-3265-8889-5F5A-C97FDF100B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Learnings &amp; Recommendations.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Less Attention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More Attention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One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Two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Three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B27B936-F210-43F6-2C59-E4FD9B42FD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Overall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Publishers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Learnings &amp; Recommendations.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7874E7E-12C1-15AA-A9F4-A47964B672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3069</TotalTime>
  <Words>2438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Inter Medium</vt:lpstr>
      <vt:lpstr>Calibri Light</vt:lpstr>
      <vt:lpstr>Poppins</vt:lpstr>
      <vt:lpstr>Inter Italic</vt:lpstr>
      <vt:lpstr>Calibri</vt:lpstr>
      <vt:lpstr>Arial</vt:lpstr>
      <vt:lpstr>Aptos</vt:lpstr>
      <vt:lpstr>Inter</vt:lpstr>
      <vt:lpstr>Inter SemiBold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56</cp:revision>
  <dcterms:created xsi:type="dcterms:W3CDTF">2025-02-28T16:34:04Z</dcterms:created>
  <dcterms:modified xsi:type="dcterms:W3CDTF">2026-09-08T14:10:00Z</dcterms:modified>
</cp:coreProperties>
</file>