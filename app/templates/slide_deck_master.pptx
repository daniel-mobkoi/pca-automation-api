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8"/>
      <p:bold r:id="rId18"/>
      <p:italic r:id="rId18"/>
      <p:boldItalic r:id="rId21"/>
    </p:embeddedFont>
    <p:embeddedFont>
      <p:font typeface="Poppins" pitchFamily="2" charset="77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70"/>
    <p:restoredTop sz="96846"/>
  </p:normalViewPr>
  <p:slideViewPr>
    <p:cSldViewPr snapToGrid="0">
      <p:cViewPr varScale="1">
        <p:scale>
          <a:sx n="127" d="100"/>
          <a:sy n="127" d="100"/>
        </p:scale>
        <p:origin x="9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jp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4.png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112791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39307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718761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833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547915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688583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128156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517737"/>
            <a:ext cx="6067135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{{PERFORMANCE_ON_SCREEN_LABEL}}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CTR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57799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VCR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{{PERFORMANCE_ON_SCREEN_LABEL}}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4075AA35-5BD6-4092-0771-8A3DA4E6D47B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2AA6AAD-951F-A65B-8300-5F5B66BC89A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032261E-6AF7-EBA2-33FA-E0FFD6C169CB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Markets.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8766345-C1D7-D0A2-7DAA-84028633703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9B4B2BC-9CCE-D9E5-7598-78925D9ECBF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Overview.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1C1C6-9B66-3ACC-8916-535405326514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E8BAAF7-2644-4195-B92C-4E32AC9E67FF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Creative.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One</a:t>
            </a: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Two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53FE7CE-CB20-78EC-2638-A0AC5347EE65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Attention Score.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Viewable Rate</a:t>
            </a: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Rate</a:t>
            </a: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Time</a:t>
            </a: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Att. Time on Att. Imps</a:t>
            </a: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viewable impressions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(MRC large unit definition)</a:t>
            </a: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effectively viewed impressions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 (&gt;0.2 second) vs. 50% benchmark</a:t>
            </a: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Viewed Time vs.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1.34” benchmark</a:t>
            </a: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attention time per imps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attention imps vs. 2.7” benchmark</a:t>
            </a: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pic>
        <p:nvPicPr>
          <p:cNvPr id="1050" name="Graphic 1049">
            <a:extLst>
              <a:ext uri="{FF2B5EF4-FFF2-40B4-BE49-F238E27FC236}">
                <a16:creationId xmlns:a16="http://schemas.microsoft.com/office/drawing/2014/main" id="{5930E018-8A63-DF09-796B-D67079159B0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Total Measured Impressions</a:t>
            </a: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Top 3 Sites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BB7FD60-7464-7B54-0B82-BE1114281EBA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Attribution</a:t>
            </a: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Creative Diagnosis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Consideration</a:t>
            </a: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Familiarity</a:t>
            </a: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Preference</a:t>
            </a: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43FD3690-4484-8826-E993-79F0AE3DF3CD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F931A8F-0EB7-B751-48B3-A80B7FFA30E1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</a:t>
            </a: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Recall</a:t>
            </a: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Choice</a:t>
            </a: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26CD660D-8A5F-44EB-3C08-F2BE36792F7A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B9B27-55A9-0033-E826-6A215E2B4CE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Learnings &amp; Recommendations.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A205AEC-66F7-B1D6-068A-14041EAA049E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Less Attention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More Attention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One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Two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Three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01632DC-7708-4FF8-AE48-0256BCE0F138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9A3F9E0-A14D-F52D-03CE-AF228811795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Overall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Publishers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Learnings &amp; Recommendations.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3033</TotalTime>
  <Words>2442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Calibri</vt:lpstr>
      <vt:lpstr>Inter SemiBold</vt:lpstr>
      <vt:lpstr>Aptos</vt:lpstr>
      <vt:lpstr>Inter</vt:lpstr>
      <vt:lpstr>Inter Medium</vt:lpstr>
      <vt:lpstr>Poppins</vt:lpstr>
      <vt:lpstr>Arial</vt:lpstr>
      <vt:lpstr>Calibri Light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52</cp:revision>
  <dcterms:created xsi:type="dcterms:W3CDTF">2025-02-28T16:34:04Z</dcterms:created>
  <dcterms:modified xsi:type="dcterms:W3CDTF">2026-07-23T09:40:59Z</dcterms:modified>
</cp:coreProperties>
</file>