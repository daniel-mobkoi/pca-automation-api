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16"/>
  </p:notes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00503000000020004" pitchFamily="2" charset="0"/>
      <p:regular r:id="rId17"/>
      <p:bold r:id="rId17"/>
      <p:italic r:id="rId18"/>
      <p:boldItalic r:id="rId18"/>
    </p:embeddedFont>
    <p:embeddedFont>
      <p:font typeface="Inter Italic" panose="02000503000000020004" pitchFamily="2" charset="0"/>
      <p:regular r:id="rId19"/>
      <p:bold r:id="rId20"/>
      <p:italic r:id="rId21"/>
    </p:embeddedFont>
    <p:embeddedFont>
      <p:font typeface="Inter Medium" panose="02000503000000020004" pitchFamily="2" charset="0"/>
      <p:regular r:id="rId22"/>
      <p:italic r:id="rId23"/>
    </p:embeddedFont>
    <p:embeddedFont>
      <p:font typeface="Inter SemiBold" panose="02000503000000020004" pitchFamily="2" charset="0"/>
      <p:regular r:id="rId18"/>
      <p:bold r:id="rId18"/>
      <p:italic r:id="rId18"/>
      <p:boldItalic r:id="rId24"/>
    </p:embeddedFont>
    <p:embeddedFont>
      <p:font typeface="Poppins" pitchFamily="2" charset="77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95"/>
    <p:restoredTop sz="96846"/>
  </p:normalViewPr>
  <p:slideViewPr>
    <p:cSldViewPr snapToGrid="0">
      <p:cViewPr>
        <p:scale>
          <a:sx n="140" d="100"/>
          <a:sy n="140" d="100"/>
        </p:scale>
        <p:origin x="137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E4379F5-0F99-CC1F-5D52-406A1A2F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7B81FA1-929C-6E7B-FD55-009A84A0E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6A3BB61-F19A-6B23-B61F-CE5B573EF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05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BCE807B-C725-14D2-FA50-9378D8A4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1BB93DB-096D-6ECF-6B3D-252FA7678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F6ABFEA-C8C9-FC5E-B460-7BDF932A0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159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DEE5BE9-C022-2902-D6EC-E617CD60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B98B5F-C607-F755-3B0A-645234740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B4EA7F6-0BBB-95FB-3528-5BD2B43AB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73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9BD079A-0CA4-B5B2-BE3B-10717B31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63EF83B-B644-99DD-5BA5-BC962F427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EDDAC16-97E5-40E3-EAFE-F6D8BE546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525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CE7B4F7-D1E6-E9F6-0001-4A082796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6AA5088-49B0-C1C5-5F7B-C3C5BD796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1C4FE7C-5D2C-189D-571A-B4296AA09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0000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A34EE78-F87A-3647-21DE-DA496CBD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753E3CE-EC23-525F-DCDF-8BF5E75F0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36F90EC-D9FB-48BC-908D-73272318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627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497F9A1-8BC5-F0E9-A32C-BE6CB81A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18D4ECC-5820-971E-F2EF-C0598C534C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F68D3DF-82F5-1F20-DB45-8E6E074FA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6561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23EEA16-5819-EC78-8F00-4489B8F7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B3F05DE-9E1B-BCAC-C5E0-E6661C80A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11EDC62-2BBF-093C-1FEB-F5BF1DFD0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7492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296A8B8-E42B-6B06-E9EE-4A70C6B0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06B84BB-0FC5-4AD7-EE12-59DFC1B4A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F233E3D-1520-FB72-553C-4B7E97578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813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4EC7D3C-6F68-ACAF-DBF0-9DCA07D5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6C0E7A9-CE1C-837C-E1D7-E201E1BA3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4CBBD8A-73BF-0AA8-4002-A4C07E69C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2802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1EFF323-9A69-7D62-9D46-B4D16337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CEB0078-0A18-B635-D514-B94E17B9C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051670B-C079-B399-2293-33F66C693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2351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CEE1F63-12F0-5289-FFCA-471CC2C8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A8431A8-128F-2DC9-3082-AF52F1E32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63E1F4D-E9EA-FE33-7230-7FA453F9F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751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4070CB-0FE8-CEF7-060F-EA65A1FE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C1AC22-6318-CEA2-7336-60BD51A9A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EFB54FF-013A-7127-4A90-7CD8E77A1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08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"/>
            <a:ext cx="8231633" cy="583573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1" y="0"/>
            <a:ext cx="4019883" cy="406287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40" y="3776610"/>
            <a:ext cx="3339661" cy="3081391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3C809-8884-C073-8DDD-F5F13F73C7C2}"/>
              </a:ext>
            </a:extLst>
          </p:cNvPr>
          <p:cNvSpPr txBox="1"/>
          <p:nvPr/>
        </p:nvSpPr>
        <p:spPr>
          <a:xfrm>
            <a:off x="912806" y="2823848"/>
            <a:ext cx="112791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44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{{CAMPAIGN_NAME}}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617DC7-0D0C-DFA0-69FC-6C73202E743F}"/>
              </a:ext>
            </a:extLst>
          </p:cNvPr>
          <p:cNvSpPr txBox="1"/>
          <p:nvPr/>
        </p:nvSpPr>
        <p:spPr>
          <a:xfrm>
            <a:off x="912806" y="36840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4B0C-1331-35DD-876F-83D6A1200A90}"/>
              </a:ext>
            </a:extLst>
          </p:cNvPr>
          <p:cNvSpPr txBox="1"/>
          <p:nvPr/>
        </p:nvSpPr>
        <p:spPr>
          <a:xfrm>
            <a:off x="912806" y="5060740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24635-5279-F802-23C1-F8DB01ACF5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973" y="1821879"/>
            <a:ext cx="1758433" cy="289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6A291-E778-32BD-29F1-3A0AD3027727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ACA2ED5-857F-4BC5-0E04-02487B624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109149D-8748-E223-26D6-7FD62A66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F8121C4-452E-EFE8-1A14-F7DD32CD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9" b="51379"/>
          <a:stretch>
            <a:fillRect/>
          </a:stretch>
        </p:blipFill>
        <p:spPr>
          <a:xfrm>
            <a:off x="779456" y="3885794"/>
            <a:ext cx="9040819" cy="2419731"/>
          </a:xfrm>
          <a:custGeom>
            <a:avLst/>
            <a:gdLst>
              <a:gd name="csX0" fmla="*/ 155637 w 9040819"/>
              <a:gd name="csY0" fmla="*/ 0 h 2419731"/>
              <a:gd name="csX1" fmla="*/ 7470739 w 9040819"/>
              <a:gd name="csY1" fmla="*/ 0 h 2419731"/>
              <a:gd name="csX2" fmla="*/ 7470739 w 9040819"/>
              <a:gd name="csY2" fmla="*/ 1823438 h 2419731"/>
              <a:gd name="csX3" fmla="*/ 7830161 w 9040819"/>
              <a:gd name="csY3" fmla="*/ 2182860 h 2419731"/>
              <a:gd name="csX4" fmla="*/ 9040819 w 9040819"/>
              <a:gd name="csY4" fmla="*/ 2182860 h 2419731"/>
              <a:gd name="csX5" fmla="*/ 9040819 w 9040819"/>
              <a:gd name="csY5" fmla="*/ 2264094 h 2419731"/>
              <a:gd name="csX6" fmla="*/ 8885182 w 9040819"/>
              <a:gd name="csY6" fmla="*/ 2419731 h 2419731"/>
              <a:gd name="csX7" fmla="*/ 155637 w 9040819"/>
              <a:gd name="csY7" fmla="*/ 2419731 h 2419731"/>
              <a:gd name="csX8" fmla="*/ 0 w 9040819"/>
              <a:gd name="csY8" fmla="*/ 2264094 h 2419731"/>
              <a:gd name="csX9" fmla="*/ 0 w 9040819"/>
              <a:gd name="csY9" fmla="*/ 155637 h 2419731"/>
              <a:gd name="csX10" fmla="*/ 155637 w 9040819"/>
              <a:gd name="csY10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40819" h="2419731">
                <a:moveTo>
                  <a:pt x="155637" y="0"/>
                </a:moveTo>
                <a:lnTo>
                  <a:pt x="7470739" y="0"/>
                </a:lnTo>
                <a:lnTo>
                  <a:pt x="7470739" y="1823438"/>
                </a:lnTo>
                <a:cubicBezTo>
                  <a:pt x="7470739" y="2021941"/>
                  <a:pt x="7631658" y="2182860"/>
                  <a:pt x="7830161" y="2182860"/>
                </a:cubicBezTo>
                <a:lnTo>
                  <a:pt x="9040819" y="2182860"/>
                </a:lnTo>
                <a:lnTo>
                  <a:pt x="9040819" y="2264094"/>
                </a:lnTo>
                <a:cubicBezTo>
                  <a:pt x="9040819" y="2350050"/>
                  <a:pt x="8971138" y="2419731"/>
                  <a:pt x="8885182" y="2419731"/>
                </a:cubicBezTo>
                <a:lnTo>
                  <a:pt x="155637" y="2419731"/>
                </a:lnTo>
                <a:cubicBezTo>
                  <a:pt x="69681" y="2419731"/>
                  <a:pt x="0" y="2350050"/>
                  <a:pt x="0" y="2264094"/>
                </a:cubicBezTo>
                <a:lnTo>
                  <a:pt x="0" y="155637"/>
                </a:lnTo>
                <a:cubicBezTo>
                  <a:pt x="0" y="69681"/>
                  <a:pt x="69681" y="0"/>
                  <a:pt x="155637" y="0"/>
                </a:cubicBezTo>
                <a:close/>
              </a:path>
            </a:pathLst>
          </a:cu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CFD4EBE0-D11C-20FC-AE72-96BFA70C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12" y="4114429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F6EAA-A51E-83B5-703D-75E73C84091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Analysis.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3FFF07-1980-93A4-3E8F-C89A9B8ABD3B}"/>
              </a:ext>
            </a:extLst>
          </p:cNvPr>
          <p:cNvSpPr txBox="1"/>
          <p:nvPr/>
        </p:nvSpPr>
        <p:spPr>
          <a:xfrm>
            <a:off x="912807" y="2352992"/>
            <a:ext cx="6045777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{{EXEC_SUMMARY}}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74E7C9-26D7-090F-7641-4EF1642608D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pic>
        <p:nvPicPr>
          <p:cNvPr id="40" name="Picture 39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5A60D5C6-C7AD-14AD-8F7D-74927F99FF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28" y="0"/>
            <a:ext cx="5388871" cy="6858000"/>
          </a:xfrm>
          <a:prstGeom prst="rect">
            <a:avLst/>
          </a:prstGeom>
        </p:spPr>
      </p:pic>
      <p:sp>
        <p:nvSpPr>
          <p:cNvPr id="64" name="Google Shape;100;p2">
            <a:extLst>
              <a:ext uri="{FF2B5EF4-FFF2-40B4-BE49-F238E27FC236}">
                <a16:creationId xmlns:a16="http://schemas.microsoft.com/office/drawing/2014/main" id="{2EA6224F-32A6-82E6-15A7-0AAD9BF06285}"/>
              </a:ext>
            </a:extLst>
          </p:cNvPr>
          <p:cNvSpPr txBox="1"/>
          <p:nvPr/>
        </p:nvSpPr>
        <p:spPr>
          <a:xfrm>
            <a:off x="3175127" y="422130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92CC0-BCF8-9A6F-306F-0D677F03F262}"/>
              </a:ext>
            </a:extLst>
          </p:cNvPr>
          <p:cNvSpPr txBox="1"/>
          <p:nvPr/>
        </p:nvSpPr>
        <p:spPr>
          <a:xfrm>
            <a:off x="912815" y="3473344"/>
            <a:ext cx="63574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8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20130-D8B3-342B-2DAB-62B62D680690}"/>
              </a:ext>
            </a:extLst>
          </p:cNvPr>
          <p:cNvSpPr txBox="1"/>
          <p:nvPr/>
        </p:nvSpPr>
        <p:spPr>
          <a:xfrm>
            <a:off x="2070789" y="3473344"/>
            <a:ext cx="519951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81961-5F0A-19C8-A47A-7B680C9C1E74}"/>
              </a:ext>
            </a:extLst>
          </p:cNvPr>
          <p:cNvSpPr txBox="1"/>
          <p:nvPr/>
        </p:nvSpPr>
        <p:spPr>
          <a:xfrm>
            <a:off x="3175127" y="4624103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800" spc="30" dirty="0">
              <a:solidFill>
                <a:schemeClr val="accent6"/>
              </a:solidFill>
              <a:latin typeface="Inter Italic" panose="02000503000000020004" pitchFamily="2" charset="0"/>
              <a:ea typeface="Inter Italic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F271C-3FFF-79F6-C5EC-268BAD7E6DD1}"/>
              </a:ext>
            </a:extLst>
          </p:cNvPr>
          <p:cNvSpPr txBox="1"/>
          <p:nvPr/>
        </p:nvSpPr>
        <p:spPr>
          <a:xfrm>
            <a:off x="4302556" y="4624102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16D45-ECCE-BB74-60BC-A91E954722EC}"/>
              </a:ext>
            </a:extLst>
          </p:cNvPr>
          <p:cNvSpPr txBox="1"/>
          <p:nvPr/>
        </p:nvSpPr>
        <p:spPr>
          <a:xfrm>
            <a:off x="3175127" y="4901428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8C54B-BA75-8ED7-265D-25C0544D8348}"/>
              </a:ext>
            </a:extLst>
          </p:cNvPr>
          <p:cNvSpPr txBox="1"/>
          <p:nvPr/>
        </p:nvSpPr>
        <p:spPr>
          <a:xfrm>
            <a:off x="3175127" y="5178754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800" spc="30" dirty="0">
              <a:solidFill>
                <a:schemeClr val="accent6"/>
              </a:solidFill>
              <a:latin typeface="Inter Italic" panose="02000503000000020004" pitchFamily="2" charset="0"/>
              <a:ea typeface="Inter Italic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A246-2369-80B8-4173-E2C26D35839E}"/>
              </a:ext>
            </a:extLst>
          </p:cNvPr>
          <p:cNvSpPr txBox="1"/>
          <p:nvPr/>
        </p:nvSpPr>
        <p:spPr>
          <a:xfrm>
            <a:off x="3175127" y="5456080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800" spc="30" dirty="0">
              <a:solidFill>
                <a:schemeClr val="accent6"/>
              </a:solidFill>
              <a:latin typeface="Inter Italic" panose="02000503000000020004" pitchFamily="2" charset="0"/>
              <a:ea typeface="Inter Italic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1EDFE-3C21-1A20-208C-ED6A556482AF}"/>
              </a:ext>
            </a:extLst>
          </p:cNvPr>
          <p:cNvSpPr txBox="1"/>
          <p:nvPr/>
        </p:nvSpPr>
        <p:spPr>
          <a:xfrm>
            <a:off x="3175127" y="5733405"/>
            <a:ext cx="13814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800" spc="30" dirty="0">
              <a:solidFill>
                <a:schemeClr val="accent6"/>
              </a:solidFill>
              <a:latin typeface="Inter Italic" panose="02000503000000020004" pitchFamily="2" charset="0"/>
              <a:ea typeface="Inter Italic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B9EE1-EA60-46C0-A3B2-B6457C06C249}"/>
              </a:ext>
            </a:extLst>
          </p:cNvPr>
          <p:cNvSpPr txBox="1"/>
          <p:nvPr/>
        </p:nvSpPr>
        <p:spPr>
          <a:xfrm>
            <a:off x="4302556" y="4900110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6DC6A-8E2B-F3C5-AC1C-906B3818973F}"/>
              </a:ext>
            </a:extLst>
          </p:cNvPr>
          <p:cNvSpPr txBox="1"/>
          <p:nvPr/>
        </p:nvSpPr>
        <p:spPr>
          <a:xfrm>
            <a:off x="4302556" y="5176118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95A23-8191-F8C9-820C-0D1AA636C19D}"/>
              </a:ext>
            </a:extLst>
          </p:cNvPr>
          <p:cNvSpPr txBox="1"/>
          <p:nvPr/>
        </p:nvSpPr>
        <p:spPr>
          <a:xfrm>
            <a:off x="4302555" y="5452126"/>
            <a:ext cx="37463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031E1-5009-46EA-F4F5-A246F66A0854}"/>
              </a:ext>
            </a:extLst>
          </p:cNvPr>
          <p:cNvSpPr txBox="1"/>
          <p:nvPr/>
        </p:nvSpPr>
        <p:spPr>
          <a:xfrm>
            <a:off x="4302556" y="5728133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EA7AD-4C97-7ABD-03E1-5A7069A7FE1E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3E84F5-A322-C885-E89C-B94C01BF7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6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F307703-5343-D572-57EE-5939ED01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10;p2">
            <a:extLst>
              <a:ext uri="{FF2B5EF4-FFF2-40B4-BE49-F238E27FC236}">
                <a16:creationId xmlns:a16="http://schemas.microsoft.com/office/drawing/2014/main" id="{D558976B-B391-1A5D-7463-859D0D505E36}"/>
              </a:ext>
            </a:extLst>
          </p:cNvPr>
          <p:cNvSpPr txBox="1"/>
          <p:nvPr/>
        </p:nvSpPr>
        <p:spPr>
          <a:xfrm>
            <a:off x="2688982" y="4488397"/>
            <a:ext cx="16417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8" name="Google Shape;110;p2">
            <a:extLst>
              <a:ext uri="{FF2B5EF4-FFF2-40B4-BE49-F238E27FC236}">
                <a16:creationId xmlns:a16="http://schemas.microsoft.com/office/drawing/2014/main" id="{27FF214A-08FF-CF3B-C641-EA00952BD740}"/>
              </a:ext>
            </a:extLst>
          </p:cNvPr>
          <p:cNvSpPr txBox="1"/>
          <p:nvPr/>
        </p:nvSpPr>
        <p:spPr>
          <a:xfrm>
            <a:off x="4410489" y="4488397"/>
            <a:ext cx="1788631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31" name="Google Shape;110;p2">
            <a:extLst>
              <a:ext uri="{FF2B5EF4-FFF2-40B4-BE49-F238E27FC236}">
                <a16:creationId xmlns:a16="http://schemas.microsoft.com/office/drawing/2014/main" id="{42B59DFC-A30F-E703-F514-87D87916E224}"/>
              </a:ext>
            </a:extLst>
          </p:cNvPr>
          <p:cNvSpPr txBox="1"/>
          <p:nvPr/>
        </p:nvSpPr>
        <p:spPr>
          <a:xfrm>
            <a:off x="6199120" y="4488397"/>
            <a:ext cx="178863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34" name="Google Shape;110;p2">
            <a:extLst>
              <a:ext uri="{FF2B5EF4-FFF2-40B4-BE49-F238E27FC236}">
                <a16:creationId xmlns:a16="http://schemas.microsoft.com/office/drawing/2014/main" id="{D5930BBD-2D3F-BB18-997E-18B080B480CC}"/>
              </a:ext>
            </a:extLst>
          </p:cNvPr>
          <p:cNvSpPr txBox="1"/>
          <p:nvPr/>
        </p:nvSpPr>
        <p:spPr>
          <a:xfrm>
            <a:off x="912807" y="4488397"/>
            <a:ext cx="1641707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672A96-8412-EA5F-3764-F6F6D8AE63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35" name="Google Shape;100;p2">
            <a:extLst>
              <a:ext uri="{FF2B5EF4-FFF2-40B4-BE49-F238E27FC236}">
                <a16:creationId xmlns:a16="http://schemas.microsoft.com/office/drawing/2014/main" id="{63BF9193-6F12-DBD0-29BE-37069E46BBC1}"/>
              </a:ext>
            </a:extLst>
          </p:cNvPr>
          <p:cNvSpPr txBox="1"/>
          <p:nvPr/>
        </p:nvSpPr>
        <p:spPr>
          <a:xfrm>
            <a:off x="912807" y="2393071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61D545D2-AC03-3149-DDD4-229FC7A951F1}"/>
              </a:ext>
            </a:extLst>
          </p:cNvPr>
          <p:cNvSpPr txBox="1"/>
          <p:nvPr/>
        </p:nvSpPr>
        <p:spPr>
          <a:xfrm>
            <a:off x="912807" y="409089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Key Figures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822680-5B03-67BD-2AD4-473976DAE73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Snapshot.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1CCD4F-7B60-85EC-F67B-B91CD37F2A2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49C25-B95E-C181-E344-6D157D7EA3D0}"/>
              </a:ext>
            </a:extLst>
          </p:cNvPr>
          <p:cNvSpPr txBox="1"/>
          <p:nvPr/>
        </p:nvSpPr>
        <p:spPr>
          <a:xfrm>
            <a:off x="912807" y="2718761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800" spc="30" dirty="0">
              <a:solidFill>
                <a:schemeClr val="tx2"/>
              </a:solidFill>
              <a:latin typeface="Inter Italic" panose="02000503000000020004" pitchFamily="2" charset="0"/>
              <a:ea typeface="Inter Italic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A7F5C-D155-CD08-2EF9-D1E4EDA38538}"/>
              </a:ext>
            </a:extLst>
          </p:cNvPr>
          <p:cNvSpPr txBox="1"/>
          <p:nvPr/>
        </p:nvSpPr>
        <p:spPr>
          <a:xfrm>
            <a:off x="912807" y="3158334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800" spc="30" dirty="0">
              <a:solidFill>
                <a:schemeClr val="tx2"/>
              </a:solidFill>
              <a:latin typeface="Inter Italic" panose="02000503000000020004" pitchFamily="2" charset="0"/>
              <a:ea typeface="Inter Italic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FF70F-7184-153C-759A-285F93656E5A}"/>
              </a:ext>
            </a:extLst>
          </p:cNvPr>
          <p:cNvSpPr txBox="1"/>
          <p:nvPr/>
        </p:nvSpPr>
        <p:spPr>
          <a:xfrm>
            <a:off x="912807" y="3547915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1B0B-4DEE-604F-910A-A2F42E19A5B9}"/>
              </a:ext>
            </a:extLst>
          </p:cNvPr>
          <p:cNvSpPr txBox="1"/>
          <p:nvPr/>
        </p:nvSpPr>
        <p:spPr>
          <a:xfrm>
            <a:off x="1851549" y="2688583"/>
            <a:ext cx="5780422" cy="255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D30C6-3997-0B17-DF4E-246E3046DD38}"/>
              </a:ext>
            </a:extLst>
          </p:cNvPr>
          <p:cNvSpPr txBox="1"/>
          <p:nvPr/>
        </p:nvSpPr>
        <p:spPr>
          <a:xfrm>
            <a:off x="1845329" y="3128156"/>
            <a:ext cx="5780422" cy="255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58121-7FAC-98D9-8C4D-BC13F939BA69}"/>
              </a:ext>
            </a:extLst>
          </p:cNvPr>
          <p:cNvSpPr txBox="1"/>
          <p:nvPr/>
        </p:nvSpPr>
        <p:spPr>
          <a:xfrm>
            <a:off x="1558616" y="3517737"/>
            <a:ext cx="6067135" cy="255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12" name="Google Shape;114;p2">
            <a:extLst>
              <a:ext uri="{FF2B5EF4-FFF2-40B4-BE49-F238E27FC236}">
                <a16:creationId xmlns:a16="http://schemas.microsoft.com/office/drawing/2014/main" id="{95218EA7-AEC4-E146-A095-6A34B9156B73}"/>
              </a:ext>
            </a:extLst>
          </p:cNvPr>
          <p:cNvSpPr txBox="1"/>
          <p:nvPr/>
        </p:nvSpPr>
        <p:spPr>
          <a:xfrm>
            <a:off x="912807" y="4981812"/>
            <a:ext cx="118298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{{PERFORMANCE_ON_SCREEN_LABEL}}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4" name="Google Shape;100;p2">
            <a:extLst>
              <a:ext uri="{FF2B5EF4-FFF2-40B4-BE49-F238E27FC236}">
                <a16:creationId xmlns:a16="http://schemas.microsoft.com/office/drawing/2014/main" id="{C0011DD4-4E85-374F-AFF6-90139C4EFC90}"/>
              </a:ext>
            </a:extLst>
          </p:cNvPr>
          <p:cNvSpPr txBox="1"/>
          <p:nvPr/>
        </p:nvSpPr>
        <p:spPr>
          <a:xfrm>
            <a:off x="912808" y="5175763"/>
            <a:ext cx="1182980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16" name="Google Shape;114;p2">
            <a:extLst>
              <a:ext uri="{FF2B5EF4-FFF2-40B4-BE49-F238E27FC236}">
                <a16:creationId xmlns:a16="http://schemas.microsoft.com/office/drawing/2014/main" id="{13A620E0-9DED-6611-BE20-CC759EFB7C32}"/>
              </a:ext>
            </a:extLst>
          </p:cNvPr>
          <p:cNvSpPr txBox="1"/>
          <p:nvPr/>
        </p:nvSpPr>
        <p:spPr>
          <a:xfrm>
            <a:off x="2688982" y="4981812"/>
            <a:ext cx="79979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CTR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7" name="Google Shape;100;p2">
            <a:extLst>
              <a:ext uri="{FF2B5EF4-FFF2-40B4-BE49-F238E27FC236}">
                <a16:creationId xmlns:a16="http://schemas.microsoft.com/office/drawing/2014/main" id="{40CAB706-7AAE-A0EE-4F04-C36D03C8F6B5}"/>
              </a:ext>
            </a:extLst>
          </p:cNvPr>
          <p:cNvSpPr txBox="1"/>
          <p:nvPr/>
        </p:nvSpPr>
        <p:spPr>
          <a:xfrm>
            <a:off x="2688981" y="5175763"/>
            <a:ext cx="1157991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19" name="Google Shape;114;p2">
            <a:extLst>
              <a:ext uri="{FF2B5EF4-FFF2-40B4-BE49-F238E27FC236}">
                <a16:creationId xmlns:a16="http://schemas.microsoft.com/office/drawing/2014/main" id="{1259186A-5333-462D-7882-60587E943B15}"/>
              </a:ext>
            </a:extLst>
          </p:cNvPr>
          <p:cNvSpPr txBox="1"/>
          <p:nvPr/>
        </p:nvSpPr>
        <p:spPr>
          <a:xfrm>
            <a:off x="4410490" y="4981812"/>
            <a:ext cx="1511942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3F3A788F-6CB0-C7EB-4100-589AE66FA53E}"/>
              </a:ext>
            </a:extLst>
          </p:cNvPr>
          <p:cNvSpPr txBox="1"/>
          <p:nvPr/>
        </p:nvSpPr>
        <p:spPr>
          <a:xfrm>
            <a:off x="4410490" y="5175763"/>
            <a:ext cx="1286524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32" name="Google Shape;114;p2">
            <a:extLst>
              <a:ext uri="{FF2B5EF4-FFF2-40B4-BE49-F238E27FC236}">
                <a16:creationId xmlns:a16="http://schemas.microsoft.com/office/drawing/2014/main" id="{D3F5FEFA-89EE-C46C-AFDE-C7DA9D1D59FC}"/>
              </a:ext>
            </a:extLst>
          </p:cNvPr>
          <p:cNvSpPr txBox="1"/>
          <p:nvPr/>
        </p:nvSpPr>
        <p:spPr>
          <a:xfrm>
            <a:off x="6199120" y="4981812"/>
            <a:ext cx="57799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VCR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33" name="Google Shape;100;p2">
            <a:extLst>
              <a:ext uri="{FF2B5EF4-FFF2-40B4-BE49-F238E27FC236}">
                <a16:creationId xmlns:a16="http://schemas.microsoft.com/office/drawing/2014/main" id="{7357EB61-D8E9-A9EE-C2CC-1D316318870B}"/>
              </a:ext>
            </a:extLst>
          </p:cNvPr>
          <p:cNvSpPr txBox="1"/>
          <p:nvPr/>
        </p:nvSpPr>
        <p:spPr>
          <a:xfrm>
            <a:off x="6199121" y="5175763"/>
            <a:ext cx="1079294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79EAA-1C06-EB36-6E8D-A708FA8905C0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BEDEC03-123F-6CF0-875F-10CA47914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3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908CF0F-3F8E-2350-F033-2CA9E9E0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10D7011-CA98-70D0-8AB8-F6D5FFCA667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Overview.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8600E18F-AF80-7E82-C354-9717CEF4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55" y="2649122"/>
            <a:ext cx="10632989" cy="1243369"/>
          </a:xfrm>
          <a:prstGeom prst="roundRect">
            <a:avLst>
              <a:gd name="adj" fmla="val 18220"/>
            </a:avLst>
          </a:prstGeom>
        </p:spPr>
      </p:pic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227D681-39B0-8514-F604-F67A836A651E}"/>
              </a:ext>
            </a:extLst>
          </p:cNvPr>
          <p:cNvGrpSpPr/>
          <p:nvPr/>
        </p:nvGrpSpPr>
        <p:grpSpPr>
          <a:xfrm>
            <a:off x="1202055" y="2916675"/>
            <a:ext cx="2317179" cy="1812521"/>
            <a:chOff x="1202055" y="2954114"/>
            <a:chExt cx="2317179" cy="1812521"/>
          </a:xfrm>
        </p:grpSpPr>
        <p:sp>
          <p:nvSpPr>
            <p:cNvPr id="124" name="Google Shape;100;p2">
              <a:extLst>
                <a:ext uri="{FF2B5EF4-FFF2-40B4-BE49-F238E27FC236}">
                  <a16:creationId xmlns:a16="http://schemas.microsoft.com/office/drawing/2014/main" id="{437ED21B-256C-7751-B7B7-0569E2EA4EB1}"/>
                </a:ext>
              </a:extLst>
            </p:cNvPr>
            <p:cNvSpPr txBox="1"/>
            <p:nvPr/>
          </p:nvSpPr>
          <p:spPr>
            <a:xfrm>
              <a:off x="1202057" y="3197015"/>
              <a:ext cx="1752548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{{DELIVERED_IMPRESSIONS}}</a:t>
              </a:r>
            </a:p>
          </p:txBody>
        </p:sp>
        <p:sp>
          <p:nvSpPr>
            <p:cNvPr id="125" name="Google Shape;100;p2">
              <a:extLst>
                <a:ext uri="{FF2B5EF4-FFF2-40B4-BE49-F238E27FC236}">
                  <a16:creationId xmlns:a16="http://schemas.microsoft.com/office/drawing/2014/main" id="{1AD03DB7-8BF6-C322-4CAD-B0CE9AFBCEF2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Impressions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761F9BA-E8C6-0EB6-43D5-0CC9383447D1}"/>
              </a:ext>
            </a:extLst>
          </p:cNvPr>
          <p:cNvGrpSpPr/>
          <p:nvPr/>
        </p:nvGrpSpPr>
        <p:grpSpPr>
          <a:xfrm>
            <a:off x="3175357" y="2916675"/>
            <a:ext cx="2317179" cy="1812521"/>
            <a:chOff x="1202055" y="2954114"/>
            <a:chExt cx="2317179" cy="1812521"/>
          </a:xfrm>
        </p:grpSpPr>
        <p:sp>
          <p:nvSpPr>
            <p:cNvPr id="168" name="Google Shape;100;p2">
              <a:extLst>
                <a:ext uri="{FF2B5EF4-FFF2-40B4-BE49-F238E27FC236}">
                  <a16:creationId xmlns:a16="http://schemas.microsoft.com/office/drawing/2014/main" id="{0B815B41-7342-8A0C-6F35-DF4E9599F245}"/>
                </a:ext>
              </a:extLst>
            </p:cNvPr>
            <p:cNvSpPr txBox="1"/>
            <p:nvPr/>
          </p:nvSpPr>
          <p:spPr>
            <a:xfrm>
              <a:off x="1202057" y="3197015"/>
              <a:ext cx="1752548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{{IO_OVERALL_IMPRESSIONS}}</a:t>
              </a:r>
            </a:p>
          </p:txBody>
        </p:sp>
        <p:sp>
          <p:nvSpPr>
            <p:cNvPr id="169" name="Google Shape;100;p2">
              <a:extLst>
                <a:ext uri="{FF2B5EF4-FFF2-40B4-BE49-F238E27FC236}">
                  <a16:creationId xmlns:a16="http://schemas.microsoft.com/office/drawing/2014/main" id="{EA12E97F-B89B-0A71-F1FB-13BC6B51F1D2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IO Overall Impressions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DA7D512-2099-2778-4ABB-AF49C464ACD0}"/>
              </a:ext>
            </a:extLst>
          </p:cNvPr>
          <p:cNvGrpSpPr/>
          <p:nvPr/>
        </p:nvGrpSpPr>
        <p:grpSpPr>
          <a:xfrm>
            <a:off x="5148659" y="2916675"/>
            <a:ext cx="2317179" cy="1812521"/>
            <a:chOff x="1202055" y="2954114"/>
            <a:chExt cx="2317179" cy="1812521"/>
          </a:xfrm>
        </p:grpSpPr>
        <p:sp>
          <p:nvSpPr>
            <p:cNvPr id="171" name="Google Shape;100;p2">
              <a:extLst>
                <a:ext uri="{FF2B5EF4-FFF2-40B4-BE49-F238E27FC236}">
                  <a16:creationId xmlns:a16="http://schemas.microsoft.com/office/drawing/2014/main" id="{AEADC4FD-B7F4-78CE-B3D9-15E87C9423D2}"/>
                </a:ext>
              </a:extLst>
            </p:cNvPr>
            <p:cNvSpPr txBox="1"/>
            <p:nvPr/>
          </p:nvSpPr>
          <p:spPr>
            <a:xfrm>
              <a:off x="1202057" y="3197015"/>
              <a:ext cx="1880292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{{ADDED_VALUE_IMPRESSIONS}}</a:t>
              </a:r>
            </a:p>
          </p:txBody>
        </p:sp>
        <p:sp>
          <p:nvSpPr>
            <p:cNvPr id="172" name="Google Shape;100;p2">
              <a:extLst>
                <a:ext uri="{FF2B5EF4-FFF2-40B4-BE49-F238E27FC236}">
                  <a16:creationId xmlns:a16="http://schemas.microsoft.com/office/drawing/2014/main" id="{9E6E572A-2A41-F21A-A9FD-3C4E428F1E98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Overall AV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B575351-2A6E-D4FB-EF00-6C3B1197F899}"/>
              </a:ext>
            </a:extLst>
          </p:cNvPr>
          <p:cNvGrpSpPr/>
          <p:nvPr/>
        </p:nvGrpSpPr>
        <p:grpSpPr>
          <a:xfrm>
            <a:off x="7121961" y="2916675"/>
            <a:ext cx="2317179" cy="1812521"/>
            <a:chOff x="1202055" y="2954114"/>
            <a:chExt cx="2317179" cy="1812521"/>
          </a:xfrm>
        </p:grpSpPr>
        <p:sp>
          <p:nvSpPr>
            <p:cNvPr id="174" name="Google Shape;100;p2">
              <a:extLst>
                <a:ext uri="{FF2B5EF4-FFF2-40B4-BE49-F238E27FC236}">
                  <a16:creationId xmlns:a16="http://schemas.microsoft.com/office/drawing/2014/main" id="{FC0350E0-FFF5-F11A-CA51-CB2E02AF3B28}"/>
                </a:ext>
              </a:extLst>
            </p:cNvPr>
            <p:cNvSpPr txBox="1"/>
            <p:nvPr/>
          </p:nvSpPr>
          <p:spPr>
            <a:xfrm>
              <a:off x="1202057" y="3197015"/>
              <a:ext cx="1880292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{{DELIVERY_WITH_AV_PERCENT}}</a:t>
              </a:r>
            </a:p>
          </p:txBody>
        </p:sp>
        <p:sp>
          <p:nvSpPr>
            <p:cNvPr id="175" name="Google Shape;100;p2">
              <a:extLst>
                <a:ext uri="{FF2B5EF4-FFF2-40B4-BE49-F238E27FC236}">
                  <a16:creationId xmlns:a16="http://schemas.microsoft.com/office/drawing/2014/main" id="{3FB33B2F-E46C-2236-B32D-E8C924870A1B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Delivery incl. AV Imps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D446BD3-447A-5244-B034-CC8A9288B58F}"/>
              </a:ext>
            </a:extLst>
          </p:cNvPr>
          <p:cNvGrpSpPr/>
          <p:nvPr/>
        </p:nvGrpSpPr>
        <p:grpSpPr>
          <a:xfrm>
            <a:off x="9095264" y="2916675"/>
            <a:ext cx="2317179" cy="1443189"/>
            <a:chOff x="1202055" y="2954114"/>
            <a:chExt cx="2317179" cy="1443189"/>
          </a:xfrm>
        </p:grpSpPr>
        <p:sp>
          <p:nvSpPr>
            <p:cNvPr id="177" name="Google Shape;100;p2">
              <a:extLst>
                <a:ext uri="{FF2B5EF4-FFF2-40B4-BE49-F238E27FC236}">
                  <a16:creationId xmlns:a16="http://schemas.microsoft.com/office/drawing/2014/main" id="{2451EEA5-9613-C8F2-6FEE-BD3B82420BCE}"/>
                </a:ext>
              </a:extLst>
            </p:cNvPr>
            <p:cNvSpPr txBox="1"/>
            <p:nvPr/>
          </p:nvSpPr>
          <p:spPr>
            <a:xfrm>
              <a:off x="1202057" y="3197015"/>
              <a:ext cx="2041797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{{ADDED_VALUE_WORTH}}</a:t>
              </a:r>
            </a:p>
          </p:txBody>
        </p:sp>
        <p:sp>
          <p:nvSpPr>
            <p:cNvPr id="178" name="Google Shape;100;p2">
              <a:extLst>
                <a:ext uri="{FF2B5EF4-FFF2-40B4-BE49-F238E27FC236}">
                  <a16:creationId xmlns:a16="http://schemas.microsoft.com/office/drawing/2014/main" id="{904048A9-1819-8ED2-C1DE-DA313A6D2D0C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Worth of Added Value</a:t>
              </a:r>
            </a:p>
          </p:txBody>
        </p:sp>
      </p:grpSp>
      <p:sp>
        <p:nvSpPr>
          <p:cNvPr id="179" name="Google Shape;110;p2">
            <a:extLst>
              <a:ext uri="{FF2B5EF4-FFF2-40B4-BE49-F238E27FC236}">
                <a16:creationId xmlns:a16="http://schemas.microsoft.com/office/drawing/2014/main" id="{07400FB6-90D6-DD7C-1FA8-8C6A226F5D2A}"/>
              </a:ext>
            </a:extLst>
          </p:cNvPr>
          <p:cNvSpPr txBox="1"/>
          <p:nvPr/>
        </p:nvSpPr>
        <p:spPr>
          <a:xfrm>
            <a:off x="912806" y="4241049"/>
            <a:ext cx="2041799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180" name="Google Shape;114;p2">
            <a:extLst>
              <a:ext uri="{FF2B5EF4-FFF2-40B4-BE49-F238E27FC236}">
                <a16:creationId xmlns:a16="http://schemas.microsoft.com/office/drawing/2014/main" id="{E2F4A70F-7D05-D263-246C-12CF32CDA7E0}"/>
              </a:ext>
            </a:extLst>
          </p:cNvPr>
          <p:cNvSpPr txBox="1"/>
          <p:nvPr/>
        </p:nvSpPr>
        <p:spPr>
          <a:xfrm>
            <a:off x="912806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{{PERFORMANCE_ON_SCREEN_LABEL}}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1" name="Google Shape;100;p2">
            <a:extLst>
              <a:ext uri="{FF2B5EF4-FFF2-40B4-BE49-F238E27FC236}">
                <a16:creationId xmlns:a16="http://schemas.microsoft.com/office/drawing/2014/main" id="{4332E3B9-950D-33CC-B93A-918D1B49494E}"/>
              </a:ext>
            </a:extLst>
          </p:cNvPr>
          <p:cNvSpPr txBox="1"/>
          <p:nvPr/>
        </p:nvSpPr>
        <p:spPr>
          <a:xfrm>
            <a:off x="912806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184" name="Google Shape;110;p2">
            <a:extLst>
              <a:ext uri="{FF2B5EF4-FFF2-40B4-BE49-F238E27FC236}">
                <a16:creationId xmlns:a16="http://schemas.microsoft.com/office/drawing/2014/main" id="{ADC148F4-7A27-7326-5581-7EB3E6FD9B6C}"/>
              </a:ext>
            </a:extLst>
          </p:cNvPr>
          <p:cNvSpPr txBox="1"/>
          <p:nvPr/>
        </p:nvSpPr>
        <p:spPr>
          <a:xfrm>
            <a:off x="3677683" y="4241049"/>
            <a:ext cx="204179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85" name="Google Shape;114;p2">
            <a:extLst>
              <a:ext uri="{FF2B5EF4-FFF2-40B4-BE49-F238E27FC236}">
                <a16:creationId xmlns:a16="http://schemas.microsoft.com/office/drawing/2014/main" id="{965AF407-43F9-8F6B-008A-BF60086CA2CC}"/>
              </a:ext>
            </a:extLst>
          </p:cNvPr>
          <p:cNvSpPr txBox="1"/>
          <p:nvPr/>
        </p:nvSpPr>
        <p:spPr>
          <a:xfrm>
            <a:off x="367768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6" name="Google Shape;100;p2">
            <a:extLst>
              <a:ext uri="{FF2B5EF4-FFF2-40B4-BE49-F238E27FC236}">
                <a16:creationId xmlns:a16="http://schemas.microsoft.com/office/drawing/2014/main" id="{6E895654-4DB6-F292-3CF0-4247ECCFC79A}"/>
              </a:ext>
            </a:extLst>
          </p:cNvPr>
          <p:cNvSpPr txBox="1"/>
          <p:nvPr/>
        </p:nvSpPr>
        <p:spPr>
          <a:xfrm>
            <a:off x="367768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188" name="Google Shape;110;p2">
            <a:extLst>
              <a:ext uri="{FF2B5EF4-FFF2-40B4-BE49-F238E27FC236}">
                <a16:creationId xmlns:a16="http://schemas.microsoft.com/office/drawing/2014/main" id="{996D3852-3E71-70FB-4CD5-44F22CBF9B97}"/>
              </a:ext>
            </a:extLst>
          </p:cNvPr>
          <p:cNvSpPr txBox="1"/>
          <p:nvPr/>
        </p:nvSpPr>
        <p:spPr>
          <a:xfrm>
            <a:off x="6386473" y="4241049"/>
            <a:ext cx="2041799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189" name="Google Shape;114;p2">
            <a:extLst>
              <a:ext uri="{FF2B5EF4-FFF2-40B4-BE49-F238E27FC236}">
                <a16:creationId xmlns:a16="http://schemas.microsoft.com/office/drawing/2014/main" id="{66C176A2-C2EF-FEFC-B0CE-4D83E4CEBEC4}"/>
              </a:ext>
            </a:extLst>
          </p:cNvPr>
          <p:cNvSpPr txBox="1"/>
          <p:nvPr/>
        </p:nvSpPr>
        <p:spPr>
          <a:xfrm>
            <a:off x="638647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0" name="Google Shape;100;p2">
            <a:extLst>
              <a:ext uri="{FF2B5EF4-FFF2-40B4-BE49-F238E27FC236}">
                <a16:creationId xmlns:a16="http://schemas.microsoft.com/office/drawing/2014/main" id="{BA24F17D-C13E-6A9D-251E-F0549CEC04ED}"/>
              </a:ext>
            </a:extLst>
          </p:cNvPr>
          <p:cNvSpPr txBox="1"/>
          <p:nvPr/>
        </p:nvSpPr>
        <p:spPr>
          <a:xfrm>
            <a:off x="638647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192" name="Google Shape;110;p2">
            <a:extLst>
              <a:ext uri="{FF2B5EF4-FFF2-40B4-BE49-F238E27FC236}">
                <a16:creationId xmlns:a16="http://schemas.microsoft.com/office/drawing/2014/main" id="{0DEDBA84-CF37-F670-9BA4-5B77ADCF4D57}"/>
              </a:ext>
            </a:extLst>
          </p:cNvPr>
          <p:cNvSpPr txBox="1"/>
          <p:nvPr/>
        </p:nvSpPr>
        <p:spPr>
          <a:xfrm>
            <a:off x="9095264" y="4241049"/>
            <a:ext cx="204179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193" name="Google Shape;114;p2">
            <a:extLst>
              <a:ext uri="{FF2B5EF4-FFF2-40B4-BE49-F238E27FC236}">
                <a16:creationId xmlns:a16="http://schemas.microsoft.com/office/drawing/2014/main" id="{EB826935-FE1D-7ED9-7C0D-D33C09AF51C3}"/>
              </a:ext>
            </a:extLst>
          </p:cNvPr>
          <p:cNvSpPr txBox="1"/>
          <p:nvPr/>
        </p:nvSpPr>
        <p:spPr>
          <a:xfrm>
            <a:off x="9095264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4" name="Google Shape;100;p2">
            <a:extLst>
              <a:ext uri="{FF2B5EF4-FFF2-40B4-BE49-F238E27FC236}">
                <a16:creationId xmlns:a16="http://schemas.microsoft.com/office/drawing/2014/main" id="{0EDC1E7A-D597-03F3-5186-DC1D3E1EE78A}"/>
              </a:ext>
            </a:extLst>
          </p:cNvPr>
          <p:cNvSpPr txBox="1"/>
          <p:nvPr/>
        </p:nvSpPr>
        <p:spPr>
          <a:xfrm>
            <a:off x="9095264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57E9655-1FDE-6334-90D5-744EA0DE60E0}"/>
              </a:ext>
            </a:extLst>
          </p:cNvPr>
          <p:cNvSpPr txBox="1"/>
          <p:nvPr/>
        </p:nvSpPr>
        <p:spPr>
          <a:xfrm>
            <a:off x="912806" y="5636513"/>
            <a:ext cx="9949158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amet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,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consectetur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adipiscing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elit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, sed do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eiusmod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tempor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incididunt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aliqua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. Ut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enim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ad minim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veniam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, quis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nostrud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exercitation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ullamco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laboris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nisi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aliquip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ex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ea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commodo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consequat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. Duis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aute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irure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dolor in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reprehenderit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in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voluptate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velit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esse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cillum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dolore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eu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fugiat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nulla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pariatur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CADAA74-067E-ECC4-AADA-EA9DEF08BD8D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6B55A-9328-ED2A-59B1-164F3000C9DB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F0AC10-1234-310F-6DAF-32A04C8A6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9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7680020-BF16-78A4-408B-8F148776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794EE9-B653-B70E-D50D-7C201543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E525B08F-1561-EFA1-CD60-FEC62A7F4F50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507C1D-9C84-103D-CA2A-3760F349D72E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E34AB7-75D7-1E19-675C-8C6089243C7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Sites.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2D6798EB-88DC-2948-458A-FF1DECFDA41F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8560B845-5C4C-819E-3CED-B31CC4A595B0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A64B883A-9B7A-E373-D924-06D3CDF9661B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EED14822-642F-1355-719D-7B8CDE594FB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7E2EF-591B-A4EC-5312-B2F5AC0B45EA}"/>
              </a:ext>
            </a:extLst>
          </p:cNvPr>
          <p:cNvSpPr txBox="1"/>
          <p:nvPr/>
        </p:nvSpPr>
        <p:spPr>
          <a:xfrm>
            <a:off x="1202056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9FFD6-7A51-C108-EE97-B1B7E6BCCA55}"/>
              </a:ext>
            </a:extLst>
          </p:cNvPr>
          <p:cNvSpPr txBox="1"/>
          <p:nvPr/>
        </p:nvSpPr>
        <p:spPr>
          <a:xfrm>
            <a:off x="1202056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61A85-B458-DBAB-9E89-0AC0CF6BC5A4}"/>
              </a:ext>
            </a:extLst>
          </p:cNvPr>
          <p:cNvSpPr txBox="1"/>
          <p:nvPr/>
        </p:nvSpPr>
        <p:spPr>
          <a:xfrm>
            <a:off x="1202056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39D7CE-2244-875C-8411-73964604DCB1}"/>
              </a:ext>
            </a:extLst>
          </p:cNvPr>
          <p:cNvSpPr txBox="1"/>
          <p:nvPr/>
        </p:nvSpPr>
        <p:spPr>
          <a:xfrm>
            <a:off x="2751780" y="3993032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4CE92C-1CAA-2B61-710D-A6CB17692C59}"/>
              </a:ext>
            </a:extLst>
          </p:cNvPr>
          <p:cNvSpPr txBox="1"/>
          <p:nvPr/>
        </p:nvSpPr>
        <p:spPr>
          <a:xfrm>
            <a:off x="2751780" y="427179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5090F5-0436-1DA9-E882-4ACBCBD54D85}"/>
              </a:ext>
            </a:extLst>
          </p:cNvPr>
          <p:cNvSpPr txBox="1"/>
          <p:nvPr/>
        </p:nvSpPr>
        <p:spPr>
          <a:xfrm>
            <a:off x="2751780" y="455055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3E21DC-A564-6F66-99EE-EA88699CD01F}"/>
              </a:ext>
            </a:extLst>
          </p:cNvPr>
          <p:cNvSpPr txBox="1"/>
          <p:nvPr/>
        </p:nvSpPr>
        <p:spPr>
          <a:xfrm>
            <a:off x="4489543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403574-CB29-9AE3-B925-AFA752EF0084}"/>
              </a:ext>
            </a:extLst>
          </p:cNvPr>
          <p:cNvSpPr txBox="1"/>
          <p:nvPr/>
        </p:nvSpPr>
        <p:spPr>
          <a:xfrm>
            <a:off x="4489543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D9F97D0-4F9B-487D-76C3-CFCE125B755B}"/>
              </a:ext>
            </a:extLst>
          </p:cNvPr>
          <p:cNvSpPr txBox="1"/>
          <p:nvPr/>
        </p:nvSpPr>
        <p:spPr>
          <a:xfrm>
            <a:off x="4489543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B98DDE7F-0145-C0A0-FF26-7C2678A515E0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A04454C7-600A-BFC9-2399-9F0D57FCA73F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D8BB70E6-A496-60A9-8BC6-8536EE60B1FD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A502E-20CC-78A7-8059-3B1112A1FC46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1A87CD-8298-DFC8-CDCF-1D374D95D21C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614ADBD-ACA5-C790-3A68-7C8991D292DF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A3B57-A61D-5563-9739-C251ADCE71B2}"/>
              </a:ext>
            </a:extLst>
          </p:cNvPr>
          <p:cNvSpPr txBox="1"/>
          <p:nvPr/>
        </p:nvSpPr>
        <p:spPr>
          <a:xfrm>
            <a:off x="1202054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F9291-E868-766E-42FB-9DFC97A3EB8A}"/>
              </a:ext>
            </a:extLst>
          </p:cNvPr>
          <p:cNvSpPr txBox="1"/>
          <p:nvPr/>
        </p:nvSpPr>
        <p:spPr>
          <a:xfrm>
            <a:off x="1202054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2401A-F8E2-7026-4F81-F5FDA0039927}"/>
              </a:ext>
            </a:extLst>
          </p:cNvPr>
          <p:cNvSpPr txBox="1"/>
          <p:nvPr/>
        </p:nvSpPr>
        <p:spPr>
          <a:xfrm>
            <a:off x="2751778" y="4837998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5950C-91C5-95E5-0AF0-519A0AEF35E8}"/>
              </a:ext>
            </a:extLst>
          </p:cNvPr>
          <p:cNvSpPr txBox="1"/>
          <p:nvPr/>
        </p:nvSpPr>
        <p:spPr>
          <a:xfrm>
            <a:off x="2751778" y="5116761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7A844-7DA5-6B14-81A9-CA4F8170FBF1}"/>
              </a:ext>
            </a:extLst>
          </p:cNvPr>
          <p:cNvSpPr txBox="1"/>
          <p:nvPr/>
        </p:nvSpPr>
        <p:spPr>
          <a:xfrm>
            <a:off x="4489541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00BF1-D510-E360-A0E6-51D0EF615AF3}"/>
              </a:ext>
            </a:extLst>
          </p:cNvPr>
          <p:cNvSpPr txBox="1"/>
          <p:nvPr/>
        </p:nvSpPr>
        <p:spPr>
          <a:xfrm>
            <a:off x="4489541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B34EF-EC7A-0E35-6CF3-D8433E21874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D18E6-08AE-57C9-A81C-2D807ACB483A}"/>
              </a:ext>
            </a:extLst>
          </p:cNvPr>
          <p:cNvSpPr txBox="1"/>
          <p:nvPr/>
        </p:nvSpPr>
        <p:spPr>
          <a:xfrm>
            <a:off x="6195016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B51DB-D8BE-43FD-CEFB-C23F982478B0}"/>
              </a:ext>
            </a:extLst>
          </p:cNvPr>
          <p:cNvSpPr txBox="1"/>
          <p:nvPr/>
        </p:nvSpPr>
        <p:spPr>
          <a:xfrm>
            <a:off x="6195016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204D2F-54D2-84FF-F3A8-79BFD768573D}"/>
              </a:ext>
            </a:extLst>
          </p:cNvPr>
          <p:cNvSpPr txBox="1"/>
          <p:nvPr/>
        </p:nvSpPr>
        <p:spPr>
          <a:xfrm>
            <a:off x="6195016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9E289-D8FA-A6BF-BC28-27C06F159323}"/>
              </a:ext>
            </a:extLst>
          </p:cNvPr>
          <p:cNvSpPr txBox="1"/>
          <p:nvPr/>
        </p:nvSpPr>
        <p:spPr>
          <a:xfrm>
            <a:off x="6195014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29BF5-A1EE-573D-CB72-B43A4A052340}"/>
              </a:ext>
            </a:extLst>
          </p:cNvPr>
          <p:cNvSpPr txBox="1"/>
          <p:nvPr/>
        </p:nvSpPr>
        <p:spPr>
          <a:xfrm>
            <a:off x="6195014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4FC57-51D4-3F54-5AC6-C00FE6A0BC29}"/>
              </a:ext>
            </a:extLst>
          </p:cNvPr>
          <p:cNvSpPr txBox="1"/>
          <p:nvPr/>
        </p:nvSpPr>
        <p:spPr>
          <a:xfrm>
            <a:off x="7950995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E10DA1-6DBF-1C15-5D1D-7A6B274664DC}"/>
              </a:ext>
            </a:extLst>
          </p:cNvPr>
          <p:cNvSpPr txBox="1"/>
          <p:nvPr/>
        </p:nvSpPr>
        <p:spPr>
          <a:xfrm>
            <a:off x="7950995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A8C13-5B7E-30E8-0682-D79F167AA2C3}"/>
              </a:ext>
            </a:extLst>
          </p:cNvPr>
          <p:cNvSpPr txBox="1"/>
          <p:nvPr/>
        </p:nvSpPr>
        <p:spPr>
          <a:xfrm>
            <a:off x="7950995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4232B7-3D76-10A9-8299-0934F72AC632}"/>
              </a:ext>
            </a:extLst>
          </p:cNvPr>
          <p:cNvSpPr txBox="1"/>
          <p:nvPr/>
        </p:nvSpPr>
        <p:spPr>
          <a:xfrm>
            <a:off x="7950993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C18479-15EE-FF81-47E9-B43B4F91125C}"/>
              </a:ext>
            </a:extLst>
          </p:cNvPr>
          <p:cNvSpPr txBox="1"/>
          <p:nvPr/>
        </p:nvSpPr>
        <p:spPr>
          <a:xfrm>
            <a:off x="7950993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68F52-8ECC-765D-8885-E7866815127D}"/>
              </a:ext>
            </a:extLst>
          </p:cNvPr>
          <p:cNvSpPr txBox="1"/>
          <p:nvPr/>
        </p:nvSpPr>
        <p:spPr>
          <a:xfrm>
            <a:off x="9656468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2E4E5-36F2-F01D-450D-B8CE5197C403}"/>
              </a:ext>
            </a:extLst>
          </p:cNvPr>
          <p:cNvSpPr txBox="1"/>
          <p:nvPr/>
        </p:nvSpPr>
        <p:spPr>
          <a:xfrm>
            <a:off x="9656468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FA57F5-B7CB-645A-9EDE-F5B65EA5BD8D}"/>
              </a:ext>
            </a:extLst>
          </p:cNvPr>
          <p:cNvSpPr txBox="1"/>
          <p:nvPr/>
        </p:nvSpPr>
        <p:spPr>
          <a:xfrm>
            <a:off x="9656468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66467C-76F3-7A7B-D504-17F2747596F4}"/>
              </a:ext>
            </a:extLst>
          </p:cNvPr>
          <p:cNvSpPr txBox="1"/>
          <p:nvPr/>
        </p:nvSpPr>
        <p:spPr>
          <a:xfrm>
            <a:off x="9656466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A7C1AF-B2B9-4FD6-5508-9B6DFD86ED28}"/>
              </a:ext>
            </a:extLst>
          </p:cNvPr>
          <p:cNvSpPr txBox="1"/>
          <p:nvPr/>
        </p:nvSpPr>
        <p:spPr>
          <a:xfrm>
            <a:off x="9656466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FCA15-3FDF-3749-C70B-7E1BBB47DFE4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TITLE_PERFORMANCE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BF5AA9-D957-4B04-E73F-5BE6641DF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7E2B562-B229-A6ED-CF93-3511945B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0983C-5B02-1988-70E3-EBD060303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4D7C3AF-69DC-CD22-F1EB-7B22618AF1B3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28F00F-F9E4-B53B-CEE5-D854CD0C14B7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952526-233C-731A-D131-B7426A76BD24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Markets.</a:t>
            </a: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D24C119F-7E27-52AE-A6EA-CF920D8C2C83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0A5EFCC5-7248-B2E5-F631-D20ECC48FA6B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8C2C156C-244B-326D-D237-11C9CA7EB033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1DBBDC3D-E528-29C1-E548-E255FCBA4E1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6EA0F466-DE82-4027-57B5-3A4D55CD4A95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842535B4-80EF-ACC6-7755-4E8BB7FBA33B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E4D209BA-3F68-FD25-68C7-09681A28E97F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DB5D761-CA69-1578-3117-D5788C536539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22A6E6-5F67-EE33-0771-C5C8DCD0F30B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76B4642-0B83-1E16-EAF9-D26CC98189E3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7AAC2C-63EA-44B5-A164-29BCE9153250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AC2A-F429-FCE4-4AB3-8EF47F2B99FE}"/>
              </a:ext>
            </a:extLst>
          </p:cNvPr>
          <p:cNvSpPr txBox="1"/>
          <p:nvPr/>
        </p:nvSpPr>
        <p:spPr>
          <a:xfrm>
            <a:off x="1202056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{{TOP_MARKETS_CTR_1_NAME}}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EA2CC1-DA0D-C22F-3F37-0EAC687B9280}"/>
              </a:ext>
            </a:extLst>
          </p:cNvPr>
          <p:cNvSpPr txBox="1"/>
          <p:nvPr/>
        </p:nvSpPr>
        <p:spPr>
          <a:xfrm>
            <a:off x="1202056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{{TOP_MARKETS_CTR_2_NAME}}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C2DD05-9534-E5FE-8FE9-D960E2BCAA0B}"/>
              </a:ext>
            </a:extLst>
          </p:cNvPr>
          <p:cNvSpPr txBox="1"/>
          <p:nvPr/>
        </p:nvSpPr>
        <p:spPr>
          <a:xfrm>
            <a:off x="1202056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{{TOP_MARKETS_CTR_3_NAME}}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433FFC-B774-1834-961A-D37175F2D4F3}"/>
              </a:ext>
            </a:extLst>
          </p:cNvPr>
          <p:cNvSpPr txBox="1"/>
          <p:nvPr/>
        </p:nvSpPr>
        <p:spPr>
          <a:xfrm>
            <a:off x="2441063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{{TOP_MARKETS_CTR_1_VALUE}}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44C041-53BE-0330-F992-0EF4FFE73CEC}"/>
              </a:ext>
            </a:extLst>
          </p:cNvPr>
          <p:cNvSpPr txBox="1"/>
          <p:nvPr/>
        </p:nvSpPr>
        <p:spPr>
          <a:xfrm>
            <a:off x="2441063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{{TOP_MARKETS_CTR_2_VALUE}}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F7F3A0-FC95-D1A6-BF07-223902C893E4}"/>
              </a:ext>
            </a:extLst>
          </p:cNvPr>
          <p:cNvSpPr txBox="1"/>
          <p:nvPr/>
        </p:nvSpPr>
        <p:spPr>
          <a:xfrm>
            <a:off x="2441063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{{TOP_MARKETS_CTR_3_VALUE}}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5F41F0A-A14F-22A8-3445-6F52713911D8}"/>
              </a:ext>
            </a:extLst>
          </p:cNvPr>
          <p:cNvSpPr txBox="1"/>
          <p:nvPr/>
        </p:nvSpPr>
        <p:spPr>
          <a:xfrm>
            <a:off x="4489543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{{TOP_MARKETS_VCR_1_NAME}}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0C595B-9AA2-3BBB-C22C-C2331996252E}"/>
              </a:ext>
            </a:extLst>
          </p:cNvPr>
          <p:cNvSpPr txBox="1"/>
          <p:nvPr/>
        </p:nvSpPr>
        <p:spPr>
          <a:xfrm>
            <a:off x="4489543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{{TOP_MARKETS_VCR_2_NAME}}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1E4BD43-724F-C6D5-79DA-AF7FA68B5799}"/>
              </a:ext>
            </a:extLst>
          </p:cNvPr>
          <p:cNvSpPr txBox="1"/>
          <p:nvPr/>
        </p:nvSpPr>
        <p:spPr>
          <a:xfrm>
            <a:off x="4489543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{{TOP_MARKETS_VCR_3_NAME}}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6EFEA7-5B7E-5E8E-5686-695CF655032C}"/>
              </a:ext>
            </a:extLst>
          </p:cNvPr>
          <p:cNvSpPr txBox="1"/>
          <p:nvPr/>
        </p:nvSpPr>
        <p:spPr>
          <a:xfrm>
            <a:off x="5880356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{{TOP_MARKETS_VCR_1_VALUE}}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1E9E885-41FF-EB35-A732-E15F35022525}"/>
              </a:ext>
            </a:extLst>
          </p:cNvPr>
          <p:cNvSpPr txBox="1"/>
          <p:nvPr/>
        </p:nvSpPr>
        <p:spPr>
          <a:xfrm>
            <a:off x="5880356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{{TOP_MARKETS_VCR_2_VALUE}}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05BC91-E9EF-48B9-CF7F-FDA8747B8174}"/>
              </a:ext>
            </a:extLst>
          </p:cNvPr>
          <p:cNvSpPr txBox="1"/>
          <p:nvPr/>
        </p:nvSpPr>
        <p:spPr>
          <a:xfrm>
            <a:off x="5880356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{{TOP_MARKETS_VCR_3_VALUE}}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0FA97D8-BFB0-CA90-AAA2-54A82C0C0E35}"/>
              </a:ext>
            </a:extLst>
          </p:cNvPr>
          <p:cNvSpPr txBox="1"/>
          <p:nvPr/>
        </p:nvSpPr>
        <p:spPr>
          <a:xfrm>
            <a:off x="7950994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{{TOP_MARKETS_ER_1_NAME}}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DE57A6-41AE-6BF7-26B2-FC61B55550E8}"/>
              </a:ext>
            </a:extLst>
          </p:cNvPr>
          <p:cNvSpPr txBox="1"/>
          <p:nvPr/>
        </p:nvSpPr>
        <p:spPr>
          <a:xfrm>
            <a:off x="7950994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{{TOP_MARKETS_ER_2_NAME}}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D7C6-15C9-12C7-899A-3C203B78E7CF}"/>
              </a:ext>
            </a:extLst>
          </p:cNvPr>
          <p:cNvSpPr txBox="1"/>
          <p:nvPr/>
        </p:nvSpPr>
        <p:spPr>
          <a:xfrm>
            <a:off x="7950994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{{TOP_MARKETS_ER_3_NAME}}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79C0F6A-8C14-8C25-EC75-FB64E75482B7}"/>
              </a:ext>
            </a:extLst>
          </p:cNvPr>
          <p:cNvSpPr txBox="1"/>
          <p:nvPr/>
        </p:nvSpPr>
        <p:spPr>
          <a:xfrm>
            <a:off x="9335383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{{TOP_MARKETS_ER_1_VALUE}}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E5331F5-3F8A-DAAE-4CF4-5738B6ACDF2A}"/>
              </a:ext>
            </a:extLst>
          </p:cNvPr>
          <p:cNvSpPr txBox="1"/>
          <p:nvPr/>
        </p:nvSpPr>
        <p:spPr>
          <a:xfrm>
            <a:off x="9335383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{{TOP_MARKETS_ER_2_VALUE}}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E8C3939-1C2E-44A9-BE60-D5C54D53426B}"/>
              </a:ext>
            </a:extLst>
          </p:cNvPr>
          <p:cNvSpPr txBox="1"/>
          <p:nvPr/>
        </p:nvSpPr>
        <p:spPr>
          <a:xfrm>
            <a:off x="9335383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{{TOP_MARKETS_ER_3_VALUE}}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7701EE4-F9C2-2B1E-94EF-C7F6F660080B}"/>
              </a:ext>
            </a:extLst>
          </p:cNvPr>
          <p:cNvSpPr txBox="1"/>
          <p:nvPr/>
        </p:nvSpPr>
        <p:spPr>
          <a:xfrm>
            <a:off x="1202054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{{TOP_MARKETS_CTR_4_NAME}}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34919C6-B3FD-5DD2-23B6-821CA3C72DB0}"/>
              </a:ext>
            </a:extLst>
          </p:cNvPr>
          <p:cNvSpPr txBox="1"/>
          <p:nvPr/>
        </p:nvSpPr>
        <p:spPr>
          <a:xfrm>
            <a:off x="1202054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{{TOP_MARKETS_CTR_5_NAME}}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F567461-A5C2-DF58-903F-7063ADC9FA4E}"/>
              </a:ext>
            </a:extLst>
          </p:cNvPr>
          <p:cNvSpPr txBox="1"/>
          <p:nvPr/>
        </p:nvSpPr>
        <p:spPr>
          <a:xfrm>
            <a:off x="2441061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{{TOP_MARKETS_CTR_4_VALUE}}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BAE438-DF6F-B22A-F335-9A71B831AACF}"/>
              </a:ext>
            </a:extLst>
          </p:cNvPr>
          <p:cNvSpPr txBox="1"/>
          <p:nvPr/>
        </p:nvSpPr>
        <p:spPr>
          <a:xfrm>
            <a:off x="2441061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{{TOP_MARKETS_CTR_5_VALUE}}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75B9561-F37A-2976-1EBE-DF427E1C265A}"/>
              </a:ext>
            </a:extLst>
          </p:cNvPr>
          <p:cNvSpPr txBox="1"/>
          <p:nvPr/>
        </p:nvSpPr>
        <p:spPr>
          <a:xfrm>
            <a:off x="4489541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{{TOP_MARKETS_VCR_4_NAME}}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A42EFF4-8B3E-0C03-2426-3CD4370FD6FD}"/>
              </a:ext>
            </a:extLst>
          </p:cNvPr>
          <p:cNvSpPr txBox="1"/>
          <p:nvPr/>
        </p:nvSpPr>
        <p:spPr>
          <a:xfrm>
            <a:off x="4489541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{{TOP_MARKETS_VCR_5_NAME}}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4D6F0DB-45E5-58AF-011E-BB1C313AD38A}"/>
              </a:ext>
            </a:extLst>
          </p:cNvPr>
          <p:cNvSpPr txBox="1"/>
          <p:nvPr/>
        </p:nvSpPr>
        <p:spPr>
          <a:xfrm>
            <a:off x="5880354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{{TOP_MARKETS_VCR_4_VALUE}}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B7935B3-CB8D-6F91-4644-C825FF064D51}"/>
              </a:ext>
            </a:extLst>
          </p:cNvPr>
          <p:cNvSpPr txBox="1"/>
          <p:nvPr/>
        </p:nvSpPr>
        <p:spPr>
          <a:xfrm>
            <a:off x="5880354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{{TOP_MARKETS_VCR_5_VALUE}}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4C75C1-D52A-CAA6-BD89-4CDAFC7E93F0}"/>
              </a:ext>
            </a:extLst>
          </p:cNvPr>
          <p:cNvSpPr txBox="1"/>
          <p:nvPr/>
        </p:nvSpPr>
        <p:spPr>
          <a:xfrm>
            <a:off x="7950992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{{TOP_MARKETS_ER_4_NAME}}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4331AD5-6CD8-8D58-F27A-747514E58B91}"/>
              </a:ext>
            </a:extLst>
          </p:cNvPr>
          <p:cNvSpPr txBox="1"/>
          <p:nvPr/>
        </p:nvSpPr>
        <p:spPr>
          <a:xfrm>
            <a:off x="7950992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{{TOP_MARKETS_ER_5_NAME}}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79392B0-3531-1C70-9C72-1D181E96C9E8}"/>
              </a:ext>
            </a:extLst>
          </p:cNvPr>
          <p:cNvSpPr txBox="1"/>
          <p:nvPr/>
        </p:nvSpPr>
        <p:spPr>
          <a:xfrm>
            <a:off x="9335381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{{TOP_MARKETS_ER_4_VALUE}}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A42E88B-DFF9-7B54-5E40-CDA154E19056}"/>
              </a:ext>
            </a:extLst>
          </p:cNvPr>
          <p:cNvSpPr txBox="1"/>
          <p:nvPr/>
        </p:nvSpPr>
        <p:spPr>
          <a:xfrm>
            <a:off x="9335381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{{TOP_MARKETS_ER_5_VALUE}}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0641B2-55F8-32B0-9D51-95617BA73FF6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MARKET_PERFORMANCE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1CAACB3-B4CD-6826-5E49-E0EC388A53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5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3EF42B9-4C81-5DA3-875F-9ADCEAA9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DE0C05-2B2F-2857-68AD-619DD744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8067"/>
          <a:stretch>
            <a:fillRect/>
          </a:stretch>
        </p:blipFill>
        <p:spPr>
          <a:xfrm>
            <a:off x="779456" y="2649874"/>
            <a:ext cx="10632989" cy="4208126"/>
          </a:xfrm>
          <a:prstGeom prst="round2SameRect">
            <a:avLst>
              <a:gd name="adj1" fmla="val 5466"/>
              <a:gd name="adj2" fmla="val 0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8F52E77-4804-659C-6F38-52C21469F58F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45E059-DDFA-23F4-F061-0F3E0CAD9F6F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3E9732-9345-6C87-D666-F34E84D92789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 &amp; Markets.</a:t>
            </a: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0AB5ABFD-602D-C1F8-6A00-65F5204CB61A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22F05DD5-F51C-9FD6-2503-8A53143D8A5D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9875308A-9E0C-4D06-8B53-1C5CEB0CDD25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39B57FF1-0D53-482C-89A5-C248C61CB1C8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695BB52-0359-2D2A-2EBF-5835063E4FEE}"/>
              </a:ext>
            </a:extLst>
          </p:cNvPr>
          <p:cNvSpPr/>
          <p:nvPr/>
        </p:nvSpPr>
        <p:spPr>
          <a:xfrm>
            <a:off x="779456" y="533080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231E404-4994-4905-9A6B-28C7CCCF25E6}"/>
              </a:ext>
            </a:extLst>
          </p:cNvPr>
          <p:cNvSpPr/>
          <p:nvPr/>
        </p:nvSpPr>
        <p:spPr>
          <a:xfrm>
            <a:off x="779456" y="589477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Google Shape;100;p2">
            <a:extLst>
              <a:ext uri="{FF2B5EF4-FFF2-40B4-BE49-F238E27FC236}">
                <a16:creationId xmlns:a16="http://schemas.microsoft.com/office/drawing/2014/main" id="{C36A93D4-4728-1414-DF75-8475273DC7F0}"/>
              </a:ext>
            </a:extLst>
          </p:cNvPr>
          <p:cNvSpPr txBox="1"/>
          <p:nvPr/>
        </p:nvSpPr>
        <p:spPr>
          <a:xfrm>
            <a:off x="1202055" y="499752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Markets.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23EE0CB8-C67C-9FD6-77D6-5D1021E1F611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273E8EBF-F177-658D-A3A2-213B8EA31804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3AE267D0-CDFB-FDFA-1E22-58A3EC225A9C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92C558D-6581-A77A-EF85-263D69021B2A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3553097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3315C21-D9D7-EAB3-6445-6606DC16B725}"/>
              </a:ext>
            </a:extLst>
          </p:cNvPr>
          <p:cNvCxnSpPr>
            <a:cxnSpLocks/>
          </p:cNvCxnSpPr>
          <p:nvPr/>
        </p:nvCxnSpPr>
        <p:spPr>
          <a:xfrm>
            <a:off x="7667896" y="2980309"/>
            <a:ext cx="0" cy="3553097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97B49D-133C-9762-1191-E146BFCBBC6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971EDC-5A1D-7B5A-53A7-FEE6BD78C424}"/>
              </a:ext>
            </a:extLst>
          </p:cNvPr>
          <p:cNvSpPr txBox="1"/>
          <p:nvPr/>
        </p:nvSpPr>
        <p:spPr>
          <a:xfrm>
            <a:off x="1199048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E8A7DB-C3C5-442B-F9F8-31D230683A43}"/>
              </a:ext>
            </a:extLst>
          </p:cNvPr>
          <p:cNvSpPr txBox="1"/>
          <p:nvPr/>
        </p:nvSpPr>
        <p:spPr>
          <a:xfrm>
            <a:off x="1199048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171B58-4852-9645-3E60-0527A69A196C}"/>
              </a:ext>
            </a:extLst>
          </p:cNvPr>
          <p:cNvSpPr txBox="1"/>
          <p:nvPr/>
        </p:nvSpPr>
        <p:spPr>
          <a:xfrm>
            <a:off x="1199048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A7582-8725-CF49-0E5D-C0D8C5A63FF0}"/>
              </a:ext>
            </a:extLst>
          </p:cNvPr>
          <p:cNvSpPr txBox="1"/>
          <p:nvPr/>
        </p:nvSpPr>
        <p:spPr>
          <a:xfrm>
            <a:off x="2438055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F6CC42-8322-F92C-B403-0499B4DE364B}"/>
              </a:ext>
            </a:extLst>
          </p:cNvPr>
          <p:cNvSpPr txBox="1"/>
          <p:nvPr/>
        </p:nvSpPr>
        <p:spPr>
          <a:xfrm>
            <a:off x="2438055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7CC0C0-8CBC-BB1B-EC89-9EAE43FD03A9}"/>
              </a:ext>
            </a:extLst>
          </p:cNvPr>
          <p:cNvSpPr txBox="1"/>
          <p:nvPr/>
        </p:nvSpPr>
        <p:spPr>
          <a:xfrm>
            <a:off x="2438055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33606-8C4A-D11A-CA76-BB5A424AC259}"/>
              </a:ext>
            </a:extLst>
          </p:cNvPr>
          <p:cNvSpPr txBox="1"/>
          <p:nvPr/>
        </p:nvSpPr>
        <p:spPr>
          <a:xfrm>
            <a:off x="4486535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A4259-5083-8877-5835-EC8209C79E7B}"/>
              </a:ext>
            </a:extLst>
          </p:cNvPr>
          <p:cNvSpPr txBox="1"/>
          <p:nvPr/>
        </p:nvSpPr>
        <p:spPr>
          <a:xfrm>
            <a:off x="4486535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2A798F-0ED9-976F-0933-A203F4A4A0F3}"/>
              </a:ext>
            </a:extLst>
          </p:cNvPr>
          <p:cNvSpPr txBox="1"/>
          <p:nvPr/>
        </p:nvSpPr>
        <p:spPr>
          <a:xfrm>
            <a:off x="4486535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34FC16-5CD1-74DC-E596-8798284CF7DA}"/>
              </a:ext>
            </a:extLst>
          </p:cNvPr>
          <p:cNvSpPr txBox="1"/>
          <p:nvPr/>
        </p:nvSpPr>
        <p:spPr>
          <a:xfrm>
            <a:off x="5877348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97060-6279-75B6-FB07-AA7C05B2177B}"/>
              </a:ext>
            </a:extLst>
          </p:cNvPr>
          <p:cNvSpPr txBox="1"/>
          <p:nvPr/>
        </p:nvSpPr>
        <p:spPr>
          <a:xfrm>
            <a:off x="5877348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C61DFD-AFDF-6B6C-FEFE-A5C6B595C556}"/>
              </a:ext>
            </a:extLst>
          </p:cNvPr>
          <p:cNvSpPr txBox="1"/>
          <p:nvPr/>
        </p:nvSpPr>
        <p:spPr>
          <a:xfrm>
            <a:off x="5877348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2E87F-C5D5-3F07-9B8F-59AB737EEB90}"/>
              </a:ext>
            </a:extLst>
          </p:cNvPr>
          <p:cNvSpPr txBox="1"/>
          <p:nvPr/>
        </p:nvSpPr>
        <p:spPr>
          <a:xfrm>
            <a:off x="7947986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D5AD4D-B935-DFA5-F1B1-166ECC0EE896}"/>
              </a:ext>
            </a:extLst>
          </p:cNvPr>
          <p:cNvSpPr txBox="1"/>
          <p:nvPr/>
        </p:nvSpPr>
        <p:spPr>
          <a:xfrm>
            <a:off x="7947986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F9D033-7156-F2CF-70F7-E9BF21A0420F}"/>
              </a:ext>
            </a:extLst>
          </p:cNvPr>
          <p:cNvSpPr txBox="1"/>
          <p:nvPr/>
        </p:nvSpPr>
        <p:spPr>
          <a:xfrm>
            <a:off x="7947986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A140AC-F52C-E16B-D77D-BE42B0254437}"/>
              </a:ext>
            </a:extLst>
          </p:cNvPr>
          <p:cNvSpPr txBox="1"/>
          <p:nvPr/>
        </p:nvSpPr>
        <p:spPr>
          <a:xfrm>
            <a:off x="9332375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3F7188-A61D-7771-D22F-1C0960CE84FD}"/>
              </a:ext>
            </a:extLst>
          </p:cNvPr>
          <p:cNvSpPr txBox="1"/>
          <p:nvPr/>
        </p:nvSpPr>
        <p:spPr>
          <a:xfrm>
            <a:off x="9332375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5DDAC9-E18A-3E8C-7D0C-B061849AC82D}"/>
              </a:ext>
            </a:extLst>
          </p:cNvPr>
          <p:cNvSpPr txBox="1"/>
          <p:nvPr/>
        </p:nvSpPr>
        <p:spPr>
          <a:xfrm>
            <a:off x="9332375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8C0EC3-B89C-0F22-5CED-3C394C53FF11}"/>
              </a:ext>
            </a:extLst>
          </p:cNvPr>
          <p:cNvSpPr txBox="1"/>
          <p:nvPr/>
        </p:nvSpPr>
        <p:spPr>
          <a:xfrm>
            <a:off x="1199048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{{TOP_MARKETS_CTR_1_NAME}}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B8690F-C5A0-6BDD-1240-EA9E9C5DC998}"/>
              </a:ext>
            </a:extLst>
          </p:cNvPr>
          <p:cNvSpPr txBox="1"/>
          <p:nvPr/>
        </p:nvSpPr>
        <p:spPr>
          <a:xfrm>
            <a:off x="1199048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{{TOP_MARKETS_CTR_2_NAME}}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5B8E67-FD01-3322-F671-B5CA1B7834E6}"/>
              </a:ext>
            </a:extLst>
          </p:cNvPr>
          <p:cNvSpPr txBox="1"/>
          <p:nvPr/>
        </p:nvSpPr>
        <p:spPr>
          <a:xfrm>
            <a:off x="1199048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{{TOP_MARKETS_CTR_3_NAME}}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D5D446-3A93-3656-B3E1-8AB03BAE951C}"/>
              </a:ext>
            </a:extLst>
          </p:cNvPr>
          <p:cNvSpPr txBox="1"/>
          <p:nvPr/>
        </p:nvSpPr>
        <p:spPr>
          <a:xfrm>
            <a:off x="2438055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{{TOP_MARKETS_CTR_1_VALUE}}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B74C74-5E5F-505B-515D-C94F1E3E5283}"/>
              </a:ext>
            </a:extLst>
          </p:cNvPr>
          <p:cNvSpPr txBox="1"/>
          <p:nvPr/>
        </p:nvSpPr>
        <p:spPr>
          <a:xfrm>
            <a:off x="2438055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{{TOP_MARKETS_CTR_2_VALUE}}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1196C6-12D5-2059-7DAD-98506C93BC26}"/>
              </a:ext>
            </a:extLst>
          </p:cNvPr>
          <p:cNvSpPr txBox="1"/>
          <p:nvPr/>
        </p:nvSpPr>
        <p:spPr>
          <a:xfrm>
            <a:off x="2438055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{{TOP_MARKETS_CTR_3_VALUE}}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B5BDD7-A539-EFDF-212C-9A79F804D83C}"/>
              </a:ext>
            </a:extLst>
          </p:cNvPr>
          <p:cNvSpPr txBox="1"/>
          <p:nvPr/>
        </p:nvSpPr>
        <p:spPr>
          <a:xfrm>
            <a:off x="4486535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{{TOP_MARKETS_VCR_1_NAME}}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4F4AB5-0DC4-C99C-0E8E-FB996538DC69}"/>
              </a:ext>
            </a:extLst>
          </p:cNvPr>
          <p:cNvSpPr txBox="1"/>
          <p:nvPr/>
        </p:nvSpPr>
        <p:spPr>
          <a:xfrm>
            <a:off x="4486535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{{TOP_MARKETS_VCR_2_NAME}}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099EAF-FACB-2AEF-D07A-02DD951F2DA1}"/>
              </a:ext>
            </a:extLst>
          </p:cNvPr>
          <p:cNvSpPr txBox="1"/>
          <p:nvPr/>
        </p:nvSpPr>
        <p:spPr>
          <a:xfrm>
            <a:off x="4486535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{{TOP_MARKETS_VCR_3_NAME}}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2A3CB6-BAA5-DB43-796F-132FE860456E}"/>
              </a:ext>
            </a:extLst>
          </p:cNvPr>
          <p:cNvSpPr txBox="1"/>
          <p:nvPr/>
        </p:nvSpPr>
        <p:spPr>
          <a:xfrm>
            <a:off x="5877348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{{TOP_MARKETS_VCR_1_VALUE}}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B899FF-710B-7456-3888-1E6E51546877}"/>
              </a:ext>
            </a:extLst>
          </p:cNvPr>
          <p:cNvSpPr txBox="1"/>
          <p:nvPr/>
        </p:nvSpPr>
        <p:spPr>
          <a:xfrm>
            <a:off x="5877348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{{TOP_MARKETS_VCR_2_VALUE}}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321D6E-9D7C-47F8-41E2-B8C7522B7E1D}"/>
              </a:ext>
            </a:extLst>
          </p:cNvPr>
          <p:cNvSpPr txBox="1"/>
          <p:nvPr/>
        </p:nvSpPr>
        <p:spPr>
          <a:xfrm>
            <a:off x="5877348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{{TOP_MARKETS_VCR_3_VALUE}}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813468-3DC2-4E1A-1B7C-3611C5733FA2}"/>
              </a:ext>
            </a:extLst>
          </p:cNvPr>
          <p:cNvSpPr txBox="1"/>
          <p:nvPr/>
        </p:nvSpPr>
        <p:spPr>
          <a:xfrm>
            <a:off x="7947986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{{TOP_MARKETS_ER_1_NAME}}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8C9044-05ED-B35C-9910-C60408967BA1}"/>
              </a:ext>
            </a:extLst>
          </p:cNvPr>
          <p:cNvSpPr txBox="1"/>
          <p:nvPr/>
        </p:nvSpPr>
        <p:spPr>
          <a:xfrm>
            <a:off x="7947986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84BB0F-AE47-3C5C-D8B3-F565410EE33F}"/>
              </a:ext>
            </a:extLst>
          </p:cNvPr>
          <p:cNvSpPr txBox="1"/>
          <p:nvPr/>
        </p:nvSpPr>
        <p:spPr>
          <a:xfrm>
            <a:off x="7947986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{{TOP_MARKETS_ER_3_NAME}}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880BEC-73AD-209A-AA53-7123FC58BB79}"/>
              </a:ext>
            </a:extLst>
          </p:cNvPr>
          <p:cNvSpPr txBox="1"/>
          <p:nvPr/>
        </p:nvSpPr>
        <p:spPr>
          <a:xfrm>
            <a:off x="9332375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{{TOP_MARKETS_ER_1_VALUE}}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55A9E8-C204-225A-18BC-7DE1881078AD}"/>
              </a:ext>
            </a:extLst>
          </p:cNvPr>
          <p:cNvSpPr txBox="1"/>
          <p:nvPr/>
        </p:nvSpPr>
        <p:spPr>
          <a:xfrm>
            <a:off x="9332375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{{TOP_MARKETS_ER_2_VALUE}}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E0E7EF-49B0-A383-79F8-FC47B7BB06DA}"/>
              </a:ext>
            </a:extLst>
          </p:cNvPr>
          <p:cNvSpPr txBox="1"/>
          <p:nvPr/>
        </p:nvSpPr>
        <p:spPr>
          <a:xfrm>
            <a:off x="9332375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{{TOP_MARKETS_ER_3_VALUE}}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AD67C-54CD-4C86-8AFE-CFAE1AE51F87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TOP_TITLES_MARKETS</a:t>
            </a:r>
          </a:p>
        </p:txBody>
      </p:sp>
    </p:spTree>
    <p:extLst>
      <p:ext uri="{BB962C8B-B14F-4D97-AF65-F5344CB8AC3E}">
        <p14:creationId xmlns:p14="http://schemas.microsoft.com/office/powerpoint/2010/main" val="271240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55989AF-6EE3-FEF3-A77E-CB1E33B5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5EC130E-BE22-F02E-816D-EB396C51B5DE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Overview.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A5CAA-E25C-3838-2F4A-BFF6D723782D}"/>
              </a:ext>
            </a:extLst>
          </p:cNvPr>
          <p:cNvSpPr txBox="1"/>
          <p:nvPr/>
        </p:nvSpPr>
        <p:spPr>
          <a:xfrm>
            <a:off x="912807" y="897003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1EF30-3444-4CC7-6306-5222FDE0A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2807" y="2228655"/>
            <a:ext cx="1618372" cy="3322894"/>
          </a:xfrm>
          <a:prstGeom prst="rect">
            <a:avLst/>
          </a:prstGeom>
        </p:spPr>
      </p:pic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54580192-6962-7110-7A90-68CED84280B3}"/>
              </a:ext>
            </a:extLst>
          </p:cNvPr>
          <p:cNvSpPr txBox="1"/>
          <p:nvPr/>
        </p:nvSpPr>
        <p:spPr>
          <a:xfrm>
            <a:off x="912807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45" name="Google Shape;100;p2">
            <a:extLst>
              <a:ext uri="{FF2B5EF4-FFF2-40B4-BE49-F238E27FC236}">
                <a16:creationId xmlns:a16="http://schemas.microsoft.com/office/drawing/2014/main" id="{38DEC2FE-8CA9-4D4C-3BCE-317EBFDD462E}"/>
              </a:ext>
            </a:extLst>
          </p:cNvPr>
          <p:cNvSpPr txBox="1"/>
          <p:nvPr/>
        </p:nvSpPr>
        <p:spPr>
          <a:xfrm>
            <a:off x="912807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63518-18EB-AB0E-D160-ABD91D66C0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6430" y="2228655"/>
            <a:ext cx="1618372" cy="3322894"/>
          </a:xfrm>
          <a:prstGeom prst="rect">
            <a:avLst/>
          </a:prstGeom>
        </p:spPr>
      </p:pic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DCAF38BF-667B-B485-028A-BBD277B45961}"/>
              </a:ext>
            </a:extLst>
          </p:cNvPr>
          <p:cNvSpPr txBox="1"/>
          <p:nvPr/>
        </p:nvSpPr>
        <p:spPr>
          <a:xfrm>
            <a:off x="3546430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54B7405E-9F78-B3CD-C29A-A3009526B913}"/>
              </a:ext>
            </a:extLst>
          </p:cNvPr>
          <p:cNvSpPr txBox="1"/>
          <p:nvPr/>
        </p:nvSpPr>
        <p:spPr>
          <a:xfrm>
            <a:off x="3546430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79105B-1361-CF60-7686-27BDE4998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0053" y="2228655"/>
            <a:ext cx="1618372" cy="3322894"/>
          </a:xfrm>
          <a:prstGeom prst="rect">
            <a:avLst/>
          </a:prstGeom>
        </p:spPr>
      </p:pic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7F2A10C8-B1E9-7CD4-5EC7-4C35A7126888}"/>
              </a:ext>
            </a:extLst>
          </p:cNvPr>
          <p:cNvSpPr txBox="1"/>
          <p:nvPr/>
        </p:nvSpPr>
        <p:spPr>
          <a:xfrm>
            <a:off x="6180053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0" name="Google Shape;100;p2">
            <a:extLst>
              <a:ext uri="{FF2B5EF4-FFF2-40B4-BE49-F238E27FC236}">
                <a16:creationId xmlns:a16="http://schemas.microsoft.com/office/drawing/2014/main" id="{A9931041-98F4-3749-97BA-E6943122D20D}"/>
              </a:ext>
            </a:extLst>
          </p:cNvPr>
          <p:cNvSpPr txBox="1"/>
          <p:nvPr/>
        </p:nvSpPr>
        <p:spPr>
          <a:xfrm>
            <a:off x="6180053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5265BD-F5F8-8931-6C8B-17E86330D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3675" y="2228655"/>
            <a:ext cx="1618372" cy="3322894"/>
          </a:xfrm>
          <a:prstGeom prst="rect">
            <a:avLst/>
          </a:prstGeom>
        </p:spPr>
      </p:pic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5783A76C-015B-599F-D797-6BB12768C3B5}"/>
              </a:ext>
            </a:extLst>
          </p:cNvPr>
          <p:cNvSpPr txBox="1"/>
          <p:nvPr/>
        </p:nvSpPr>
        <p:spPr>
          <a:xfrm>
            <a:off x="8813675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C31EAEF5-6AC1-13E5-6D40-80E14DAD55A0}"/>
              </a:ext>
            </a:extLst>
          </p:cNvPr>
          <p:cNvSpPr txBox="1"/>
          <p:nvPr/>
        </p:nvSpPr>
        <p:spPr>
          <a:xfrm>
            <a:off x="8813675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BA942-4C6C-74AD-4D87-647D1409F7B1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CREATIVE_OVERVIEW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1F64E8-B854-A761-409C-EABB14C42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8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A7C085A-7C48-E9EA-B915-9A5C7404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A1D61E58-4AEA-731F-63C1-9538BC679A98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Creative.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02B197-B9B5-CEB4-6983-4B0E0C89999B}"/>
              </a:ext>
            </a:extLst>
          </p:cNvPr>
          <p:cNvSpPr txBox="1"/>
          <p:nvPr/>
        </p:nvSpPr>
        <p:spPr>
          <a:xfrm>
            <a:off x="912807" y="897003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D11515-6FBE-AF67-B0F0-7425BF8335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2807" y="2228655"/>
            <a:ext cx="1618372" cy="3322894"/>
          </a:xfrm>
          <a:prstGeom prst="rect">
            <a:avLst/>
          </a:prstGeom>
        </p:spPr>
      </p:pic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01F40580-1201-D9DE-5CA1-E4D3E4B6892F}"/>
              </a:ext>
            </a:extLst>
          </p:cNvPr>
          <p:cNvSpPr txBox="1"/>
          <p:nvPr/>
        </p:nvSpPr>
        <p:spPr>
          <a:xfrm>
            <a:off x="912807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45" name="Google Shape;100;p2">
            <a:extLst>
              <a:ext uri="{FF2B5EF4-FFF2-40B4-BE49-F238E27FC236}">
                <a16:creationId xmlns:a16="http://schemas.microsoft.com/office/drawing/2014/main" id="{3A5D3872-6B21-C91F-DA99-7D573A6A1132}"/>
              </a:ext>
            </a:extLst>
          </p:cNvPr>
          <p:cNvSpPr txBox="1"/>
          <p:nvPr/>
        </p:nvSpPr>
        <p:spPr>
          <a:xfrm>
            <a:off x="912807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0A576-4712-D53C-95AB-DD1944B54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6430" y="2228655"/>
            <a:ext cx="1618372" cy="3322894"/>
          </a:xfrm>
          <a:prstGeom prst="rect">
            <a:avLst/>
          </a:prstGeom>
        </p:spPr>
      </p:pic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FF1DC2A6-9B7E-98DD-072A-324473A0B09D}"/>
              </a:ext>
            </a:extLst>
          </p:cNvPr>
          <p:cNvSpPr txBox="1"/>
          <p:nvPr/>
        </p:nvSpPr>
        <p:spPr>
          <a:xfrm>
            <a:off x="3546430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16F39E1-043A-2517-9759-D1A935B3682D}"/>
              </a:ext>
            </a:extLst>
          </p:cNvPr>
          <p:cNvSpPr txBox="1"/>
          <p:nvPr/>
        </p:nvSpPr>
        <p:spPr>
          <a:xfrm>
            <a:off x="3546430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32C948-27BC-51D9-3BA0-371409E16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0053" y="2228655"/>
            <a:ext cx="1618372" cy="3322894"/>
          </a:xfrm>
          <a:prstGeom prst="rect">
            <a:avLst/>
          </a:prstGeom>
        </p:spPr>
      </p:pic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1B792676-3FB8-B7AF-7A89-202944B2EAE2}"/>
              </a:ext>
            </a:extLst>
          </p:cNvPr>
          <p:cNvSpPr txBox="1"/>
          <p:nvPr/>
        </p:nvSpPr>
        <p:spPr>
          <a:xfrm>
            <a:off x="6180053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0" name="Google Shape;100;p2">
            <a:extLst>
              <a:ext uri="{FF2B5EF4-FFF2-40B4-BE49-F238E27FC236}">
                <a16:creationId xmlns:a16="http://schemas.microsoft.com/office/drawing/2014/main" id="{02334BF8-C8DC-C8B9-A91E-2C67F946B5AA}"/>
              </a:ext>
            </a:extLst>
          </p:cNvPr>
          <p:cNvSpPr txBox="1"/>
          <p:nvPr/>
        </p:nvSpPr>
        <p:spPr>
          <a:xfrm>
            <a:off x="6180053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A00EFA-0B11-146E-EC99-7D385EDE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3675" y="2228655"/>
            <a:ext cx="1618372" cy="3322894"/>
          </a:xfrm>
          <a:prstGeom prst="rect">
            <a:avLst/>
          </a:prstGeom>
        </p:spPr>
      </p:pic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3172A2B4-6315-B9B7-7960-1DB17C122559}"/>
              </a:ext>
            </a:extLst>
          </p:cNvPr>
          <p:cNvSpPr txBox="1"/>
          <p:nvPr/>
        </p:nvSpPr>
        <p:spPr>
          <a:xfrm>
            <a:off x="8813675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68CEF9E0-7BCA-AB16-BBE4-50283C6B6CDD}"/>
              </a:ext>
            </a:extLst>
          </p:cNvPr>
          <p:cNvSpPr txBox="1"/>
          <p:nvPr/>
        </p:nvSpPr>
        <p:spPr>
          <a:xfrm>
            <a:off x="8813675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13EAA6CA-3DCD-BFA6-371D-B53A2E816D0B}"/>
              </a:ext>
            </a:extLst>
          </p:cNvPr>
          <p:cNvSpPr/>
          <p:nvPr/>
        </p:nvSpPr>
        <p:spPr>
          <a:xfrm rot="5400000">
            <a:off x="3010730" y="806107"/>
            <a:ext cx="68947" cy="2642534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503727D9-A789-B532-A6AD-EB0C9B7E3BDA}"/>
              </a:ext>
            </a:extLst>
          </p:cNvPr>
          <p:cNvSpPr txBox="1"/>
          <p:nvPr/>
        </p:nvSpPr>
        <p:spPr>
          <a:xfrm>
            <a:off x="2654677" y="1985198"/>
            <a:ext cx="781051" cy="215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Phase One</a:t>
            </a: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43EEF8C9-56B4-0ADE-FD91-93D97DA800CC}"/>
              </a:ext>
            </a:extLst>
          </p:cNvPr>
          <p:cNvSpPr/>
          <p:nvPr/>
        </p:nvSpPr>
        <p:spPr>
          <a:xfrm rot="5400000">
            <a:off x="8273302" y="806111"/>
            <a:ext cx="68947" cy="2642534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81751DF5-4159-E192-366B-7B98F22CF7B4}"/>
              </a:ext>
            </a:extLst>
          </p:cNvPr>
          <p:cNvSpPr txBox="1"/>
          <p:nvPr/>
        </p:nvSpPr>
        <p:spPr>
          <a:xfrm>
            <a:off x="7917249" y="1985202"/>
            <a:ext cx="781051" cy="215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Phase Two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AB5EB-06CB-C82C-555D-8CC52D012E46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CREATIVE_PERFORMANCE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801273-E609-5826-26EF-5CCEED3F5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F8B1AA1-956B-F7EA-DA0A-FC904A6E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>
            <a:extLst>
              <a:ext uri="{FF2B5EF4-FFF2-40B4-BE49-F238E27FC236}">
                <a16:creationId xmlns:a16="http://schemas.microsoft.com/office/drawing/2014/main" id="{6D44C6DE-8614-AC7F-EDCC-7C02F792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80" b="23680"/>
          <a:stretch/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1054" name="Rounded Rectangle 1053">
            <a:extLst>
              <a:ext uri="{FF2B5EF4-FFF2-40B4-BE49-F238E27FC236}">
                <a16:creationId xmlns:a16="http://schemas.microsoft.com/office/drawing/2014/main" id="{B34F70FD-6FD0-0C10-01A1-21916AA6C625}"/>
              </a:ext>
            </a:extLst>
          </p:cNvPr>
          <p:cNvSpPr/>
          <p:nvPr/>
        </p:nvSpPr>
        <p:spPr>
          <a:xfrm>
            <a:off x="1136691" y="3342781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ounded Rectangle 1054">
            <a:extLst>
              <a:ext uri="{FF2B5EF4-FFF2-40B4-BE49-F238E27FC236}">
                <a16:creationId xmlns:a16="http://schemas.microsoft.com/office/drawing/2014/main" id="{E705FADD-29EE-B623-F24C-7AF1FD102C2F}"/>
              </a:ext>
            </a:extLst>
          </p:cNvPr>
          <p:cNvSpPr/>
          <p:nvPr/>
        </p:nvSpPr>
        <p:spPr>
          <a:xfrm>
            <a:off x="6418720" y="3337544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4367B-A410-2D6E-30B7-6612B711F988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5367F3-79FE-B5B0-A0F9-92651F9DC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98" y="829890"/>
            <a:ext cx="879119" cy="223825"/>
          </a:xfrm>
          <a:prstGeom prst="rect">
            <a:avLst/>
          </a:prstGeom>
        </p:spPr>
      </p:pic>
      <p:sp>
        <p:nvSpPr>
          <p:cNvPr id="16" name="Google Shape;110;p2">
            <a:extLst>
              <a:ext uri="{FF2B5EF4-FFF2-40B4-BE49-F238E27FC236}">
                <a16:creationId xmlns:a16="http://schemas.microsoft.com/office/drawing/2014/main" id="{6962BCA5-F23C-A2C3-4E32-988B58C4E12D}"/>
              </a:ext>
            </a:extLst>
          </p:cNvPr>
          <p:cNvSpPr txBox="1"/>
          <p:nvPr/>
        </p:nvSpPr>
        <p:spPr>
          <a:xfrm>
            <a:off x="1244909" y="3448140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026" name="Picture 2" descr="logo-placeholder - Shop at RaceYa">
            <a:extLst>
              <a:ext uri="{FF2B5EF4-FFF2-40B4-BE49-F238E27FC236}">
                <a16:creationId xmlns:a16="http://schemas.microsoft.com/office/drawing/2014/main" id="{A659D2CD-6922-0083-FFF7-BD33EA104C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15" y="348304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" descr="logo-placeholder - Shop at RaceYa">
            <a:extLst>
              <a:ext uri="{FF2B5EF4-FFF2-40B4-BE49-F238E27FC236}">
                <a16:creationId xmlns:a16="http://schemas.microsoft.com/office/drawing/2014/main" id="{7F37C812-2CDA-B2A6-7298-F0E4EBF0B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42" y="348304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logo-placeholder - Shop at RaceYa">
            <a:extLst>
              <a:ext uri="{FF2B5EF4-FFF2-40B4-BE49-F238E27FC236}">
                <a16:creationId xmlns:a16="http://schemas.microsoft.com/office/drawing/2014/main" id="{A2A56D1C-30BC-E6BD-5470-842EAB449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68" y="3478467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Google Shape;114;p2">
            <a:extLst>
              <a:ext uri="{FF2B5EF4-FFF2-40B4-BE49-F238E27FC236}">
                <a16:creationId xmlns:a16="http://schemas.microsoft.com/office/drawing/2014/main" id="{8804D888-314E-69A6-7BAD-47A74BF322A7}"/>
              </a:ext>
            </a:extLst>
          </p:cNvPr>
          <p:cNvSpPr txBox="1"/>
          <p:nvPr/>
        </p:nvSpPr>
        <p:spPr>
          <a:xfrm>
            <a:off x="1247095" y="5169455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32" name="Google Shape;110;p2">
            <a:extLst>
              <a:ext uri="{FF2B5EF4-FFF2-40B4-BE49-F238E27FC236}">
                <a16:creationId xmlns:a16="http://schemas.microsoft.com/office/drawing/2014/main" id="{353AD245-F52A-D117-C4F4-2C69781B06D3}"/>
              </a:ext>
            </a:extLst>
          </p:cNvPr>
          <p:cNvSpPr txBox="1"/>
          <p:nvPr/>
        </p:nvSpPr>
        <p:spPr>
          <a:xfrm>
            <a:off x="1247095" y="487358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33" name="Rounded Rectangle 1032">
            <a:extLst>
              <a:ext uri="{FF2B5EF4-FFF2-40B4-BE49-F238E27FC236}">
                <a16:creationId xmlns:a16="http://schemas.microsoft.com/office/drawing/2014/main" id="{CF777DB9-674B-7906-0C74-B580A9609784}"/>
              </a:ext>
            </a:extLst>
          </p:cNvPr>
          <p:cNvSpPr/>
          <p:nvPr/>
        </p:nvSpPr>
        <p:spPr>
          <a:xfrm>
            <a:off x="1136692" y="458522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ounded Rectangle 1034">
            <a:extLst>
              <a:ext uri="{FF2B5EF4-FFF2-40B4-BE49-F238E27FC236}">
                <a16:creationId xmlns:a16="http://schemas.microsoft.com/office/drawing/2014/main" id="{41178EB8-9E06-12D5-3C93-2455FF3D3E49}"/>
              </a:ext>
            </a:extLst>
          </p:cNvPr>
          <p:cNvSpPr/>
          <p:nvPr/>
        </p:nvSpPr>
        <p:spPr>
          <a:xfrm>
            <a:off x="3790488" y="458522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6" name="Rounded Rectangle 1035">
            <a:extLst>
              <a:ext uri="{FF2B5EF4-FFF2-40B4-BE49-F238E27FC236}">
                <a16:creationId xmlns:a16="http://schemas.microsoft.com/office/drawing/2014/main" id="{EC1E692B-572E-D892-BD23-3AEFF35C6776}"/>
              </a:ext>
            </a:extLst>
          </p:cNvPr>
          <p:cNvSpPr/>
          <p:nvPr/>
        </p:nvSpPr>
        <p:spPr>
          <a:xfrm>
            <a:off x="6418720" y="456699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ounded Rectangle 1036">
            <a:extLst>
              <a:ext uri="{FF2B5EF4-FFF2-40B4-BE49-F238E27FC236}">
                <a16:creationId xmlns:a16="http://schemas.microsoft.com/office/drawing/2014/main" id="{FD8AF455-762A-6BA1-6A87-C3CE65074C10}"/>
              </a:ext>
            </a:extLst>
          </p:cNvPr>
          <p:cNvSpPr/>
          <p:nvPr/>
        </p:nvSpPr>
        <p:spPr>
          <a:xfrm>
            <a:off x="9072516" y="456699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8" name="Google Shape;114;p2">
            <a:extLst>
              <a:ext uri="{FF2B5EF4-FFF2-40B4-BE49-F238E27FC236}">
                <a16:creationId xmlns:a16="http://schemas.microsoft.com/office/drawing/2014/main" id="{B92A9901-C726-B5F4-B225-28152761E318}"/>
              </a:ext>
            </a:extLst>
          </p:cNvPr>
          <p:cNvSpPr txBox="1"/>
          <p:nvPr/>
        </p:nvSpPr>
        <p:spPr>
          <a:xfrm>
            <a:off x="1142150" y="4226979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1039" name="Google Shape;114;p2">
            <a:extLst>
              <a:ext uri="{FF2B5EF4-FFF2-40B4-BE49-F238E27FC236}">
                <a16:creationId xmlns:a16="http://schemas.microsoft.com/office/drawing/2014/main" id="{ECC82C9A-0AE4-6F98-1A99-34EA5AFB0072}"/>
              </a:ext>
            </a:extLst>
          </p:cNvPr>
          <p:cNvSpPr txBox="1"/>
          <p:nvPr/>
        </p:nvSpPr>
        <p:spPr>
          <a:xfrm>
            <a:off x="6418721" y="4221742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1040" name="Google Shape;114;p2">
            <a:extLst>
              <a:ext uri="{FF2B5EF4-FFF2-40B4-BE49-F238E27FC236}">
                <a16:creationId xmlns:a16="http://schemas.microsoft.com/office/drawing/2014/main" id="{8E50BEEC-FB7B-64DB-B950-165A3D471796}"/>
              </a:ext>
            </a:extLst>
          </p:cNvPr>
          <p:cNvSpPr txBox="1"/>
          <p:nvPr/>
        </p:nvSpPr>
        <p:spPr>
          <a:xfrm>
            <a:off x="3790489" y="4255981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1041" name="Google Shape;114;p2">
            <a:extLst>
              <a:ext uri="{FF2B5EF4-FFF2-40B4-BE49-F238E27FC236}">
                <a16:creationId xmlns:a16="http://schemas.microsoft.com/office/drawing/2014/main" id="{F34571A2-ACCC-AF00-F412-3F3B9127AAE8}"/>
              </a:ext>
            </a:extLst>
          </p:cNvPr>
          <p:cNvSpPr txBox="1"/>
          <p:nvPr/>
        </p:nvSpPr>
        <p:spPr>
          <a:xfrm>
            <a:off x="9061298" y="4230715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1046" name="Google Shape;100;p2">
            <a:extLst>
              <a:ext uri="{FF2B5EF4-FFF2-40B4-BE49-F238E27FC236}">
                <a16:creationId xmlns:a16="http://schemas.microsoft.com/office/drawing/2014/main" id="{DA30E5BE-5DA6-7AF9-9ADB-058C4A769052}"/>
              </a:ext>
            </a:extLst>
          </p:cNvPr>
          <p:cNvSpPr txBox="1"/>
          <p:nvPr/>
        </p:nvSpPr>
        <p:spPr>
          <a:xfrm>
            <a:off x="1194841" y="5111970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1047" name="Google Shape;100;p2">
            <a:extLst>
              <a:ext uri="{FF2B5EF4-FFF2-40B4-BE49-F238E27FC236}">
                <a16:creationId xmlns:a16="http://schemas.microsoft.com/office/drawing/2014/main" id="{28F70AFB-2961-C343-56CC-78C0D3F9A7F0}"/>
              </a:ext>
            </a:extLst>
          </p:cNvPr>
          <p:cNvSpPr txBox="1"/>
          <p:nvPr/>
        </p:nvSpPr>
        <p:spPr>
          <a:xfrm>
            <a:off x="6443617" y="5111970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1048" name="Google Shape;100;p2">
            <a:extLst>
              <a:ext uri="{FF2B5EF4-FFF2-40B4-BE49-F238E27FC236}">
                <a16:creationId xmlns:a16="http://schemas.microsoft.com/office/drawing/2014/main" id="{ABD8F8BB-7AE7-1304-11B5-565603F52AEC}"/>
              </a:ext>
            </a:extLst>
          </p:cNvPr>
          <p:cNvSpPr txBox="1"/>
          <p:nvPr/>
        </p:nvSpPr>
        <p:spPr>
          <a:xfrm>
            <a:off x="3843179" y="5111970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1049" name="Google Shape;100;p2">
            <a:extLst>
              <a:ext uri="{FF2B5EF4-FFF2-40B4-BE49-F238E27FC236}">
                <a16:creationId xmlns:a16="http://schemas.microsoft.com/office/drawing/2014/main" id="{70A322AF-B03D-D853-D78D-D3AD67C2E033}"/>
              </a:ext>
            </a:extLst>
          </p:cNvPr>
          <p:cNvSpPr txBox="1"/>
          <p:nvPr/>
        </p:nvSpPr>
        <p:spPr>
          <a:xfrm>
            <a:off x="9117962" y="5111970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19" name="Google Shape;110;p2">
            <a:extLst>
              <a:ext uri="{FF2B5EF4-FFF2-40B4-BE49-F238E27FC236}">
                <a16:creationId xmlns:a16="http://schemas.microsoft.com/office/drawing/2014/main" id="{FDA8004A-701B-42A6-9FBA-2C3AFAB3A53C}"/>
              </a:ext>
            </a:extLst>
          </p:cNvPr>
          <p:cNvSpPr txBox="1"/>
          <p:nvPr/>
        </p:nvSpPr>
        <p:spPr>
          <a:xfrm>
            <a:off x="9117962" y="4695815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7" name="Google Shape;110;p2">
            <a:extLst>
              <a:ext uri="{FF2B5EF4-FFF2-40B4-BE49-F238E27FC236}">
                <a16:creationId xmlns:a16="http://schemas.microsoft.com/office/drawing/2014/main" id="{8F50CA70-44B6-02E1-FAA8-DCE8F858298D}"/>
              </a:ext>
            </a:extLst>
          </p:cNvPr>
          <p:cNvSpPr txBox="1"/>
          <p:nvPr/>
        </p:nvSpPr>
        <p:spPr>
          <a:xfrm>
            <a:off x="1194841" y="4695815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0" name="Google Shape;110;p2">
            <a:extLst>
              <a:ext uri="{FF2B5EF4-FFF2-40B4-BE49-F238E27FC236}">
                <a16:creationId xmlns:a16="http://schemas.microsoft.com/office/drawing/2014/main" id="{415F6BBE-359A-A7F0-B982-DFFA6EEDC1FD}"/>
              </a:ext>
            </a:extLst>
          </p:cNvPr>
          <p:cNvSpPr txBox="1"/>
          <p:nvPr/>
        </p:nvSpPr>
        <p:spPr>
          <a:xfrm>
            <a:off x="3839899" y="4695815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33" name="Google Shape;110;p2">
            <a:extLst>
              <a:ext uri="{FF2B5EF4-FFF2-40B4-BE49-F238E27FC236}">
                <a16:creationId xmlns:a16="http://schemas.microsoft.com/office/drawing/2014/main" id="{0BA4FCA5-9E18-AC86-2B89-E654C34B7FE0}"/>
              </a:ext>
            </a:extLst>
          </p:cNvPr>
          <p:cNvSpPr txBox="1"/>
          <p:nvPr/>
        </p:nvSpPr>
        <p:spPr>
          <a:xfrm>
            <a:off x="6469550" y="4695815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3004071-5FAA-1BE1-F3AD-5000FF188B16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56" name="Google Shape;114;p2">
            <a:extLst>
              <a:ext uri="{FF2B5EF4-FFF2-40B4-BE49-F238E27FC236}">
                <a16:creationId xmlns:a16="http://schemas.microsoft.com/office/drawing/2014/main" id="{2F7375B2-AC29-60F7-3E3F-8407CE217811}"/>
              </a:ext>
            </a:extLst>
          </p:cNvPr>
          <p:cNvSpPr txBox="1"/>
          <p:nvPr/>
        </p:nvSpPr>
        <p:spPr>
          <a:xfrm>
            <a:off x="1142150" y="2959088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1057" name="Google Shape;114;p2">
            <a:extLst>
              <a:ext uri="{FF2B5EF4-FFF2-40B4-BE49-F238E27FC236}">
                <a16:creationId xmlns:a16="http://schemas.microsoft.com/office/drawing/2014/main" id="{6039137C-A6E2-30FD-B69F-6ABA7925254F}"/>
              </a:ext>
            </a:extLst>
          </p:cNvPr>
          <p:cNvSpPr txBox="1"/>
          <p:nvPr/>
        </p:nvSpPr>
        <p:spPr>
          <a:xfrm>
            <a:off x="6424179" y="295385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38FEA-017B-BC8D-3C3B-95AB44491A22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ATTENTION_SCORE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398573-C11A-02A5-D92F-0800D183C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7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7015BE3-A4B0-148B-6AB0-45F1CAB2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FD1F3349-E598-5680-4903-6C7B090605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981" b="23981"/>
          <a:stretch/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481E578-BA02-DA97-7518-4540CB39D442}"/>
              </a:ext>
            </a:extLst>
          </p:cNvPr>
          <p:cNvSpPr/>
          <p:nvPr/>
        </p:nvSpPr>
        <p:spPr>
          <a:xfrm>
            <a:off x="1136691" y="3495432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2B6FB42-8B6F-7444-1D06-898CCB1B7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498" y="816890"/>
            <a:ext cx="1610585" cy="25029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9B9BDBC-BD19-666B-B13D-A2E6DD317A99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  <p:sp>
        <p:nvSpPr>
          <p:cNvPr id="58" name="Google Shape;114;p2">
            <a:extLst>
              <a:ext uri="{FF2B5EF4-FFF2-40B4-BE49-F238E27FC236}">
                <a16:creationId xmlns:a16="http://schemas.microsoft.com/office/drawing/2014/main" id="{9BFE97F6-0D84-E0D3-FBFA-EFC3A205DCC4}"/>
              </a:ext>
            </a:extLst>
          </p:cNvPr>
          <p:cNvSpPr txBox="1"/>
          <p:nvPr/>
        </p:nvSpPr>
        <p:spPr>
          <a:xfrm>
            <a:off x="1142150" y="3111739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55AC2160-63E5-808C-76F8-F7A00124531E}"/>
              </a:ext>
            </a:extLst>
          </p:cNvPr>
          <p:cNvSpPr txBox="1"/>
          <p:nvPr/>
        </p:nvSpPr>
        <p:spPr>
          <a:xfrm>
            <a:off x="3468621" y="2991913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7" name="Google Shape;114;p2">
            <a:extLst>
              <a:ext uri="{FF2B5EF4-FFF2-40B4-BE49-F238E27FC236}">
                <a16:creationId xmlns:a16="http://schemas.microsoft.com/office/drawing/2014/main" id="{B6C7BE3C-7855-CAF9-5437-F28295529CFE}"/>
              </a:ext>
            </a:extLst>
          </p:cNvPr>
          <p:cNvSpPr txBox="1"/>
          <p:nvPr/>
        </p:nvSpPr>
        <p:spPr>
          <a:xfrm>
            <a:off x="1247095" y="38595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EF563559-BCD3-C40F-28EC-7183EAD2F77D}"/>
              </a:ext>
            </a:extLst>
          </p:cNvPr>
          <p:cNvSpPr txBox="1"/>
          <p:nvPr/>
        </p:nvSpPr>
        <p:spPr>
          <a:xfrm>
            <a:off x="1142150" y="2964653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10" name="Google Shape;114;p2">
            <a:extLst>
              <a:ext uri="{FF2B5EF4-FFF2-40B4-BE49-F238E27FC236}">
                <a16:creationId xmlns:a16="http://schemas.microsoft.com/office/drawing/2014/main" id="{830C666B-3247-5116-DA28-D859474F37B8}"/>
              </a:ext>
            </a:extLst>
          </p:cNvPr>
          <p:cNvSpPr txBox="1"/>
          <p:nvPr/>
        </p:nvSpPr>
        <p:spPr>
          <a:xfrm>
            <a:off x="3596454" y="38595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1" name="Google Shape;110;p2">
            <a:extLst>
              <a:ext uri="{FF2B5EF4-FFF2-40B4-BE49-F238E27FC236}">
                <a16:creationId xmlns:a16="http://schemas.microsoft.com/office/drawing/2014/main" id="{560EC1BE-840B-BD90-1A01-B358A34AE689}"/>
              </a:ext>
            </a:extLst>
          </p:cNvPr>
          <p:cNvSpPr txBox="1"/>
          <p:nvPr/>
        </p:nvSpPr>
        <p:spPr>
          <a:xfrm>
            <a:off x="1247095" y="356367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2" name="Google Shape;110;p2">
            <a:extLst>
              <a:ext uri="{FF2B5EF4-FFF2-40B4-BE49-F238E27FC236}">
                <a16:creationId xmlns:a16="http://schemas.microsoft.com/office/drawing/2014/main" id="{65F80D4F-FD28-72FF-A675-2163AA60CB8A}"/>
              </a:ext>
            </a:extLst>
          </p:cNvPr>
          <p:cNvSpPr txBox="1"/>
          <p:nvPr/>
        </p:nvSpPr>
        <p:spPr>
          <a:xfrm>
            <a:off x="3596454" y="3563233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956015ED-682B-F083-68C1-A361C30DDB61}"/>
              </a:ext>
            </a:extLst>
          </p:cNvPr>
          <p:cNvSpPr/>
          <p:nvPr/>
        </p:nvSpPr>
        <p:spPr>
          <a:xfrm>
            <a:off x="6418720" y="349019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Google Shape;114;p2">
            <a:extLst>
              <a:ext uri="{FF2B5EF4-FFF2-40B4-BE49-F238E27FC236}">
                <a16:creationId xmlns:a16="http://schemas.microsoft.com/office/drawing/2014/main" id="{3B3FC274-5017-67ED-AEE4-CE41FEAC9222}"/>
              </a:ext>
            </a:extLst>
          </p:cNvPr>
          <p:cNvSpPr txBox="1"/>
          <p:nvPr/>
        </p:nvSpPr>
        <p:spPr>
          <a:xfrm>
            <a:off x="6424179" y="3106502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84" name="Google Shape;110;p2">
            <a:extLst>
              <a:ext uri="{FF2B5EF4-FFF2-40B4-BE49-F238E27FC236}">
                <a16:creationId xmlns:a16="http://schemas.microsoft.com/office/drawing/2014/main" id="{08AA389B-E24C-CE85-6DC0-22B661512518}"/>
              </a:ext>
            </a:extLst>
          </p:cNvPr>
          <p:cNvSpPr txBox="1"/>
          <p:nvPr/>
        </p:nvSpPr>
        <p:spPr>
          <a:xfrm>
            <a:off x="8750650" y="2986676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5" name="Google Shape;114;p2">
            <a:extLst>
              <a:ext uri="{FF2B5EF4-FFF2-40B4-BE49-F238E27FC236}">
                <a16:creationId xmlns:a16="http://schemas.microsoft.com/office/drawing/2014/main" id="{72C797E3-C72E-3328-F723-A0808C5FD901}"/>
              </a:ext>
            </a:extLst>
          </p:cNvPr>
          <p:cNvSpPr txBox="1"/>
          <p:nvPr/>
        </p:nvSpPr>
        <p:spPr>
          <a:xfrm>
            <a:off x="6529124" y="38543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86" name="Google Shape;100;p2">
            <a:extLst>
              <a:ext uri="{FF2B5EF4-FFF2-40B4-BE49-F238E27FC236}">
                <a16:creationId xmlns:a16="http://schemas.microsoft.com/office/drawing/2014/main" id="{550FDC21-57D2-1C0F-0BA5-FD082431199F}"/>
              </a:ext>
            </a:extLst>
          </p:cNvPr>
          <p:cNvSpPr txBox="1"/>
          <p:nvPr/>
        </p:nvSpPr>
        <p:spPr>
          <a:xfrm>
            <a:off x="6424179" y="2959416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87" name="Google Shape;114;p2">
            <a:extLst>
              <a:ext uri="{FF2B5EF4-FFF2-40B4-BE49-F238E27FC236}">
                <a16:creationId xmlns:a16="http://schemas.microsoft.com/office/drawing/2014/main" id="{5EF474C8-1A01-C5CE-1B81-57F825AA498C}"/>
              </a:ext>
            </a:extLst>
          </p:cNvPr>
          <p:cNvSpPr txBox="1"/>
          <p:nvPr/>
        </p:nvSpPr>
        <p:spPr>
          <a:xfrm>
            <a:off x="8878483" y="38543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88" name="Google Shape;110;p2">
            <a:extLst>
              <a:ext uri="{FF2B5EF4-FFF2-40B4-BE49-F238E27FC236}">
                <a16:creationId xmlns:a16="http://schemas.microsoft.com/office/drawing/2014/main" id="{80130694-3581-25AA-D692-8C250B74F0F3}"/>
              </a:ext>
            </a:extLst>
          </p:cNvPr>
          <p:cNvSpPr txBox="1"/>
          <p:nvPr/>
        </p:nvSpPr>
        <p:spPr>
          <a:xfrm>
            <a:off x="6529124" y="355843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9" name="Google Shape;110;p2">
            <a:extLst>
              <a:ext uri="{FF2B5EF4-FFF2-40B4-BE49-F238E27FC236}">
                <a16:creationId xmlns:a16="http://schemas.microsoft.com/office/drawing/2014/main" id="{B1268679-51A3-EC44-B787-0944C5994883}"/>
              </a:ext>
            </a:extLst>
          </p:cNvPr>
          <p:cNvSpPr txBox="1"/>
          <p:nvPr/>
        </p:nvSpPr>
        <p:spPr>
          <a:xfrm>
            <a:off x="8878483" y="355799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7B2366E-3D2D-7C11-DC3A-71CDF803B1C6}"/>
              </a:ext>
            </a:extLst>
          </p:cNvPr>
          <p:cNvSpPr/>
          <p:nvPr/>
        </p:nvSpPr>
        <p:spPr>
          <a:xfrm>
            <a:off x="1136691" y="4835717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Google Shape;114;p2">
            <a:extLst>
              <a:ext uri="{FF2B5EF4-FFF2-40B4-BE49-F238E27FC236}">
                <a16:creationId xmlns:a16="http://schemas.microsoft.com/office/drawing/2014/main" id="{936F116A-B702-5EA7-75D3-FE590B4CC85B}"/>
              </a:ext>
            </a:extLst>
          </p:cNvPr>
          <p:cNvSpPr txBox="1"/>
          <p:nvPr/>
        </p:nvSpPr>
        <p:spPr>
          <a:xfrm>
            <a:off x="1142150" y="4452024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92" name="Google Shape;110;p2">
            <a:extLst>
              <a:ext uri="{FF2B5EF4-FFF2-40B4-BE49-F238E27FC236}">
                <a16:creationId xmlns:a16="http://schemas.microsoft.com/office/drawing/2014/main" id="{028CBE6B-9670-917C-F192-275F22F560AF}"/>
              </a:ext>
            </a:extLst>
          </p:cNvPr>
          <p:cNvSpPr txBox="1"/>
          <p:nvPr/>
        </p:nvSpPr>
        <p:spPr>
          <a:xfrm>
            <a:off x="3468621" y="4332198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3" name="Google Shape;114;p2">
            <a:extLst>
              <a:ext uri="{FF2B5EF4-FFF2-40B4-BE49-F238E27FC236}">
                <a16:creationId xmlns:a16="http://schemas.microsoft.com/office/drawing/2014/main" id="{F187D1A8-36C6-D5EE-DE5E-1B95A692397F}"/>
              </a:ext>
            </a:extLst>
          </p:cNvPr>
          <p:cNvSpPr txBox="1"/>
          <p:nvPr/>
        </p:nvSpPr>
        <p:spPr>
          <a:xfrm>
            <a:off x="1247095" y="519982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94" name="Google Shape;100;p2">
            <a:extLst>
              <a:ext uri="{FF2B5EF4-FFF2-40B4-BE49-F238E27FC236}">
                <a16:creationId xmlns:a16="http://schemas.microsoft.com/office/drawing/2014/main" id="{3C187EEE-1533-EC2F-D2B3-E63C88101881}"/>
              </a:ext>
            </a:extLst>
          </p:cNvPr>
          <p:cNvSpPr txBox="1"/>
          <p:nvPr/>
        </p:nvSpPr>
        <p:spPr>
          <a:xfrm>
            <a:off x="1142150" y="4304938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95" name="Google Shape;114;p2">
            <a:extLst>
              <a:ext uri="{FF2B5EF4-FFF2-40B4-BE49-F238E27FC236}">
                <a16:creationId xmlns:a16="http://schemas.microsoft.com/office/drawing/2014/main" id="{13F1E9D1-2E20-EA90-80B7-CDB9BBF13132}"/>
              </a:ext>
            </a:extLst>
          </p:cNvPr>
          <p:cNvSpPr txBox="1"/>
          <p:nvPr/>
        </p:nvSpPr>
        <p:spPr>
          <a:xfrm>
            <a:off x="3596454" y="519982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96" name="Google Shape;110;p2">
            <a:extLst>
              <a:ext uri="{FF2B5EF4-FFF2-40B4-BE49-F238E27FC236}">
                <a16:creationId xmlns:a16="http://schemas.microsoft.com/office/drawing/2014/main" id="{DC6BAED4-CF53-B5DB-EB25-D6D704302976}"/>
              </a:ext>
            </a:extLst>
          </p:cNvPr>
          <p:cNvSpPr txBox="1"/>
          <p:nvPr/>
        </p:nvSpPr>
        <p:spPr>
          <a:xfrm>
            <a:off x="1247095" y="490396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7" name="Google Shape;110;p2">
            <a:extLst>
              <a:ext uri="{FF2B5EF4-FFF2-40B4-BE49-F238E27FC236}">
                <a16:creationId xmlns:a16="http://schemas.microsoft.com/office/drawing/2014/main" id="{720BB3A8-56D9-BD12-E607-807688E87845}"/>
              </a:ext>
            </a:extLst>
          </p:cNvPr>
          <p:cNvSpPr txBox="1"/>
          <p:nvPr/>
        </p:nvSpPr>
        <p:spPr>
          <a:xfrm>
            <a:off x="3596454" y="4903518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856B843-D79A-7A51-7867-CEC460CE6EFB}"/>
              </a:ext>
            </a:extLst>
          </p:cNvPr>
          <p:cNvSpPr/>
          <p:nvPr/>
        </p:nvSpPr>
        <p:spPr>
          <a:xfrm>
            <a:off x="6418720" y="4830480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Google Shape;114;p2">
            <a:extLst>
              <a:ext uri="{FF2B5EF4-FFF2-40B4-BE49-F238E27FC236}">
                <a16:creationId xmlns:a16="http://schemas.microsoft.com/office/drawing/2014/main" id="{12C43630-7521-7E53-1B1B-D60C27CC67D2}"/>
              </a:ext>
            </a:extLst>
          </p:cNvPr>
          <p:cNvSpPr txBox="1"/>
          <p:nvPr/>
        </p:nvSpPr>
        <p:spPr>
          <a:xfrm>
            <a:off x="6424179" y="4446787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100" name="Google Shape;110;p2">
            <a:extLst>
              <a:ext uri="{FF2B5EF4-FFF2-40B4-BE49-F238E27FC236}">
                <a16:creationId xmlns:a16="http://schemas.microsoft.com/office/drawing/2014/main" id="{B0E19E2F-8A50-2BE0-A700-C556F6680DB9}"/>
              </a:ext>
            </a:extLst>
          </p:cNvPr>
          <p:cNvSpPr txBox="1"/>
          <p:nvPr/>
        </p:nvSpPr>
        <p:spPr>
          <a:xfrm>
            <a:off x="8750650" y="4326961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1" name="Google Shape;114;p2">
            <a:extLst>
              <a:ext uri="{FF2B5EF4-FFF2-40B4-BE49-F238E27FC236}">
                <a16:creationId xmlns:a16="http://schemas.microsoft.com/office/drawing/2014/main" id="{7858ED85-0D65-6BFE-B4BA-D35CF4B2CA3E}"/>
              </a:ext>
            </a:extLst>
          </p:cNvPr>
          <p:cNvSpPr txBox="1"/>
          <p:nvPr/>
        </p:nvSpPr>
        <p:spPr>
          <a:xfrm>
            <a:off x="6529124" y="519459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2" name="Google Shape;100;p2">
            <a:extLst>
              <a:ext uri="{FF2B5EF4-FFF2-40B4-BE49-F238E27FC236}">
                <a16:creationId xmlns:a16="http://schemas.microsoft.com/office/drawing/2014/main" id="{DA5C360A-8B0F-19A2-84C0-D3D8BEBA8984}"/>
              </a:ext>
            </a:extLst>
          </p:cNvPr>
          <p:cNvSpPr txBox="1"/>
          <p:nvPr/>
        </p:nvSpPr>
        <p:spPr>
          <a:xfrm>
            <a:off x="6424179" y="4299701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103" name="Google Shape;114;p2">
            <a:extLst>
              <a:ext uri="{FF2B5EF4-FFF2-40B4-BE49-F238E27FC236}">
                <a16:creationId xmlns:a16="http://schemas.microsoft.com/office/drawing/2014/main" id="{31CE13F0-8458-9514-B0BD-2A399394401A}"/>
              </a:ext>
            </a:extLst>
          </p:cNvPr>
          <p:cNvSpPr txBox="1"/>
          <p:nvPr/>
        </p:nvSpPr>
        <p:spPr>
          <a:xfrm>
            <a:off x="8878483" y="519459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4" name="Google Shape;110;p2">
            <a:extLst>
              <a:ext uri="{FF2B5EF4-FFF2-40B4-BE49-F238E27FC236}">
                <a16:creationId xmlns:a16="http://schemas.microsoft.com/office/drawing/2014/main" id="{3C1EE89D-6C67-439C-5243-651F93BFD05E}"/>
              </a:ext>
            </a:extLst>
          </p:cNvPr>
          <p:cNvSpPr txBox="1"/>
          <p:nvPr/>
        </p:nvSpPr>
        <p:spPr>
          <a:xfrm>
            <a:off x="6529124" y="489872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5" name="Google Shape;110;p2">
            <a:extLst>
              <a:ext uri="{FF2B5EF4-FFF2-40B4-BE49-F238E27FC236}">
                <a16:creationId xmlns:a16="http://schemas.microsoft.com/office/drawing/2014/main" id="{C0DFA56F-8486-5179-E655-0D1A30469AF7}"/>
              </a:ext>
            </a:extLst>
          </p:cNvPr>
          <p:cNvSpPr txBox="1"/>
          <p:nvPr/>
        </p:nvSpPr>
        <p:spPr>
          <a:xfrm>
            <a:off x="8878483" y="489828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9ED39C-158B-6F7C-A8C3-F9F6F04CD587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62408A-FA30-2E1A-E356-142A2FF35D95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HAPPYDEMICS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08ABD26-6F92-CCB9-382F-E76921204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5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09FBA04-89E5-B9A2-AFD9-45616FAD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40DD31DC-611F-1F99-D27F-42B0CAF7F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779556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EBCDEE2-87B5-1654-468C-3F36D5578755}"/>
              </a:ext>
            </a:extLst>
          </p:cNvPr>
          <p:cNvSpPr/>
          <p:nvPr/>
        </p:nvSpPr>
        <p:spPr>
          <a:xfrm>
            <a:off x="899020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511AF5-FC4C-DFD3-5418-EBC38BA6E864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  <p:sp>
        <p:nvSpPr>
          <p:cNvPr id="58" name="Google Shape;114;p2">
            <a:extLst>
              <a:ext uri="{FF2B5EF4-FFF2-40B4-BE49-F238E27FC236}">
                <a16:creationId xmlns:a16="http://schemas.microsoft.com/office/drawing/2014/main" id="{F3B5D615-D4A4-72D4-F92C-6185FCE9497F}"/>
              </a:ext>
            </a:extLst>
          </p:cNvPr>
          <p:cNvSpPr txBox="1"/>
          <p:nvPr/>
        </p:nvSpPr>
        <p:spPr>
          <a:xfrm>
            <a:off x="912808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0B0095DC-A1A8-2736-33A6-4D77C5874EBA}"/>
              </a:ext>
            </a:extLst>
          </p:cNvPr>
          <p:cNvSpPr txBox="1"/>
          <p:nvPr/>
        </p:nvSpPr>
        <p:spPr>
          <a:xfrm>
            <a:off x="912807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34FC75-6658-33F7-1CAE-328492B0A7B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B30AC-54EB-0B0A-7C12-685E6EEBDA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04" t="34429" r="10565" b="33342"/>
          <a:stretch>
            <a:fillRect/>
          </a:stretch>
        </p:blipFill>
        <p:spPr>
          <a:xfrm>
            <a:off x="1032838" y="857317"/>
            <a:ext cx="1110961" cy="204166"/>
          </a:xfrm>
          <a:prstGeom prst="rect">
            <a:avLst/>
          </a:prstGeom>
        </p:spPr>
      </p:pic>
      <p:sp>
        <p:nvSpPr>
          <p:cNvPr id="31" name="Google Shape;100;p2">
            <a:extLst>
              <a:ext uri="{FF2B5EF4-FFF2-40B4-BE49-F238E27FC236}">
                <a16:creationId xmlns:a16="http://schemas.microsoft.com/office/drawing/2014/main" id="{DB5820C4-2F42-2378-D322-23188B52331D}"/>
              </a:ext>
            </a:extLst>
          </p:cNvPr>
          <p:cNvSpPr txBox="1"/>
          <p:nvPr/>
        </p:nvSpPr>
        <p:spPr>
          <a:xfrm>
            <a:off x="912807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59DD3DD-632E-841B-184D-1F57AE80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3487491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3726FDD-9816-D11C-CD6F-1A2B15F2B98A}"/>
              </a:ext>
            </a:extLst>
          </p:cNvPr>
          <p:cNvSpPr/>
          <p:nvPr/>
        </p:nvSpPr>
        <p:spPr>
          <a:xfrm>
            <a:off x="3606955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14;p2">
            <a:extLst>
              <a:ext uri="{FF2B5EF4-FFF2-40B4-BE49-F238E27FC236}">
                <a16:creationId xmlns:a16="http://schemas.microsoft.com/office/drawing/2014/main" id="{398CB157-DCFF-C09E-BB2F-307C535DDF2D}"/>
              </a:ext>
            </a:extLst>
          </p:cNvPr>
          <p:cNvSpPr txBox="1"/>
          <p:nvPr/>
        </p:nvSpPr>
        <p:spPr>
          <a:xfrm>
            <a:off x="3620743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51" name="Google Shape;100;p2">
            <a:extLst>
              <a:ext uri="{FF2B5EF4-FFF2-40B4-BE49-F238E27FC236}">
                <a16:creationId xmlns:a16="http://schemas.microsoft.com/office/drawing/2014/main" id="{EFD44A5A-A6FD-0444-1296-6C25476C183E}"/>
              </a:ext>
            </a:extLst>
          </p:cNvPr>
          <p:cNvSpPr txBox="1"/>
          <p:nvPr/>
        </p:nvSpPr>
        <p:spPr>
          <a:xfrm>
            <a:off x="3620742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2" name="Google Shape;100;p2">
            <a:extLst>
              <a:ext uri="{FF2B5EF4-FFF2-40B4-BE49-F238E27FC236}">
                <a16:creationId xmlns:a16="http://schemas.microsoft.com/office/drawing/2014/main" id="{1A40AD28-9953-D512-8E96-31E890E25476}"/>
              </a:ext>
            </a:extLst>
          </p:cNvPr>
          <p:cNvSpPr txBox="1"/>
          <p:nvPr/>
        </p:nvSpPr>
        <p:spPr>
          <a:xfrm>
            <a:off x="3620742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F3F5284-FC21-ED07-1F6C-64E354CD6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6195430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17BD847F-1955-C8F6-F4DF-426D3DC4D7B2}"/>
              </a:ext>
            </a:extLst>
          </p:cNvPr>
          <p:cNvSpPr/>
          <p:nvPr/>
        </p:nvSpPr>
        <p:spPr>
          <a:xfrm>
            <a:off x="6314894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14;p2">
            <a:extLst>
              <a:ext uri="{FF2B5EF4-FFF2-40B4-BE49-F238E27FC236}">
                <a16:creationId xmlns:a16="http://schemas.microsoft.com/office/drawing/2014/main" id="{1B480989-6EA2-25B4-AD86-1F883CEE1BE6}"/>
              </a:ext>
            </a:extLst>
          </p:cNvPr>
          <p:cNvSpPr txBox="1"/>
          <p:nvPr/>
        </p:nvSpPr>
        <p:spPr>
          <a:xfrm>
            <a:off x="6328682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56" name="Google Shape;100;p2">
            <a:extLst>
              <a:ext uri="{FF2B5EF4-FFF2-40B4-BE49-F238E27FC236}">
                <a16:creationId xmlns:a16="http://schemas.microsoft.com/office/drawing/2014/main" id="{5C43CB08-C3C5-1CE9-CD6E-96A60463BCB4}"/>
              </a:ext>
            </a:extLst>
          </p:cNvPr>
          <p:cNvSpPr txBox="1"/>
          <p:nvPr/>
        </p:nvSpPr>
        <p:spPr>
          <a:xfrm>
            <a:off x="6328681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7" name="Google Shape;100;p2">
            <a:extLst>
              <a:ext uri="{FF2B5EF4-FFF2-40B4-BE49-F238E27FC236}">
                <a16:creationId xmlns:a16="http://schemas.microsoft.com/office/drawing/2014/main" id="{25404378-3770-86DB-73A1-DED2B0B46D4F}"/>
              </a:ext>
            </a:extLst>
          </p:cNvPr>
          <p:cNvSpPr txBox="1"/>
          <p:nvPr/>
        </p:nvSpPr>
        <p:spPr>
          <a:xfrm>
            <a:off x="6328681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262B242-F5E1-B85D-EC94-C025D48DE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8903368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43E9067-2B79-5F21-D4A2-FE3C791D9F62}"/>
              </a:ext>
            </a:extLst>
          </p:cNvPr>
          <p:cNvSpPr/>
          <p:nvPr/>
        </p:nvSpPr>
        <p:spPr>
          <a:xfrm>
            <a:off x="9022832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E5A6C5A4-3672-BE9E-191B-F6A08B904DA7}"/>
              </a:ext>
            </a:extLst>
          </p:cNvPr>
          <p:cNvSpPr txBox="1"/>
          <p:nvPr/>
        </p:nvSpPr>
        <p:spPr>
          <a:xfrm>
            <a:off x="9036620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62" name="Google Shape;100;p2">
            <a:extLst>
              <a:ext uri="{FF2B5EF4-FFF2-40B4-BE49-F238E27FC236}">
                <a16:creationId xmlns:a16="http://schemas.microsoft.com/office/drawing/2014/main" id="{3CBFD4F6-D74A-7F52-515E-A7CC4AD2684B}"/>
              </a:ext>
            </a:extLst>
          </p:cNvPr>
          <p:cNvSpPr txBox="1"/>
          <p:nvPr/>
        </p:nvSpPr>
        <p:spPr>
          <a:xfrm>
            <a:off x="9036619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88C526AF-DF4C-8DAA-4691-198381DBCC5D}"/>
              </a:ext>
            </a:extLst>
          </p:cNvPr>
          <p:cNvSpPr txBox="1"/>
          <p:nvPr/>
        </p:nvSpPr>
        <p:spPr>
          <a:xfrm>
            <a:off x="9036619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98ABE-CDD5-9382-639C-BD8DA55EDECF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LUMEN_RESULTS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7E8DF7-3265-8889-5F5A-C97FDF100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B56DC79-981D-A605-5E2E-204F7BE0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0C272CEC-0FD8-4A43-638D-3571C6B61073}"/>
              </a:ext>
            </a:extLst>
          </p:cNvPr>
          <p:cNvSpPr txBox="1"/>
          <p:nvPr/>
        </p:nvSpPr>
        <p:spPr>
          <a:xfrm>
            <a:off x="912807" y="1190708"/>
            <a:ext cx="4582302" cy="100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E6B37-4C80-A467-46AE-EEB47522D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04" t="34429" r="10565" b="33342"/>
          <a:stretch>
            <a:fillRect/>
          </a:stretch>
        </p:blipFill>
        <p:spPr>
          <a:xfrm>
            <a:off x="1032838" y="857317"/>
            <a:ext cx="1110961" cy="204166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2864F1-74B7-A5C9-5A2C-55EB6D4A1DF4}"/>
              </a:ext>
            </a:extLst>
          </p:cNvPr>
          <p:cNvSpPr/>
          <p:nvPr/>
        </p:nvSpPr>
        <p:spPr>
          <a:xfrm>
            <a:off x="988927" y="5755997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lvl="0" indent="0" algn="ctr" defTabSz="82153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1D446-1186-86D7-DB67-D830F5D3902D}"/>
              </a:ext>
            </a:extLst>
          </p:cNvPr>
          <p:cNvSpPr txBox="1"/>
          <p:nvPr/>
        </p:nvSpPr>
        <p:spPr>
          <a:xfrm>
            <a:off x="912807" y="5465812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2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89BC6-4312-9D01-76D5-E4F30DD81D03}"/>
              </a:ext>
            </a:extLst>
          </p:cNvPr>
          <p:cNvSpPr txBox="1"/>
          <p:nvPr/>
        </p:nvSpPr>
        <p:spPr>
          <a:xfrm>
            <a:off x="3941153" y="5462140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2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71D0F-A22B-CC61-80D3-40CB0CB248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29B011-CBCF-20B2-ABE4-DA56AA744E40}"/>
              </a:ext>
            </a:extLst>
          </p:cNvPr>
          <p:cNvSpPr txBox="1"/>
          <p:nvPr/>
        </p:nvSpPr>
        <p:spPr>
          <a:xfrm>
            <a:off x="912807" y="2851985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0FC5408A-8B57-1203-A573-341CE785CAF4}"/>
              </a:ext>
            </a:extLst>
          </p:cNvPr>
          <p:cNvSpPr txBox="1"/>
          <p:nvPr/>
        </p:nvSpPr>
        <p:spPr>
          <a:xfrm>
            <a:off x="1189526" y="2578665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Title One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7E3720-F9C2-DE6B-A82C-04E9F05F2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7" y="2598869"/>
            <a:ext cx="200599" cy="2005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FAC12A-FC8D-0F5F-0541-FFBB234C8534}"/>
              </a:ext>
            </a:extLst>
          </p:cNvPr>
          <p:cNvSpPr txBox="1"/>
          <p:nvPr/>
        </p:nvSpPr>
        <p:spPr>
          <a:xfrm>
            <a:off x="912807" y="377981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2" name="Google Shape;100;p2">
            <a:extLst>
              <a:ext uri="{FF2B5EF4-FFF2-40B4-BE49-F238E27FC236}">
                <a16:creationId xmlns:a16="http://schemas.microsoft.com/office/drawing/2014/main" id="{A65A5204-0F04-C023-FF76-9598E93C9312}"/>
              </a:ext>
            </a:extLst>
          </p:cNvPr>
          <p:cNvSpPr txBox="1"/>
          <p:nvPr/>
        </p:nvSpPr>
        <p:spPr>
          <a:xfrm>
            <a:off x="1189526" y="3506082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Title Two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D0B2B3-9F4F-42BB-0374-F1ED7BE5A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7" y="3526695"/>
            <a:ext cx="200599" cy="2005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071E6E6-A450-FC95-B40D-2FA641439B47}"/>
              </a:ext>
            </a:extLst>
          </p:cNvPr>
          <p:cNvSpPr txBox="1"/>
          <p:nvPr/>
        </p:nvSpPr>
        <p:spPr>
          <a:xfrm>
            <a:off x="912807" y="471538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2937583B-AFF8-E67D-9F94-0D9A022EA979}"/>
              </a:ext>
            </a:extLst>
          </p:cNvPr>
          <p:cNvSpPr txBox="1"/>
          <p:nvPr/>
        </p:nvSpPr>
        <p:spPr>
          <a:xfrm>
            <a:off x="1189526" y="4435337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Title Three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B4AE5E-6A6D-3209-7BE8-87A7F4C35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7" y="4462271"/>
            <a:ext cx="200599" cy="200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76218-E610-23E9-52B5-33F24F804341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BRAND_STUDY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B27B936-F210-43F6-2C59-E4FD9B42F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002029B-F78F-9423-F839-25B768F7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56F0CF-35E7-AAF7-B8CA-3C27DBA0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3EC6F6-CA6D-6CB5-EA8D-121F02ACA15B}"/>
              </a:ext>
            </a:extLst>
          </p:cNvPr>
          <p:cNvSpPr txBox="1"/>
          <p:nvPr/>
        </p:nvSpPr>
        <p:spPr>
          <a:xfrm>
            <a:off x="912807" y="331352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B64E9E52-E8E1-5ECC-F01A-1EC7F45A70EA}"/>
              </a:ext>
            </a:extLst>
          </p:cNvPr>
          <p:cNvSpPr txBox="1"/>
          <p:nvPr/>
        </p:nvSpPr>
        <p:spPr>
          <a:xfrm>
            <a:off x="912807" y="3058681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A5ACAE-00BD-2EB9-FF2A-FE7DE1CC12D8}"/>
              </a:ext>
            </a:extLst>
          </p:cNvPr>
          <p:cNvSpPr txBox="1"/>
          <p:nvPr/>
        </p:nvSpPr>
        <p:spPr>
          <a:xfrm>
            <a:off x="912807" y="4241347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22" name="Google Shape;100;p2">
            <a:extLst>
              <a:ext uri="{FF2B5EF4-FFF2-40B4-BE49-F238E27FC236}">
                <a16:creationId xmlns:a16="http://schemas.microsoft.com/office/drawing/2014/main" id="{3FD2C7C2-8F33-25E9-3388-D23376FA86E5}"/>
              </a:ext>
            </a:extLst>
          </p:cNvPr>
          <p:cNvSpPr txBox="1"/>
          <p:nvPr/>
        </p:nvSpPr>
        <p:spPr>
          <a:xfrm>
            <a:off x="912807" y="3986098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716393-20B9-ABF6-3FFA-568ED1A7AE68}"/>
              </a:ext>
            </a:extLst>
          </p:cNvPr>
          <p:cNvSpPr txBox="1"/>
          <p:nvPr/>
        </p:nvSpPr>
        <p:spPr>
          <a:xfrm>
            <a:off x="912807" y="5353839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72041A3B-20CC-DEF9-8DE9-2A1197137342}"/>
              </a:ext>
            </a:extLst>
          </p:cNvPr>
          <p:cNvSpPr txBox="1"/>
          <p:nvPr/>
        </p:nvSpPr>
        <p:spPr>
          <a:xfrm>
            <a:off x="912807" y="5092269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9FEA2-8179-0ED5-3FB9-08437AD70849}"/>
              </a:ext>
            </a:extLst>
          </p:cNvPr>
          <p:cNvSpPr txBox="1"/>
          <p:nvPr/>
        </p:nvSpPr>
        <p:spPr>
          <a:xfrm>
            <a:off x="912807" y="1190708"/>
            <a:ext cx="6216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9AB60-90D6-7982-8FC7-F123D680C17F}"/>
              </a:ext>
            </a:extLst>
          </p:cNvPr>
          <p:cNvSpPr txBox="1"/>
          <p:nvPr/>
        </p:nvSpPr>
        <p:spPr>
          <a:xfrm>
            <a:off x="912807" y="2440165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1DBC9-D86E-5318-6E6D-C8E5DC433DCC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LEARNING_RECOMMENDATIONS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874E7E-12C1-15AA-A9F4-A47964B67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26482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3055</TotalTime>
  <Words>2442</Words>
  <Application>Microsoft Macintosh PowerPoint</Application>
  <PresentationFormat>Widescreen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Poppins</vt:lpstr>
      <vt:lpstr>Inter</vt:lpstr>
      <vt:lpstr>Calibri</vt:lpstr>
      <vt:lpstr>Inter SemiBold</vt:lpstr>
      <vt:lpstr>Aptos</vt:lpstr>
      <vt:lpstr>Arial</vt:lpstr>
      <vt:lpstr>Inter Medium</vt:lpstr>
      <vt:lpstr>Inter Italic</vt:lpstr>
      <vt:lpstr>Calibri Light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53</cp:revision>
  <dcterms:created xsi:type="dcterms:W3CDTF">2025-02-28T16:34:04Z</dcterms:created>
  <dcterms:modified xsi:type="dcterms:W3CDTF">2026-09-08T10:46:24Z</dcterms:modified>
</cp:coreProperties>
</file>