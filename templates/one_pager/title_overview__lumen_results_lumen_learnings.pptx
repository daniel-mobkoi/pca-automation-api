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959425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Medium" panose="02000503000000020004" pitchFamily="2" charset="0"/>
      <p:regular r:id="rId6"/>
      <p:italic r:id="rId7"/>
    </p:embeddedFont>
    <p:embeddedFont>
      <p:font typeface="Inter SemiBold" panose="02000503000000020004" pitchFamily="2" charset="0"/>
      <p:regular r:id="rId5"/>
      <p:bold r:id="rId5"/>
      <p:italic r:id="rId5"/>
      <p:boldItalic r:id="rId8"/>
    </p:embeddedFont>
    <p:embeddedFont>
      <p:font typeface="Poppins" pitchFamily="2" charset="7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1"/>
    <p:restoredTop sz="96846"/>
  </p:normalViewPr>
  <p:slideViewPr>
    <p:cSldViewPr snapToGrid="0">
      <p:cViewPr>
        <p:scale>
          <a:sx n="90" d="100"/>
          <a:sy n="90" d="100"/>
        </p:scale>
        <p:origin x="792" y="-10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0988" y="1143000"/>
            <a:ext cx="1216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20988" y="1143000"/>
            <a:ext cx="12160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66748"/>
            <a:ext cx="9144000" cy="10778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260871"/>
            <a:ext cx="9144000" cy="74746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718373"/>
            <a:ext cx="10515600" cy="1287825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718458"/>
            <a:ext cx="10515600" cy="67723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241522"/>
            <a:ext cx="5181600" cy="196434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241522"/>
            <a:ext cx="5181600" cy="196434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48307"/>
            <a:ext cx="10515600" cy="5984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589368"/>
            <a:ext cx="5157787" cy="3719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308799"/>
            <a:ext cx="5157787" cy="16633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589368"/>
            <a:ext cx="5183188" cy="3719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308799"/>
            <a:ext cx="5183188" cy="16633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63966"/>
            <a:ext cx="3932237" cy="72238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457592"/>
            <a:ext cx="6172200" cy="2200125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287834"/>
            <a:ext cx="3932237" cy="17206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63966"/>
            <a:ext cx="3932237" cy="72238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457592"/>
            <a:ext cx="6172200" cy="2200125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287834"/>
            <a:ext cx="3932237" cy="17206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48308"/>
            <a:ext cx="2628900" cy="2623668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48308"/>
            <a:ext cx="7734300" cy="2623668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6344580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6"/>
            <a:ext cx="4019883" cy="18341242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3" y="17048955"/>
            <a:ext cx="3339661" cy="13910485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48307"/>
            <a:ext cx="10515600" cy="5984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241522"/>
            <a:ext cx="10515600" cy="19643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694806"/>
            <a:ext cx="27432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694806"/>
            <a:ext cx="41148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694806"/>
            <a:ext cx="27432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2" y="3843326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6054109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7" y="6282744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3" y="2559370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2" y="3233419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1" y="1615826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2" y="674318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8949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2" y="5354512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4" y="1326250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9184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7441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9" y="22671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10523464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2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4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6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8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1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1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1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8" y="12115384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8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8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8" y="12115391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8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8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9" y="12115384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9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9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10841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2" y="30890478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30614972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6" y="5354512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43180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2" y="7020506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2" y="729783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2" y="757515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52483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9188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519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10" y="7571204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721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829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32204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9184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829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32204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1" y="12115391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1" y="14793342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7" y="15498719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8" y="1681003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8" y="17374013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7" y="16476755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8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8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8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5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5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5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5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5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5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8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8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8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6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6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6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5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5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5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6" y="1616723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3" y="16161789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5" y="16163469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9905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9905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6" y="17940215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6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6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3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3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3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3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6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6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4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4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3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3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2EF76655-DBC0-4532-900C-D9AA83DE8F7D}"/>
              </a:ext>
            </a:extLst>
          </p:cNvPr>
          <p:cNvSpPr/>
          <p:nvPr/>
        </p:nvSpPr>
        <p:spPr>
          <a:xfrm>
            <a:off x="988927" y="29615323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 defTabSz="821531" hangingPunct="0">
              <a:defRPr/>
            </a:pPr>
            <a:endParaRPr lang="en-US" sz="2000" kern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66241F43-FBB7-F351-7E4F-83ABE4B1D572}"/>
              </a:ext>
            </a:extLst>
          </p:cNvPr>
          <p:cNvSpPr txBox="1"/>
          <p:nvPr/>
        </p:nvSpPr>
        <p:spPr>
          <a:xfrm>
            <a:off x="912807" y="29325138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A6D6CA02-3A62-91B4-0BDC-C7CAF7CCC9A7}"/>
              </a:ext>
            </a:extLst>
          </p:cNvPr>
          <p:cNvSpPr txBox="1"/>
          <p:nvPr/>
        </p:nvSpPr>
        <p:spPr>
          <a:xfrm>
            <a:off x="3941153" y="29321466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445" name="Picture 444">
            <a:extLst>
              <a:ext uri="{FF2B5EF4-FFF2-40B4-BE49-F238E27FC236}">
                <a16:creationId xmlns:a16="http://schemas.microsoft.com/office/drawing/2014/main" id="{FCADF0D9-16B5-4878-2E28-0EA77E7B21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24579464"/>
            <a:ext cx="2623452" cy="5386556"/>
          </a:xfrm>
          <a:prstGeom prst="rect">
            <a:avLst/>
          </a:prstGeom>
        </p:spPr>
      </p:pic>
      <p:sp>
        <p:nvSpPr>
          <p:cNvPr id="446" name="TextBox 445">
            <a:extLst>
              <a:ext uri="{FF2B5EF4-FFF2-40B4-BE49-F238E27FC236}">
                <a16:creationId xmlns:a16="http://schemas.microsoft.com/office/drawing/2014/main" id="{B59E6822-DF9A-BB9B-2825-E4179779DDFF}"/>
              </a:ext>
            </a:extLst>
          </p:cNvPr>
          <p:cNvSpPr txBox="1"/>
          <p:nvPr/>
        </p:nvSpPr>
        <p:spPr>
          <a:xfrm>
            <a:off x="912812" y="26711306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47" name="Google Shape;100;p2">
            <a:extLst>
              <a:ext uri="{FF2B5EF4-FFF2-40B4-BE49-F238E27FC236}">
                <a16:creationId xmlns:a16="http://schemas.microsoft.com/office/drawing/2014/main" id="{5076DEA2-8E92-6C20-5A90-6C3CC9A976BA}"/>
              </a:ext>
            </a:extLst>
          </p:cNvPr>
          <p:cNvSpPr txBox="1"/>
          <p:nvPr/>
        </p:nvSpPr>
        <p:spPr>
          <a:xfrm>
            <a:off x="1189526" y="26437991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One</a:t>
            </a:r>
          </a:p>
        </p:txBody>
      </p:sp>
      <p:pic>
        <p:nvPicPr>
          <p:cNvPr id="512" name="Picture 511">
            <a:extLst>
              <a:ext uri="{FF2B5EF4-FFF2-40B4-BE49-F238E27FC236}">
                <a16:creationId xmlns:a16="http://schemas.microsoft.com/office/drawing/2014/main" id="{D829CACE-70F9-3BE4-65E8-3D5442DE2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2" y="26458195"/>
            <a:ext cx="200599" cy="200599"/>
          </a:xfrm>
          <a:prstGeom prst="rect">
            <a:avLst/>
          </a:prstGeom>
        </p:spPr>
      </p:pic>
      <p:sp>
        <p:nvSpPr>
          <p:cNvPr id="513" name="TextBox 512">
            <a:extLst>
              <a:ext uri="{FF2B5EF4-FFF2-40B4-BE49-F238E27FC236}">
                <a16:creationId xmlns:a16="http://schemas.microsoft.com/office/drawing/2014/main" id="{AC1B4F46-F3F0-AEAF-71D1-AF3276C6A90A}"/>
              </a:ext>
            </a:extLst>
          </p:cNvPr>
          <p:cNvSpPr txBox="1"/>
          <p:nvPr/>
        </p:nvSpPr>
        <p:spPr>
          <a:xfrm>
            <a:off x="912812" y="27639132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4" name="Google Shape;100;p2">
            <a:extLst>
              <a:ext uri="{FF2B5EF4-FFF2-40B4-BE49-F238E27FC236}">
                <a16:creationId xmlns:a16="http://schemas.microsoft.com/office/drawing/2014/main" id="{FD754FC2-6275-985E-2598-4267D058CE8D}"/>
              </a:ext>
            </a:extLst>
          </p:cNvPr>
          <p:cNvSpPr txBox="1"/>
          <p:nvPr/>
        </p:nvSpPr>
        <p:spPr>
          <a:xfrm>
            <a:off x="1189526" y="27365408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Two</a:t>
            </a:r>
          </a:p>
        </p:txBody>
      </p:sp>
      <p:pic>
        <p:nvPicPr>
          <p:cNvPr id="515" name="Picture 514">
            <a:extLst>
              <a:ext uri="{FF2B5EF4-FFF2-40B4-BE49-F238E27FC236}">
                <a16:creationId xmlns:a16="http://schemas.microsoft.com/office/drawing/2014/main" id="{6C5CDAA6-3BC2-883D-AC2B-ABFBABEA90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2" y="27386021"/>
            <a:ext cx="200599" cy="200599"/>
          </a:xfrm>
          <a:prstGeom prst="rect">
            <a:avLst/>
          </a:prstGeom>
        </p:spPr>
      </p:pic>
      <p:sp>
        <p:nvSpPr>
          <p:cNvPr id="516" name="TextBox 515">
            <a:extLst>
              <a:ext uri="{FF2B5EF4-FFF2-40B4-BE49-F238E27FC236}">
                <a16:creationId xmlns:a16="http://schemas.microsoft.com/office/drawing/2014/main" id="{475BB828-3828-1915-BBE3-23398987C39C}"/>
              </a:ext>
            </a:extLst>
          </p:cNvPr>
          <p:cNvSpPr txBox="1"/>
          <p:nvPr/>
        </p:nvSpPr>
        <p:spPr>
          <a:xfrm>
            <a:off x="912812" y="28574708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7" name="Google Shape;100;p2">
            <a:extLst>
              <a:ext uri="{FF2B5EF4-FFF2-40B4-BE49-F238E27FC236}">
                <a16:creationId xmlns:a16="http://schemas.microsoft.com/office/drawing/2014/main" id="{515F5177-F871-4114-9477-49966D247ECD}"/>
              </a:ext>
            </a:extLst>
          </p:cNvPr>
          <p:cNvSpPr txBox="1"/>
          <p:nvPr/>
        </p:nvSpPr>
        <p:spPr>
          <a:xfrm>
            <a:off x="1189526" y="28294663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Three</a:t>
            </a:r>
          </a:p>
        </p:txBody>
      </p:sp>
      <p:pic>
        <p:nvPicPr>
          <p:cNvPr id="518" name="Picture 517">
            <a:extLst>
              <a:ext uri="{FF2B5EF4-FFF2-40B4-BE49-F238E27FC236}">
                <a16:creationId xmlns:a16="http://schemas.microsoft.com/office/drawing/2014/main" id="{C5FF5F3E-4D5D-30EB-E612-BA6AA73E9C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2" y="28321597"/>
            <a:ext cx="200599" cy="200599"/>
          </a:xfrm>
          <a:prstGeom prst="rect">
            <a:avLst/>
          </a:prstGeom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4C56A59E-6803-D827-022D-BE62E3474A89}"/>
              </a:ext>
            </a:extLst>
          </p:cNvPr>
          <p:cNvSpPr txBox="1"/>
          <p:nvPr/>
        </p:nvSpPr>
        <p:spPr>
          <a:xfrm>
            <a:off x="912811" y="25171951"/>
            <a:ext cx="389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520" name="Picture 519">
            <a:extLst>
              <a:ext uri="{FF2B5EF4-FFF2-40B4-BE49-F238E27FC236}">
                <a16:creationId xmlns:a16="http://schemas.microsoft.com/office/drawing/2014/main" id="{A477256C-A1B1-E78C-7FF3-B2F950655E6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04" t="34429" r="10565" b="33342"/>
          <a:stretch>
            <a:fillRect/>
          </a:stretch>
        </p:blipFill>
        <p:spPr>
          <a:xfrm>
            <a:off x="1016859" y="24815205"/>
            <a:ext cx="967589" cy="177818"/>
          </a:xfrm>
          <a:prstGeom prst="rect">
            <a:avLst/>
          </a:prstGeom>
        </p:spPr>
      </p:pic>
      <p:pic>
        <p:nvPicPr>
          <p:cNvPr id="510" name="Picture 509">
            <a:extLst>
              <a:ext uri="{FF2B5EF4-FFF2-40B4-BE49-F238E27FC236}">
                <a16:creationId xmlns:a16="http://schemas.microsoft.com/office/drawing/2014/main" id="{508654DE-3877-20B9-4422-44DEB6B44B9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779556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11" name="Rounded Rectangle 510">
            <a:extLst>
              <a:ext uri="{FF2B5EF4-FFF2-40B4-BE49-F238E27FC236}">
                <a16:creationId xmlns:a16="http://schemas.microsoft.com/office/drawing/2014/main" id="{9ABE6F7D-690B-7B9E-F177-9AA6125C3D0D}"/>
              </a:ext>
            </a:extLst>
          </p:cNvPr>
          <p:cNvSpPr/>
          <p:nvPr/>
        </p:nvSpPr>
        <p:spPr>
          <a:xfrm>
            <a:off x="899020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Google Shape;114;p2">
            <a:extLst>
              <a:ext uri="{FF2B5EF4-FFF2-40B4-BE49-F238E27FC236}">
                <a16:creationId xmlns:a16="http://schemas.microsoft.com/office/drawing/2014/main" id="{320E83FB-A667-A523-DABF-353FBE238C56}"/>
              </a:ext>
            </a:extLst>
          </p:cNvPr>
          <p:cNvSpPr txBox="1"/>
          <p:nvPr/>
        </p:nvSpPr>
        <p:spPr>
          <a:xfrm>
            <a:off x="912808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522" name="Google Shape;100;p2">
            <a:extLst>
              <a:ext uri="{FF2B5EF4-FFF2-40B4-BE49-F238E27FC236}">
                <a16:creationId xmlns:a16="http://schemas.microsoft.com/office/drawing/2014/main" id="{3DCCC025-6BAA-5CA9-3494-94BA7CC56821}"/>
              </a:ext>
            </a:extLst>
          </p:cNvPr>
          <p:cNvSpPr txBox="1"/>
          <p:nvPr/>
        </p:nvSpPr>
        <p:spPr>
          <a:xfrm>
            <a:off x="912807" y="20692828"/>
            <a:ext cx="22537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23" name="Picture 522">
            <a:extLst>
              <a:ext uri="{FF2B5EF4-FFF2-40B4-BE49-F238E27FC236}">
                <a16:creationId xmlns:a16="http://schemas.microsoft.com/office/drawing/2014/main" id="{B05D53B9-F6E4-04F3-E36A-2A18403BA81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04" t="34429" r="10565" b="33342"/>
          <a:stretch>
            <a:fillRect/>
          </a:stretch>
        </p:blipFill>
        <p:spPr>
          <a:xfrm>
            <a:off x="9760930" y="19500753"/>
            <a:ext cx="1343791" cy="246954"/>
          </a:xfrm>
          <a:prstGeom prst="rect">
            <a:avLst/>
          </a:prstGeom>
        </p:spPr>
      </p:pic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B181DB33-7B66-AA63-FDA0-9802A500EA7F}"/>
              </a:ext>
            </a:extLst>
          </p:cNvPr>
          <p:cNvSpPr txBox="1"/>
          <p:nvPr/>
        </p:nvSpPr>
        <p:spPr>
          <a:xfrm>
            <a:off x="912807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25" name="Picture 524">
            <a:extLst>
              <a:ext uri="{FF2B5EF4-FFF2-40B4-BE49-F238E27FC236}">
                <a16:creationId xmlns:a16="http://schemas.microsoft.com/office/drawing/2014/main" id="{6FA40301-0267-3F55-0E2D-626AD1F25ED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3487491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26" name="Rounded Rectangle 525">
            <a:extLst>
              <a:ext uri="{FF2B5EF4-FFF2-40B4-BE49-F238E27FC236}">
                <a16:creationId xmlns:a16="http://schemas.microsoft.com/office/drawing/2014/main" id="{7D46295E-CAE1-784D-2EFC-32B436DFBD40}"/>
              </a:ext>
            </a:extLst>
          </p:cNvPr>
          <p:cNvSpPr/>
          <p:nvPr/>
        </p:nvSpPr>
        <p:spPr>
          <a:xfrm>
            <a:off x="3606955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Google Shape;114;p2">
            <a:extLst>
              <a:ext uri="{FF2B5EF4-FFF2-40B4-BE49-F238E27FC236}">
                <a16:creationId xmlns:a16="http://schemas.microsoft.com/office/drawing/2014/main" id="{6271E520-BBC2-FF77-D802-B41E46DBC057}"/>
              </a:ext>
            </a:extLst>
          </p:cNvPr>
          <p:cNvSpPr txBox="1"/>
          <p:nvPr/>
        </p:nvSpPr>
        <p:spPr>
          <a:xfrm>
            <a:off x="3620743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528" name="Google Shape;100;p2">
            <a:extLst>
              <a:ext uri="{FF2B5EF4-FFF2-40B4-BE49-F238E27FC236}">
                <a16:creationId xmlns:a16="http://schemas.microsoft.com/office/drawing/2014/main" id="{10D10C1C-6241-AA3F-5BB4-DB319333AFD4}"/>
              </a:ext>
            </a:extLst>
          </p:cNvPr>
          <p:cNvSpPr txBox="1"/>
          <p:nvPr/>
        </p:nvSpPr>
        <p:spPr>
          <a:xfrm>
            <a:off x="3620742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29" name="Google Shape;100;p2">
            <a:extLst>
              <a:ext uri="{FF2B5EF4-FFF2-40B4-BE49-F238E27FC236}">
                <a16:creationId xmlns:a16="http://schemas.microsoft.com/office/drawing/2014/main" id="{95ED1C21-8010-C5F7-CF7B-979FA0335005}"/>
              </a:ext>
            </a:extLst>
          </p:cNvPr>
          <p:cNvSpPr txBox="1"/>
          <p:nvPr/>
        </p:nvSpPr>
        <p:spPr>
          <a:xfrm>
            <a:off x="3620742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0" name="Picture 529">
            <a:extLst>
              <a:ext uri="{FF2B5EF4-FFF2-40B4-BE49-F238E27FC236}">
                <a16:creationId xmlns:a16="http://schemas.microsoft.com/office/drawing/2014/main" id="{71E54BD4-AC5B-4498-247F-CE1C4F193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6195430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31" name="Rounded Rectangle 530">
            <a:extLst>
              <a:ext uri="{FF2B5EF4-FFF2-40B4-BE49-F238E27FC236}">
                <a16:creationId xmlns:a16="http://schemas.microsoft.com/office/drawing/2014/main" id="{D4F50923-8CBA-79ED-1A1D-B1AF55E82154}"/>
              </a:ext>
            </a:extLst>
          </p:cNvPr>
          <p:cNvSpPr/>
          <p:nvPr/>
        </p:nvSpPr>
        <p:spPr>
          <a:xfrm>
            <a:off x="6314894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Google Shape;114;p2">
            <a:extLst>
              <a:ext uri="{FF2B5EF4-FFF2-40B4-BE49-F238E27FC236}">
                <a16:creationId xmlns:a16="http://schemas.microsoft.com/office/drawing/2014/main" id="{B0E092D1-020B-8180-5441-948F50986CE5}"/>
              </a:ext>
            </a:extLst>
          </p:cNvPr>
          <p:cNvSpPr txBox="1"/>
          <p:nvPr/>
        </p:nvSpPr>
        <p:spPr>
          <a:xfrm>
            <a:off x="6328682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533" name="Google Shape;100;p2">
            <a:extLst>
              <a:ext uri="{FF2B5EF4-FFF2-40B4-BE49-F238E27FC236}">
                <a16:creationId xmlns:a16="http://schemas.microsoft.com/office/drawing/2014/main" id="{4214BC8B-90DA-EFDA-2B31-14E9CC8AD2C6}"/>
              </a:ext>
            </a:extLst>
          </p:cNvPr>
          <p:cNvSpPr txBox="1"/>
          <p:nvPr/>
        </p:nvSpPr>
        <p:spPr>
          <a:xfrm>
            <a:off x="6328681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34" name="Google Shape;100;p2">
            <a:extLst>
              <a:ext uri="{FF2B5EF4-FFF2-40B4-BE49-F238E27FC236}">
                <a16:creationId xmlns:a16="http://schemas.microsoft.com/office/drawing/2014/main" id="{5C0C5C9C-94D3-677E-EE77-E5D75E16B957}"/>
              </a:ext>
            </a:extLst>
          </p:cNvPr>
          <p:cNvSpPr txBox="1"/>
          <p:nvPr/>
        </p:nvSpPr>
        <p:spPr>
          <a:xfrm>
            <a:off x="6328681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5" name="Picture 534">
            <a:extLst>
              <a:ext uri="{FF2B5EF4-FFF2-40B4-BE49-F238E27FC236}">
                <a16:creationId xmlns:a16="http://schemas.microsoft.com/office/drawing/2014/main" id="{D0779794-E391-7C9F-FCC1-2BB2E413568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8903368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36" name="Rounded Rectangle 535">
            <a:extLst>
              <a:ext uri="{FF2B5EF4-FFF2-40B4-BE49-F238E27FC236}">
                <a16:creationId xmlns:a16="http://schemas.microsoft.com/office/drawing/2014/main" id="{876FB643-B818-31FC-4F06-E71CF64621E2}"/>
              </a:ext>
            </a:extLst>
          </p:cNvPr>
          <p:cNvSpPr/>
          <p:nvPr/>
        </p:nvSpPr>
        <p:spPr>
          <a:xfrm>
            <a:off x="9022832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Google Shape;114;p2">
            <a:extLst>
              <a:ext uri="{FF2B5EF4-FFF2-40B4-BE49-F238E27FC236}">
                <a16:creationId xmlns:a16="http://schemas.microsoft.com/office/drawing/2014/main" id="{19C88954-9AF3-C6C5-83BF-26A2CCF68C27}"/>
              </a:ext>
            </a:extLst>
          </p:cNvPr>
          <p:cNvSpPr txBox="1"/>
          <p:nvPr/>
        </p:nvSpPr>
        <p:spPr>
          <a:xfrm>
            <a:off x="9036620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38" name="Google Shape;100;p2">
            <a:extLst>
              <a:ext uri="{FF2B5EF4-FFF2-40B4-BE49-F238E27FC236}">
                <a16:creationId xmlns:a16="http://schemas.microsoft.com/office/drawing/2014/main" id="{70FBBAA5-1232-00D4-47B7-69BB471B30A1}"/>
              </a:ext>
            </a:extLst>
          </p:cNvPr>
          <p:cNvSpPr txBox="1"/>
          <p:nvPr/>
        </p:nvSpPr>
        <p:spPr>
          <a:xfrm>
            <a:off x="9036619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39" name="Google Shape;100;p2">
            <a:extLst>
              <a:ext uri="{FF2B5EF4-FFF2-40B4-BE49-F238E27FC236}">
                <a16:creationId xmlns:a16="http://schemas.microsoft.com/office/drawing/2014/main" id="{A66BFFBD-71E9-3605-0BEC-1725E6A3678F}"/>
              </a:ext>
            </a:extLst>
          </p:cNvPr>
          <p:cNvSpPr txBox="1"/>
          <p:nvPr/>
        </p:nvSpPr>
        <p:spPr>
          <a:xfrm>
            <a:off x="9036619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FEFEEE1B-E914-8A14-85AA-7784B9207D31}"/>
              </a:ext>
            </a:extLst>
          </p:cNvPr>
          <p:cNvSpPr txBox="1"/>
          <p:nvPr/>
        </p:nvSpPr>
        <p:spPr>
          <a:xfrm>
            <a:off x="912808" y="19266521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3206</TotalTime>
  <Words>1082</Words>
  <Application>Microsoft Macintosh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Inter</vt:lpstr>
      <vt:lpstr>Aptos</vt:lpstr>
      <vt:lpstr>Calibri</vt:lpstr>
      <vt:lpstr>Inter SemiBold</vt:lpstr>
      <vt:lpstr>Calibri Light</vt:lpstr>
      <vt:lpstr>Poppins</vt:lpstr>
      <vt:lpstr>Inter Medium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73</cp:revision>
  <dcterms:created xsi:type="dcterms:W3CDTF">2025-02-28T16:34:04Z</dcterms:created>
  <dcterms:modified xsi:type="dcterms:W3CDTF">2026-05-07T12:14:18Z</dcterms:modified>
</cp:coreProperties>
</file>