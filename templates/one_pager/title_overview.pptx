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08803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71"/>
    <p:restoredTop sz="96846"/>
  </p:normalViewPr>
  <p:slideViewPr>
    <p:cSldViewPr snapToGrid="0">
      <p:cViewPr>
        <p:scale>
          <a:sx n="100" d="100"/>
          <a:sy n="100" d="100"/>
        </p:scale>
        <p:origin x="16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143000"/>
            <a:ext cx="1800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143000"/>
            <a:ext cx="1800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17234"/>
            <a:ext cx="9144000" cy="726946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967040"/>
            <a:ext cx="9144000" cy="504125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205605"/>
            <a:ext cx="10515600" cy="868566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3973432"/>
            <a:ext cx="10515600" cy="45675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558440"/>
            <a:ext cx="5181600" cy="132484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558440"/>
            <a:ext cx="5181600" cy="132484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11690"/>
            <a:ext cx="10515600" cy="4035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5118600"/>
            <a:ext cx="5157787" cy="25085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7627146"/>
            <a:ext cx="5157787" cy="112183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5118600"/>
            <a:ext cx="5183188" cy="25085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7627146"/>
            <a:ext cx="5183188" cy="112183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92028"/>
            <a:ext cx="3932237" cy="48720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006394"/>
            <a:ext cx="6172200" cy="1483861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264119"/>
            <a:ext cx="3932237" cy="116050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92028"/>
            <a:ext cx="3932237" cy="48720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006394"/>
            <a:ext cx="6172200" cy="1483861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264119"/>
            <a:ext cx="3932237" cy="116050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111689"/>
            <a:ext cx="2628900" cy="176951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111689"/>
            <a:ext cx="7734300" cy="176951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6"/>
            <a:ext cx="8231633" cy="17767934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1"/>
            <a:ext cx="4019883" cy="1237013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6" y="11498558"/>
            <a:ext cx="3339661" cy="9381838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11690"/>
            <a:ext cx="10515600" cy="403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558440"/>
            <a:ext cx="10515600" cy="13248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9353028"/>
            <a:ext cx="27432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9353028"/>
            <a:ext cx="41148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9353028"/>
            <a:ext cx="27432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15" y="397637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3" y="618715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0" y="641579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06" y="269241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15" y="336647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4" y="1748879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75" y="687623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472002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15" y="5487565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77" y="1459303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39223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980494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2" y="240019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3" y="1065651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55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57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59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1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4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4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4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1" y="1224843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1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1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1" y="1224843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1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1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2" y="1224843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2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2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643894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9" y="208114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05359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89" y="5487565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87623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75" y="715355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75" y="743088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75" y="770821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985536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15224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42824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3" y="7704257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98026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731343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1006525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39223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731343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1006525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4" y="1224843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4" y="14926388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0" y="1563177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1" y="1694308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1" y="1750706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96296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0" y="16609808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96296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96296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1" y="1697889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1" y="172576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1" y="1753642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68" y="1697568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68" y="172544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68" y="175332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48" y="1697889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48" y="172576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48" y="1753642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1" y="1697568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1" y="172544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1" y="175332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0999" y="1697889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0999" y="172576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0999" y="1753642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88" y="1697568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88" y="172544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88" y="175332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59" y="1630028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46" y="1629484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0998" y="1629652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96295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96295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59" y="18073268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59" y="1782385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59" y="1810262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66" y="1782064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66" y="180994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46" y="1782385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46" y="1810262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59" y="1782064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59" y="180994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0997" y="1782385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0997" y="1810262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86" y="1782064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86" y="180994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3194</TotalTime>
  <Words>606</Words>
  <Application>Microsoft Macintosh PowerPoint</Application>
  <PresentationFormat>Custom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67</cp:revision>
  <dcterms:created xsi:type="dcterms:W3CDTF">2025-02-28T16:34:04Z</dcterms:created>
  <dcterms:modified xsi:type="dcterms:W3CDTF">2026-05-07T11:47:43Z</dcterms:modified>
</cp:coreProperties>
</file>