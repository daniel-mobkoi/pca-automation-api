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91607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Medium" panose="02000503000000020004" pitchFamily="2" charset="0"/>
      <p:regular r:id="rId6"/>
      <p:italic r:id="rId7"/>
    </p:embeddedFont>
    <p:embeddedFont>
      <p:font typeface="Inter SemiBold" panose="02000503000000020004" pitchFamily="2" charset="0"/>
      <p:regular r:id="rId5"/>
      <p:bold r:id="rId5"/>
      <p:italic r:id="rId5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90" d="100"/>
          <a:sy n="90" d="100"/>
        </p:scale>
        <p:origin x="2136" y="-9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4475" y="1143000"/>
            <a:ext cx="12890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72386"/>
            <a:ext cx="9144000" cy="101522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316169"/>
            <a:ext cx="9144000" cy="70404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269961"/>
            <a:ext cx="10515600" cy="121300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514786"/>
            <a:ext cx="10515600" cy="63789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762717"/>
            <a:ext cx="5181600" cy="185022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762717"/>
            <a:ext cx="5181600" cy="185022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52545"/>
            <a:ext cx="10515600" cy="563640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148451"/>
            <a:ext cx="5157787" cy="3503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0651796"/>
            <a:ext cx="5157787" cy="1566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148451"/>
            <a:ext cx="5183188" cy="3503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651796"/>
            <a:ext cx="5183188" cy="1566717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44056"/>
            <a:ext cx="3932237" cy="68041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98621"/>
            <a:ext cx="6172200" cy="207230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748241"/>
            <a:ext cx="3932237" cy="16207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44056"/>
            <a:ext cx="3932237" cy="68041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98621"/>
            <a:ext cx="6172200" cy="2072306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748241"/>
            <a:ext cx="3932237" cy="16207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52546"/>
            <a:ext cx="2628900" cy="24712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552546"/>
            <a:ext cx="7734300" cy="2471242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9"/>
            <a:ext cx="8231633" cy="2481404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4"/>
            <a:ext cx="4019883" cy="17275679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1" y="16058468"/>
            <a:ext cx="3339661" cy="13102333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52545"/>
            <a:ext cx="10515600" cy="5636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62717"/>
            <a:ext cx="10515600" cy="18502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7027735"/>
            <a:ext cx="27432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7027735"/>
            <a:ext cx="41148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7027735"/>
            <a:ext cx="2743200" cy="15525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0" y="3648320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5859103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5" y="6087738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1" y="2364364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0" y="3038415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9" y="1420822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0" y="6548177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143945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0" y="5159508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2" y="1131246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06418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652437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7" y="2072136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10328458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0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2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4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6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0838907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9" y="10596006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9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9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6" y="1192038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6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6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6" y="11920385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6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6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7" y="11920380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7" y="12492842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7" y="12769227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315837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0" y="290918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88163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4" y="5159508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54817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0" y="682550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0" y="710282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0" y="738015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657479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682418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100192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8" y="7376200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652207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403286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73720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06418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403286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73720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9" y="11920385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9" y="14598336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5" y="15303715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6" y="1661503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6" y="1717900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5" y="1628175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634911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6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6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6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3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3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3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3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3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3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6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6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6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4" y="166508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4" y="169296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4" y="172083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3" y="1664762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3" y="1692638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3" y="1720515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4" y="15972228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1" y="1596678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3" y="1596846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63490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634901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4" y="1774521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4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4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1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1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1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1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4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4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2" y="174958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2" y="177745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1" y="1749259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1" y="1777135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E2DA7B4-7501-1BCC-1F6C-17828DF34F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680" b="23680"/>
          <a:stretch/>
        </p:blipFill>
        <p:spPr>
          <a:xfrm>
            <a:off x="779463" y="19903157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7A162C8-BE8B-9B0E-1086-D54951B5710A}"/>
              </a:ext>
            </a:extLst>
          </p:cNvPr>
          <p:cNvSpPr/>
          <p:nvPr/>
        </p:nvSpPr>
        <p:spPr>
          <a:xfrm>
            <a:off x="1136699" y="2059681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1A70D05-0309-36E0-FDFE-13C38974C4CF}"/>
              </a:ext>
            </a:extLst>
          </p:cNvPr>
          <p:cNvSpPr/>
          <p:nvPr/>
        </p:nvSpPr>
        <p:spPr>
          <a:xfrm>
            <a:off x="6418728" y="20591578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10;p2">
            <a:extLst>
              <a:ext uri="{FF2B5EF4-FFF2-40B4-BE49-F238E27FC236}">
                <a16:creationId xmlns:a16="http://schemas.microsoft.com/office/drawing/2014/main" id="{B0A08259-2A0E-9D04-CE8A-572ACC57B6EA}"/>
              </a:ext>
            </a:extLst>
          </p:cNvPr>
          <p:cNvSpPr txBox="1"/>
          <p:nvPr/>
        </p:nvSpPr>
        <p:spPr>
          <a:xfrm>
            <a:off x="1244917" y="20702174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b="1" spc="1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50" name="Picture 2" descr="logo-placeholder - Shop at RaceYa">
            <a:extLst>
              <a:ext uri="{FF2B5EF4-FFF2-40B4-BE49-F238E27FC236}">
                <a16:creationId xmlns:a16="http://schemas.microsoft.com/office/drawing/2014/main" id="{3AE4DCF6-52AA-010B-6545-2CD7D9A35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23" y="20737091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logo-placeholder - Shop at RaceYa">
            <a:extLst>
              <a:ext uri="{FF2B5EF4-FFF2-40B4-BE49-F238E27FC236}">
                <a16:creationId xmlns:a16="http://schemas.microsoft.com/office/drawing/2014/main" id="{1A721560-8751-F161-89D0-B17C299CB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50" y="20737091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ogo-placeholder - Shop at RaceYa">
            <a:extLst>
              <a:ext uri="{FF2B5EF4-FFF2-40B4-BE49-F238E27FC236}">
                <a16:creationId xmlns:a16="http://schemas.microsoft.com/office/drawing/2014/main" id="{E620D096-D288-1B5A-B7AA-CD1CEE2FE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76" y="2073250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114;p2">
            <a:extLst>
              <a:ext uri="{FF2B5EF4-FFF2-40B4-BE49-F238E27FC236}">
                <a16:creationId xmlns:a16="http://schemas.microsoft.com/office/drawing/2014/main" id="{1051C995-A8FC-4E88-F9F4-9066EEDD2AEC}"/>
              </a:ext>
            </a:extLst>
          </p:cNvPr>
          <p:cNvSpPr txBox="1"/>
          <p:nvPr/>
        </p:nvSpPr>
        <p:spPr>
          <a:xfrm>
            <a:off x="1247103" y="2242348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4" name="Google Shape;110;p2">
            <a:extLst>
              <a:ext uri="{FF2B5EF4-FFF2-40B4-BE49-F238E27FC236}">
                <a16:creationId xmlns:a16="http://schemas.microsoft.com/office/drawing/2014/main" id="{E090C9F1-8CFD-6277-FB5B-FCEDC38A964C}"/>
              </a:ext>
            </a:extLst>
          </p:cNvPr>
          <p:cNvSpPr txBox="1"/>
          <p:nvPr/>
        </p:nvSpPr>
        <p:spPr>
          <a:xfrm>
            <a:off x="1247103" y="2212762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AC1090C-A8E4-FC28-FDAB-F966714A4F44}"/>
              </a:ext>
            </a:extLst>
          </p:cNvPr>
          <p:cNvSpPr/>
          <p:nvPr/>
        </p:nvSpPr>
        <p:spPr>
          <a:xfrm>
            <a:off x="1136700" y="21839269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2385620-1205-6AFD-EB8D-D181DD4A98E6}"/>
              </a:ext>
            </a:extLst>
          </p:cNvPr>
          <p:cNvSpPr/>
          <p:nvPr/>
        </p:nvSpPr>
        <p:spPr>
          <a:xfrm>
            <a:off x="3790496" y="21839269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90C9136-5FD9-BA6A-1B12-CF3B9615C0F9}"/>
              </a:ext>
            </a:extLst>
          </p:cNvPr>
          <p:cNvSpPr/>
          <p:nvPr/>
        </p:nvSpPr>
        <p:spPr>
          <a:xfrm>
            <a:off x="6418728" y="21821032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05ED9CA-3FD9-E5D6-348F-AEA7C376C1FD}"/>
              </a:ext>
            </a:extLst>
          </p:cNvPr>
          <p:cNvSpPr/>
          <p:nvPr/>
        </p:nvSpPr>
        <p:spPr>
          <a:xfrm>
            <a:off x="9072524" y="21821032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114;p2">
            <a:extLst>
              <a:ext uri="{FF2B5EF4-FFF2-40B4-BE49-F238E27FC236}">
                <a16:creationId xmlns:a16="http://schemas.microsoft.com/office/drawing/2014/main" id="{11D6D7A7-FC50-2F2C-82DF-5729FF29C49E}"/>
              </a:ext>
            </a:extLst>
          </p:cNvPr>
          <p:cNvSpPr txBox="1"/>
          <p:nvPr/>
        </p:nvSpPr>
        <p:spPr>
          <a:xfrm>
            <a:off x="1142158" y="21481021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60" name="Google Shape;114;p2">
            <a:extLst>
              <a:ext uri="{FF2B5EF4-FFF2-40B4-BE49-F238E27FC236}">
                <a16:creationId xmlns:a16="http://schemas.microsoft.com/office/drawing/2014/main" id="{72683F1B-4689-87D0-D7ED-DB46F9F31050}"/>
              </a:ext>
            </a:extLst>
          </p:cNvPr>
          <p:cNvSpPr txBox="1"/>
          <p:nvPr/>
        </p:nvSpPr>
        <p:spPr>
          <a:xfrm>
            <a:off x="6418721" y="21475784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227D1633-899E-7BDE-867C-D127CA326DFE}"/>
              </a:ext>
            </a:extLst>
          </p:cNvPr>
          <p:cNvSpPr txBox="1"/>
          <p:nvPr/>
        </p:nvSpPr>
        <p:spPr>
          <a:xfrm>
            <a:off x="3790489" y="21510023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62" name="Google Shape;114;p2">
            <a:extLst>
              <a:ext uri="{FF2B5EF4-FFF2-40B4-BE49-F238E27FC236}">
                <a16:creationId xmlns:a16="http://schemas.microsoft.com/office/drawing/2014/main" id="{4BC059FC-FAC4-2757-C01A-153C42A371F4}"/>
              </a:ext>
            </a:extLst>
          </p:cNvPr>
          <p:cNvSpPr txBox="1"/>
          <p:nvPr/>
        </p:nvSpPr>
        <p:spPr>
          <a:xfrm>
            <a:off x="9061298" y="21484757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10667D5D-BAF1-F318-3711-DFC1365AB0DA}"/>
              </a:ext>
            </a:extLst>
          </p:cNvPr>
          <p:cNvSpPr txBox="1"/>
          <p:nvPr/>
        </p:nvSpPr>
        <p:spPr>
          <a:xfrm>
            <a:off x="1194849" y="22366012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448" name="Google Shape;100;p2">
            <a:extLst>
              <a:ext uri="{FF2B5EF4-FFF2-40B4-BE49-F238E27FC236}">
                <a16:creationId xmlns:a16="http://schemas.microsoft.com/office/drawing/2014/main" id="{4057A76E-12A3-C6C1-4D86-4F52AE4DB8AF}"/>
              </a:ext>
            </a:extLst>
          </p:cNvPr>
          <p:cNvSpPr txBox="1"/>
          <p:nvPr/>
        </p:nvSpPr>
        <p:spPr>
          <a:xfrm>
            <a:off x="6443625" y="22366012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449" name="Google Shape;100;p2">
            <a:extLst>
              <a:ext uri="{FF2B5EF4-FFF2-40B4-BE49-F238E27FC236}">
                <a16:creationId xmlns:a16="http://schemas.microsoft.com/office/drawing/2014/main" id="{5870D866-3F51-F4CF-C156-CCBAF1B863FE}"/>
              </a:ext>
            </a:extLst>
          </p:cNvPr>
          <p:cNvSpPr txBox="1"/>
          <p:nvPr/>
        </p:nvSpPr>
        <p:spPr>
          <a:xfrm>
            <a:off x="3843179" y="22366012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450" name="Google Shape;100;p2">
            <a:extLst>
              <a:ext uri="{FF2B5EF4-FFF2-40B4-BE49-F238E27FC236}">
                <a16:creationId xmlns:a16="http://schemas.microsoft.com/office/drawing/2014/main" id="{2072DA51-67D1-A892-8B34-ED126507D2F5}"/>
              </a:ext>
            </a:extLst>
          </p:cNvPr>
          <p:cNvSpPr txBox="1"/>
          <p:nvPr/>
        </p:nvSpPr>
        <p:spPr>
          <a:xfrm>
            <a:off x="9117962" y="22366012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451" name="Google Shape;110;p2">
            <a:extLst>
              <a:ext uri="{FF2B5EF4-FFF2-40B4-BE49-F238E27FC236}">
                <a16:creationId xmlns:a16="http://schemas.microsoft.com/office/drawing/2014/main" id="{27257C27-B328-E5C8-9956-4BA554F16F3F}"/>
              </a:ext>
            </a:extLst>
          </p:cNvPr>
          <p:cNvSpPr txBox="1"/>
          <p:nvPr/>
        </p:nvSpPr>
        <p:spPr>
          <a:xfrm>
            <a:off x="9117962" y="21949849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2" name="Google Shape;110;p2">
            <a:extLst>
              <a:ext uri="{FF2B5EF4-FFF2-40B4-BE49-F238E27FC236}">
                <a16:creationId xmlns:a16="http://schemas.microsoft.com/office/drawing/2014/main" id="{65345F3F-853D-B9DA-A7CB-3F6E86F6876B}"/>
              </a:ext>
            </a:extLst>
          </p:cNvPr>
          <p:cNvSpPr txBox="1"/>
          <p:nvPr/>
        </p:nvSpPr>
        <p:spPr>
          <a:xfrm>
            <a:off x="1194849" y="21949849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3" name="Google Shape;110;p2">
            <a:extLst>
              <a:ext uri="{FF2B5EF4-FFF2-40B4-BE49-F238E27FC236}">
                <a16:creationId xmlns:a16="http://schemas.microsoft.com/office/drawing/2014/main" id="{DA6CB8F3-AA0A-028C-0BA6-25D25F14D97F}"/>
              </a:ext>
            </a:extLst>
          </p:cNvPr>
          <p:cNvSpPr txBox="1"/>
          <p:nvPr/>
        </p:nvSpPr>
        <p:spPr>
          <a:xfrm>
            <a:off x="3839907" y="21949849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454" name="Google Shape;110;p2">
            <a:extLst>
              <a:ext uri="{FF2B5EF4-FFF2-40B4-BE49-F238E27FC236}">
                <a16:creationId xmlns:a16="http://schemas.microsoft.com/office/drawing/2014/main" id="{E4C227C8-8EFA-A1A5-50E4-0452B658ABF6}"/>
              </a:ext>
            </a:extLst>
          </p:cNvPr>
          <p:cNvSpPr txBox="1"/>
          <p:nvPr/>
        </p:nvSpPr>
        <p:spPr>
          <a:xfrm>
            <a:off x="6469550" y="21949849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455" name="Google Shape;114;p2">
            <a:extLst>
              <a:ext uri="{FF2B5EF4-FFF2-40B4-BE49-F238E27FC236}">
                <a16:creationId xmlns:a16="http://schemas.microsoft.com/office/drawing/2014/main" id="{23BA7693-8431-2453-C8BD-3A1098AA04F8}"/>
              </a:ext>
            </a:extLst>
          </p:cNvPr>
          <p:cNvSpPr txBox="1"/>
          <p:nvPr/>
        </p:nvSpPr>
        <p:spPr>
          <a:xfrm>
            <a:off x="1142150" y="20213122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456" name="Google Shape;114;p2">
            <a:extLst>
              <a:ext uri="{FF2B5EF4-FFF2-40B4-BE49-F238E27FC236}">
                <a16:creationId xmlns:a16="http://schemas.microsoft.com/office/drawing/2014/main" id="{D5D861DE-A841-C2E1-DEC7-F93193697B64}"/>
              </a:ext>
            </a:extLst>
          </p:cNvPr>
          <p:cNvSpPr txBox="1"/>
          <p:nvPr/>
        </p:nvSpPr>
        <p:spPr>
          <a:xfrm>
            <a:off x="6424187" y="20207885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F49D2F3-0E14-3688-2707-AB19905454C8}"/>
              </a:ext>
            </a:extLst>
          </p:cNvPr>
          <p:cNvSpPr txBox="1"/>
          <p:nvPr/>
        </p:nvSpPr>
        <p:spPr>
          <a:xfrm>
            <a:off x="912808" y="19151795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EE589B1E-4C7B-3EFD-4985-59B513DCD4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642" y="19370817"/>
            <a:ext cx="1089422" cy="277368"/>
          </a:xfrm>
          <a:prstGeom prst="rect">
            <a:avLst/>
          </a:prstGeom>
        </p:spPr>
      </p:pic>
      <p:pic>
        <p:nvPicPr>
          <p:cNvPr id="510" name="Picture 509">
            <a:extLst>
              <a:ext uri="{FF2B5EF4-FFF2-40B4-BE49-F238E27FC236}">
                <a16:creationId xmlns:a16="http://schemas.microsoft.com/office/drawing/2014/main" id="{718B4828-5F5E-2A7F-8516-F75849A99C1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779556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11" name="Rounded Rectangle 510">
            <a:extLst>
              <a:ext uri="{FF2B5EF4-FFF2-40B4-BE49-F238E27FC236}">
                <a16:creationId xmlns:a16="http://schemas.microsoft.com/office/drawing/2014/main" id="{3FF11715-5604-5D5D-DA51-BAF5E6B3B60A}"/>
              </a:ext>
            </a:extLst>
          </p:cNvPr>
          <p:cNvSpPr/>
          <p:nvPr/>
        </p:nvSpPr>
        <p:spPr>
          <a:xfrm>
            <a:off x="899020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Google Shape;114;p2">
            <a:extLst>
              <a:ext uri="{FF2B5EF4-FFF2-40B4-BE49-F238E27FC236}">
                <a16:creationId xmlns:a16="http://schemas.microsoft.com/office/drawing/2014/main" id="{10EFAA47-978C-FD5F-82B3-BA773F7F5DA1}"/>
              </a:ext>
            </a:extLst>
          </p:cNvPr>
          <p:cNvSpPr txBox="1"/>
          <p:nvPr/>
        </p:nvSpPr>
        <p:spPr>
          <a:xfrm>
            <a:off x="912808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385" name="Google Shape;100;p2">
            <a:extLst>
              <a:ext uri="{FF2B5EF4-FFF2-40B4-BE49-F238E27FC236}">
                <a16:creationId xmlns:a16="http://schemas.microsoft.com/office/drawing/2014/main" id="{CF7843C8-5AEB-5823-C9C4-596C1DD402E5}"/>
              </a:ext>
            </a:extLst>
          </p:cNvPr>
          <p:cNvSpPr txBox="1"/>
          <p:nvPr/>
        </p:nvSpPr>
        <p:spPr>
          <a:xfrm>
            <a:off x="912807" y="25133086"/>
            <a:ext cx="22537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7D42F18-7C53-B0A7-75C8-1BAA91AF892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804" t="34429" r="10565" b="33342"/>
          <a:stretch>
            <a:fillRect/>
          </a:stretch>
        </p:blipFill>
        <p:spPr>
          <a:xfrm>
            <a:off x="9760929" y="23941012"/>
            <a:ext cx="1343791" cy="246954"/>
          </a:xfrm>
          <a:prstGeom prst="rect">
            <a:avLst/>
          </a:prstGeom>
        </p:spPr>
      </p:pic>
      <p:sp>
        <p:nvSpPr>
          <p:cNvPr id="387" name="Google Shape;100;p2">
            <a:extLst>
              <a:ext uri="{FF2B5EF4-FFF2-40B4-BE49-F238E27FC236}">
                <a16:creationId xmlns:a16="http://schemas.microsoft.com/office/drawing/2014/main" id="{5E46BF57-CB6E-58AA-3CDA-E5DEF309C7B7}"/>
              </a:ext>
            </a:extLst>
          </p:cNvPr>
          <p:cNvSpPr txBox="1"/>
          <p:nvPr/>
        </p:nvSpPr>
        <p:spPr>
          <a:xfrm>
            <a:off x="912807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388" name="Picture 387">
            <a:extLst>
              <a:ext uri="{FF2B5EF4-FFF2-40B4-BE49-F238E27FC236}">
                <a16:creationId xmlns:a16="http://schemas.microsoft.com/office/drawing/2014/main" id="{4DD0282D-2086-E640-CCE1-7B0336257AD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3487491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389" name="Rounded Rectangle 388">
            <a:extLst>
              <a:ext uri="{FF2B5EF4-FFF2-40B4-BE49-F238E27FC236}">
                <a16:creationId xmlns:a16="http://schemas.microsoft.com/office/drawing/2014/main" id="{59C8DC76-1FF2-B575-9C4D-6FE007F5CA86}"/>
              </a:ext>
            </a:extLst>
          </p:cNvPr>
          <p:cNvSpPr/>
          <p:nvPr/>
        </p:nvSpPr>
        <p:spPr>
          <a:xfrm>
            <a:off x="3606955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Google Shape;114;p2">
            <a:extLst>
              <a:ext uri="{FF2B5EF4-FFF2-40B4-BE49-F238E27FC236}">
                <a16:creationId xmlns:a16="http://schemas.microsoft.com/office/drawing/2014/main" id="{0670B4A9-6FF0-6A0D-27F8-B0506A4217DE}"/>
              </a:ext>
            </a:extLst>
          </p:cNvPr>
          <p:cNvSpPr txBox="1"/>
          <p:nvPr/>
        </p:nvSpPr>
        <p:spPr>
          <a:xfrm>
            <a:off x="3620743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391" name="Google Shape;100;p2">
            <a:extLst>
              <a:ext uri="{FF2B5EF4-FFF2-40B4-BE49-F238E27FC236}">
                <a16:creationId xmlns:a16="http://schemas.microsoft.com/office/drawing/2014/main" id="{066CA322-3F6C-42A7-0E81-093E1D0956C0}"/>
              </a:ext>
            </a:extLst>
          </p:cNvPr>
          <p:cNvSpPr txBox="1"/>
          <p:nvPr/>
        </p:nvSpPr>
        <p:spPr>
          <a:xfrm>
            <a:off x="3620742" y="25133086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06" name="Google Shape;100;p2">
            <a:extLst>
              <a:ext uri="{FF2B5EF4-FFF2-40B4-BE49-F238E27FC236}">
                <a16:creationId xmlns:a16="http://schemas.microsoft.com/office/drawing/2014/main" id="{57A66C87-1A32-A88D-4665-470DFE1A6FFC}"/>
              </a:ext>
            </a:extLst>
          </p:cNvPr>
          <p:cNvSpPr txBox="1"/>
          <p:nvPr/>
        </p:nvSpPr>
        <p:spPr>
          <a:xfrm>
            <a:off x="3620742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07" name="Picture 406">
            <a:extLst>
              <a:ext uri="{FF2B5EF4-FFF2-40B4-BE49-F238E27FC236}">
                <a16:creationId xmlns:a16="http://schemas.microsoft.com/office/drawing/2014/main" id="{9BC21BCB-4BC3-DDDC-3427-296641E2B38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6195430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30" name="Rounded Rectangle 429">
            <a:extLst>
              <a:ext uri="{FF2B5EF4-FFF2-40B4-BE49-F238E27FC236}">
                <a16:creationId xmlns:a16="http://schemas.microsoft.com/office/drawing/2014/main" id="{107101A8-DD1F-F458-DBCE-BAB7FF395B15}"/>
              </a:ext>
            </a:extLst>
          </p:cNvPr>
          <p:cNvSpPr/>
          <p:nvPr/>
        </p:nvSpPr>
        <p:spPr>
          <a:xfrm>
            <a:off x="6314894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Google Shape;114;p2">
            <a:extLst>
              <a:ext uri="{FF2B5EF4-FFF2-40B4-BE49-F238E27FC236}">
                <a16:creationId xmlns:a16="http://schemas.microsoft.com/office/drawing/2014/main" id="{F8481AD5-6075-6958-D845-020BC4BA5406}"/>
              </a:ext>
            </a:extLst>
          </p:cNvPr>
          <p:cNvSpPr txBox="1"/>
          <p:nvPr/>
        </p:nvSpPr>
        <p:spPr>
          <a:xfrm>
            <a:off x="6328682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434" name="Google Shape;100;p2">
            <a:extLst>
              <a:ext uri="{FF2B5EF4-FFF2-40B4-BE49-F238E27FC236}">
                <a16:creationId xmlns:a16="http://schemas.microsoft.com/office/drawing/2014/main" id="{1B4A6EDD-0462-B214-6FCF-547815CB06E6}"/>
              </a:ext>
            </a:extLst>
          </p:cNvPr>
          <p:cNvSpPr txBox="1"/>
          <p:nvPr/>
        </p:nvSpPr>
        <p:spPr>
          <a:xfrm>
            <a:off x="6328681" y="25133086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35" name="Google Shape;100;p2">
            <a:extLst>
              <a:ext uri="{FF2B5EF4-FFF2-40B4-BE49-F238E27FC236}">
                <a16:creationId xmlns:a16="http://schemas.microsoft.com/office/drawing/2014/main" id="{17B897D7-B75A-360D-5E9F-F72A347E31C0}"/>
              </a:ext>
            </a:extLst>
          </p:cNvPr>
          <p:cNvSpPr txBox="1"/>
          <p:nvPr/>
        </p:nvSpPr>
        <p:spPr>
          <a:xfrm>
            <a:off x="6328681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F0E940D7-C178-3292-ADFE-357EF3DB6F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837" r="60491"/>
          <a:stretch>
            <a:fillRect/>
          </a:stretch>
        </p:blipFill>
        <p:spPr>
          <a:xfrm>
            <a:off x="8903368" y="2448593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32C385CC-7824-64B3-FD3A-0DFE17366995}"/>
              </a:ext>
            </a:extLst>
          </p:cNvPr>
          <p:cNvSpPr/>
          <p:nvPr/>
        </p:nvSpPr>
        <p:spPr>
          <a:xfrm>
            <a:off x="9022832" y="26479568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Google Shape;114;p2">
            <a:extLst>
              <a:ext uri="{FF2B5EF4-FFF2-40B4-BE49-F238E27FC236}">
                <a16:creationId xmlns:a16="http://schemas.microsoft.com/office/drawing/2014/main" id="{DE6EA0B4-0BAD-515F-4A1A-DC028D81E834}"/>
              </a:ext>
            </a:extLst>
          </p:cNvPr>
          <p:cNvSpPr txBox="1"/>
          <p:nvPr/>
        </p:nvSpPr>
        <p:spPr>
          <a:xfrm>
            <a:off x="9036620" y="2474788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439" name="Google Shape;100;p2">
            <a:extLst>
              <a:ext uri="{FF2B5EF4-FFF2-40B4-BE49-F238E27FC236}">
                <a16:creationId xmlns:a16="http://schemas.microsoft.com/office/drawing/2014/main" id="{66EC21CA-5BFD-FD12-126E-4E26123F3718}"/>
              </a:ext>
            </a:extLst>
          </p:cNvPr>
          <p:cNvSpPr txBox="1"/>
          <p:nvPr/>
        </p:nvSpPr>
        <p:spPr>
          <a:xfrm>
            <a:off x="9036619" y="25133086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40" name="Google Shape;100;p2">
            <a:extLst>
              <a:ext uri="{FF2B5EF4-FFF2-40B4-BE49-F238E27FC236}">
                <a16:creationId xmlns:a16="http://schemas.microsoft.com/office/drawing/2014/main" id="{CB4EB1BD-F126-8443-6629-71674C632A5A}"/>
              </a:ext>
            </a:extLst>
          </p:cNvPr>
          <p:cNvSpPr txBox="1"/>
          <p:nvPr/>
        </p:nvSpPr>
        <p:spPr>
          <a:xfrm>
            <a:off x="9036619" y="2654256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52F14DED-2A3A-15FB-959E-A74262472E17}"/>
              </a:ext>
            </a:extLst>
          </p:cNvPr>
          <p:cNvSpPr txBox="1"/>
          <p:nvPr/>
        </p:nvSpPr>
        <p:spPr>
          <a:xfrm>
            <a:off x="912808" y="23706779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3202</TotalTime>
  <Words>1031</Words>
  <Application>Microsoft Macintosh PowerPoint</Application>
  <PresentationFormat>Custom</PresentationFormat>
  <Paragraphs>116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Inter Medium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70</cp:revision>
  <dcterms:created xsi:type="dcterms:W3CDTF">2025-02-28T16:34:04Z</dcterms:created>
  <dcterms:modified xsi:type="dcterms:W3CDTF">2026-05-07T12:05:43Z</dcterms:modified>
</cp:coreProperties>
</file>