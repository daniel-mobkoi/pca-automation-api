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2402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 varScale="1">
        <p:scale>
          <a:sx n="36" d="100"/>
          <a:sy n="36" d="100"/>
        </p:scale>
        <p:origin x="27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49055"/>
            <a:ext cx="9144000" cy="105281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83157"/>
            <a:ext cx="9144000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539087"/>
            <a:ext cx="10515600" cy="125791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237202"/>
            <a:ext cx="10515600" cy="66150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0019"/>
            <a:ext cx="10515600" cy="5845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413079"/>
            <a:ext cx="5157787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046114"/>
            <a:ext cx="5157787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413079"/>
            <a:ext cx="5183188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046114"/>
            <a:ext cx="5183188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354049"/>
            <a:ext cx="6172200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354049"/>
            <a:ext cx="6172200" cy="2149020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10020"/>
            <a:ext cx="2628900" cy="2562724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10020"/>
            <a:ext cx="7734300" cy="2562724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5732638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5"/>
            <a:ext cx="4019883" cy="1791520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2" y="16652935"/>
            <a:ext cx="3339661" cy="13587367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10019"/>
            <a:ext cx="10515600" cy="5845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050085"/>
            <a:ext cx="10515600" cy="19187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028272"/>
            <a:ext cx="41148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1" y="3839728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6050511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6" y="6279146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2" y="2555772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1" y="32298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0" y="161222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1" y="673958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535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1" y="535091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3" y="132265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558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384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8" y="226354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10519866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1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3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5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7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0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0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0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7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7" y="12111793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8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8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8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0724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" y="301713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98958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5" y="535091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3958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1" y="701690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1" y="729423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1" y="757156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4888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559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159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9" y="756760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361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469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2860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558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469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2860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0" y="12111793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0" y="14789744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6" y="1549512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7" y="1680643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7" y="1737041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6" y="16473158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7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7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7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4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4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4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7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7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7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5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5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5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5" y="1616363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2" y="1615819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4" y="1615987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5" y="1793661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5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5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2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2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5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5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3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3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F3D75E32-9798-FE28-57AC-7C95B8772D89}"/>
              </a:ext>
            </a:extLst>
          </p:cNvPr>
          <p:cNvSpPr txBox="1"/>
          <p:nvPr/>
        </p:nvSpPr>
        <p:spPr>
          <a:xfrm>
            <a:off x="912810" y="25995996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2" name="Google Shape;100;p2">
            <a:extLst>
              <a:ext uri="{FF2B5EF4-FFF2-40B4-BE49-F238E27FC236}">
                <a16:creationId xmlns:a16="http://schemas.microsoft.com/office/drawing/2014/main" id="{8D86D7CB-3DC0-8674-917C-4609CFE208B8}"/>
              </a:ext>
            </a:extLst>
          </p:cNvPr>
          <p:cNvSpPr txBox="1"/>
          <p:nvPr/>
        </p:nvSpPr>
        <p:spPr>
          <a:xfrm>
            <a:off x="912807" y="25741156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1DFADE60-3F21-B6A5-EB86-672B652A4455}"/>
              </a:ext>
            </a:extLst>
          </p:cNvPr>
          <p:cNvSpPr txBox="1"/>
          <p:nvPr/>
        </p:nvSpPr>
        <p:spPr>
          <a:xfrm>
            <a:off x="912810" y="26923822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67405D51-EC23-562D-80E8-4A9C7DDAD694}"/>
              </a:ext>
            </a:extLst>
          </p:cNvPr>
          <p:cNvSpPr txBox="1"/>
          <p:nvPr/>
        </p:nvSpPr>
        <p:spPr>
          <a:xfrm>
            <a:off x="912807" y="26668573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26C7AF43-7882-C420-05C0-5BB0FC380B7B}"/>
              </a:ext>
            </a:extLst>
          </p:cNvPr>
          <p:cNvSpPr txBox="1"/>
          <p:nvPr/>
        </p:nvSpPr>
        <p:spPr>
          <a:xfrm>
            <a:off x="912810" y="28036314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26" name="Google Shape;100;p2">
            <a:extLst>
              <a:ext uri="{FF2B5EF4-FFF2-40B4-BE49-F238E27FC236}">
                <a16:creationId xmlns:a16="http://schemas.microsoft.com/office/drawing/2014/main" id="{6ACDBE16-8580-A980-18C5-69612E3EA460}"/>
              </a:ext>
            </a:extLst>
          </p:cNvPr>
          <p:cNvSpPr txBox="1"/>
          <p:nvPr/>
        </p:nvSpPr>
        <p:spPr>
          <a:xfrm>
            <a:off x="912807" y="27774744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682659B8-0F72-1137-B294-E948A9FD9843}"/>
              </a:ext>
            </a:extLst>
          </p:cNvPr>
          <p:cNvSpPr txBox="1"/>
          <p:nvPr/>
        </p:nvSpPr>
        <p:spPr>
          <a:xfrm>
            <a:off x="912811" y="24550681"/>
            <a:ext cx="3319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pic>
        <p:nvPicPr>
          <p:cNvPr id="528" name="Picture 527">
            <a:extLst>
              <a:ext uri="{FF2B5EF4-FFF2-40B4-BE49-F238E27FC236}">
                <a16:creationId xmlns:a16="http://schemas.microsoft.com/office/drawing/2014/main" id="{82ACFAEA-12D7-9E88-2DBA-F3351964769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23921906"/>
            <a:ext cx="2623452" cy="5386556"/>
          </a:xfrm>
          <a:prstGeom prst="rect">
            <a:avLst/>
          </a:prstGeom>
        </p:spPr>
      </p:pic>
      <p:pic>
        <p:nvPicPr>
          <p:cNvPr id="459" name="Picture 458">
            <a:extLst>
              <a:ext uri="{FF2B5EF4-FFF2-40B4-BE49-F238E27FC236}">
                <a16:creationId xmlns:a16="http://schemas.microsoft.com/office/drawing/2014/main" id="{51A75845-EFC5-5FBF-39D5-0B9393608E8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3981" b="23981"/>
          <a:stretch/>
        </p:blipFill>
        <p:spPr>
          <a:xfrm>
            <a:off x="779459" y="2011875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60" name="Rounded Rectangle 459">
            <a:extLst>
              <a:ext uri="{FF2B5EF4-FFF2-40B4-BE49-F238E27FC236}">
                <a16:creationId xmlns:a16="http://schemas.microsoft.com/office/drawing/2014/main" id="{BFF1EE7E-9E6D-FEAF-ECD1-594786AA07C3}"/>
              </a:ext>
            </a:extLst>
          </p:cNvPr>
          <p:cNvSpPr/>
          <p:nvPr/>
        </p:nvSpPr>
        <p:spPr>
          <a:xfrm>
            <a:off x="1136695" y="20965061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1" name="Graphic 460">
            <a:extLst>
              <a:ext uri="{FF2B5EF4-FFF2-40B4-BE49-F238E27FC236}">
                <a16:creationId xmlns:a16="http://schemas.microsoft.com/office/drawing/2014/main" id="{1770793E-E171-7DE5-696F-7E0CF64A1C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34312" y="19517220"/>
            <a:ext cx="1908894" cy="296653"/>
          </a:xfrm>
          <a:prstGeom prst="rect">
            <a:avLst/>
          </a:prstGeom>
        </p:spPr>
      </p:pic>
      <p:sp>
        <p:nvSpPr>
          <p:cNvPr id="462" name="Google Shape;114;p2">
            <a:extLst>
              <a:ext uri="{FF2B5EF4-FFF2-40B4-BE49-F238E27FC236}">
                <a16:creationId xmlns:a16="http://schemas.microsoft.com/office/drawing/2014/main" id="{14814CB8-0A82-FCB3-F743-915DD4462086}"/>
              </a:ext>
            </a:extLst>
          </p:cNvPr>
          <p:cNvSpPr txBox="1"/>
          <p:nvPr/>
        </p:nvSpPr>
        <p:spPr>
          <a:xfrm>
            <a:off x="1142154" y="20581368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Attribution</a:t>
            </a:r>
          </a:p>
        </p:txBody>
      </p:sp>
      <p:sp>
        <p:nvSpPr>
          <p:cNvPr id="463" name="Google Shape;110;p2">
            <a:extLst>
              <a:ext uri="{FF2B5EF4-FFF2-40B4-BE49-F238E27FC236}">
                <a16:creationId xmlns:a16="http://schemas.microsoft.com/office/drawing/2014/main" id="{FD373482-1DF5-028D-1462-AD9984AF3BF4}"/>
              </a:ext>
            </a:extLst>
          </p:cNvPr>
          <p:cNvSpPr txBox="1"/>
          <p:nvPr/>
        </p:nvSpPr>
        <p:spPr>
          <a:xfrm>
            <a:off x="3468625" y="20461546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4" name="Google Shape;114;p2">
            <a:extLst>
              <a:ext uri="{FF2B5EF4-FFF2-40B4-BE49-F238E27FC236}">
                <a16:creationId xmlns:a16="http://schemas.microsoft.com/office/drawing/2014/main" id="{893213E6-F068-BAF3-4BFF-5DE427CCAF11}"/>
              </a:ext>
            </a:extLst>
          </p:cNvPr>
          <p:cNvSpPr txBox="1"/>
          <p:nvPr/>
        </p:nvSpPr>
        <p:spPr>
          <a:xfrm>
            <a:off x="1247099" y="21329173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5" name="Google Shape;100;p2">
            <a:extLst>
              <a:ext uri="{FF2B5EF4-FFF2-40B4-BE49-F238E27FC236}">
                <a16:creationId xmlns:a16="http://schemas.microsoft.com/office/drawing/2014/main" id="{A096B45B-6CB2-8FF5-F42B-EF66042A1C79}"/>
              </a:ext>
            </a:extLst>
          </p:cNvPr>
          <p:cNvSpPr txBox="1"/>
          <p:nvPr/>
        </p:nvSpPr>
        <p:spPr>
          <a:xfrm>
            <a:off x="1142154" y="20434282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Creative Diagnosis</a:t>
            </a:r>
          </a:p>
        </p:txBody>
      </p:sp>
      <p:sp>
        <p:nvSpPr>
          <p:cNvPr id="466" name="Google Shape;114;p2">
            <a:extLst>
              <a:ext uri="{FF2B5EF4-FFF2-40B4-BE49-F238E27FC236}">
                <a16:creationId xmlns:a16="http://schemas.microsoft.com/office/drawing/2014/main" id="{C650C546-FC46-0E65-0B0D-20373C54C474}"/>
              </a:ext>
            </a:extLst>
          </p:cNvPr>
          <p:cNvSpPr txBox="1"/>
          <p:nvPr/>
        </p:nvSpPr>
        <p:spPr>
          <a:xfrm>
            <a:off x="3596458" y="21329173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67" name="Google Shape;110;p2">
            <a:extLst>
              <a:ext uri="{FF2B5EF4-FFF2-40B4-BE49-F238E27FC236}">
                <a16:creationId xmlns:a16="http://schemas.microsoft.com/office/drawing/2014/main" id="{D7DA38FF-F6AB-5886-A817-CB762FCDC095}"/>
              </a:ext>
            </a:extLst>
          </p:cNvPr>
          <p:cNvSpPr txBox="1"/>
          <p:nvPr/>
        </p:nvSpPr>
        <p:spPr>
          <a:xfrm>
            <a:off x="1247099" y="2103330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8" name="Google Shape;110;p2">
            <a:extLst>
              <a:ext uri="{FF2B5EF4-FFF2-40B4-BE49-F238E27FC236}">
                <a16:creationId xmlns:a16="http://schemas.microsoft.com/office/drawing/2014/main" id="{23FD537A-CC31-C0E4-D6FC-05CCD97A0FEA}"/>
              </a:ext>
            </a:extLst>
          </p:cNvPr>
          <p:cNvSpPr txBox="1"/>
          <p:nvPr/>
        </p:nvSpPr>
        <p:spPr>
          <a:xfrm>
            <a:off x="3596458" y="21032866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14D07010-FAC1-2574-C86E-F3F7B2EE13E9}"/>
              </a:ext>
            </a:extLst>
          </p:cNvPr>
          <p:cNvSpPr/>
          <p:nvPr/>
        </p:nvSpPr>
        <p:spPr>
          <a:xfrm>
            <a:off x="6418724" y="20959824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Google Shape;114;p2">
            <a:extLst>
              <a:ext uri="{FF2B5EF4-FFF2-40B4-BE49-F238E27FC236}">
                <a16:creationId xmlns:a16="http://schemas.microsoft.com/office/drawing/2014/main" id="{2CE0633D-AE9F-FB52-FEB8-A74603EB1A7F}"/>
              </a:ext>
            </a:extLst>
          </p:cNvPr>
          <p:cNvSpPr txBox="1"/>
          <p:nvPr/>
        </p:nvSpPr>
        <p:spPr>
          <a:xfrm>
            <a:off x="6424183" y="20576131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Consideration</a:t>
            </a:r>
          </a:p>
        </p:txBody>
      </p:sp>
      <p:sp>
        <p:nvSpPr>
          <p:cNvPr id="471" name="Google Shape;110;p2">
            <a:extLst>
              <a:ext uri="{FF2B5EF4-FFF2-40B4-BE49-F238E27FC236}">
                <a16:creationId xmlns:a16="http://schemas.microsoft.com/office/drawing/2014/main" id="{42E06B49-094D-6B80-20EE-1BBC330579F9}"/>
              </a:ext>
            </a:extLst>
          </p:cNvPr>
          <p:cNvSpPr txBox="1"/>
          <p:nvPr/>
        </p:nvSpPr>
        <p:spPr>
          <a:xfrm>
            <a:off x="8750654" y="20456309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72" name="Google Shape;114;p2">
            <a:extLst>
              <a:ext uri="{FF2B5EF4-FFF2-40B4-BE49-F238E27FC236}">
                <a16:creationId xmlns:a16="http://schemas.microsoft.com/office/drawing/2014/main" id="{25BC5FE4-55A3-4CD0-D8FB-276EE9BBEEEC}"/>
              </a:ext>
            </a:extLst>
          </p:cNvPr>
          <p:cNvSpPr txBox="1"/>
          <p:nvPr/>
        </p:nvSpPr>
        <p:spPr>
          <a:xfrm>
            <a:off x="6529128" y="2132393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3" name="Google Shape;100;p2">
            <a:extLst>
              <a:ext uri="{FF2B5EF4-FFF2-40B4-BE49-F238E27FC236}">
                <a16:creationId xmlns:a16="http://schemas.microsoft.com/office/drawing/2014/main" id="{27F86361-AB0A-851C-18F2-432692178414}"/>
              </a:ext>
            </a:extLst>
          </p:cNvPr>
          <p:cNvSpPr txBox="1"/>
          <p:nvPr/>
        </p:nvSpPr>
        <p:spPr>
          <a:xfrm>
            <a:off x="6424183" y="20429045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74" name="Google Shape;114;p2">
            <a:extLst>
              <a:ext uri="{FF2B5EF4-FFF2-40B4-BE49-F238E27FC236}">
                <a16:creationId xmlns:a16="http://schemas.microsoft.com/office/drawing/2014/main" id="{73C725DA-6CF1-112A-C738-A29DB17ACDB7}"/>
              </a:ext>
            </a:extLst>
          </p:cNvPr>
          <p:cNvSpPr txBox="1"/>
          <p:nvPr/>
        </p:nvSpPr>
        <p:spPr>
          <a:xfrm>
            <a:off x="8878487" y="2132393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75" name="Google Shape;110;p2">
            <a:extLst>
              <a:ext uri="{FF2B5EF4-FFF2-40B4-BE49-F238E27FC236}">
                <a16:creationId xmlns:a16="http://schemas.microsoft.com/office/drawing/2014/main" id="{A74B77FB-E627-8878-EACF-2DE965695712}"/>
              </a:ext>
            </a:extLst>
          </p:cNvPr>
          <p:cNvSpPr txBox="1"/>
          <p:nvPr/>
        </p:nvSpPr>
        <p:spPr>
          <a:xfrm>
            <a:off x="6529128" y="21028072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2" name="Google Shape;110;p2">
            <a:extLst>
              <a:ext uri="{FF2B5EF4-FFF2-40B4-BE49-F238E27FC236}">
                <a16:creationId xmlns:a16="http://schemas.microsoft.com/office/drawing/2014/main" id="{08CF1805-6B03-0C1A-001E-779E993D829A}"/>
              </a:ext>
            </a:extLst>
          </p:cNvPr>
          <p:cNvSpPr txBox="1"/>
          <p:nvPr/>
        </p:nvSpPr>
        <p:spPr>
          <a:xfrm>
            <a:off x="8878487" y="21027629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3" name="Rounded Rectangle 492">
            <a:extLst>
              <a:ext uri="{FF2B5EF4-FFF2-40B4-BE49-F238E27FC236}">
                <a16:creationId xmlns:a16="http://schemas.microsoft.com/office/drawing/2014/main" id="{D7F19263-2995-9359-D260-87C0BBBA0B0A}"/>
              </a:ext>
            </a:extLst>
          </p:cNvPr>
          <p:cNvSpPr/>
          <p:nvPr/>
        </p:nvSpPr>
        <p:spPr>
          <a:xfrm>
            <a:off x="1136695" y="22305346"/>
            <a:ext cx="4578439" cy="685982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Google Shape;114;p2">
            <a:extLst>
              <a:ext uri="{FF2B5EF4-FFF2-40B4-BE49-F238E27FC236}">
                <a16:creationId xmlns:a16="http://schemas.microsoft.com/office/drawing/2014/main" id="{646D3262-6705-210C-9A72-C5FCC1A057DB}"/>
              </a:ext>
            </a:extLst>
          </p:cNvPr>
          <p:cNvSpPr txBox="1"/>
          <p:nvPr/>
        </p:nvSpPr>
        <p:spPr>
          <a:xfrm>
            <a:off x="1142154" y="21921653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Familiarity</a:t>
            </a:r>
          </a:p>
        </p:txBody>
      </p:sp>
      <p:sp>
        <p:nvSpPr>
          <p:cNvPr id="495" name="Google Shape;110;p2">
            <a:extLst>
              <a:ext uri="{FF2B5EF4-FFF2-40B4-BE49-F238E27FC236}">
                <a16:creationId xmlns:a16="http://schemas.microsoft.com/office/drawing/2014/main" id="{48EF05DF-AD19-C369-FA72-89A411364E94}"/>
              </a:ext>
            </a:extLst>
          </p:cNvPr>
          <p:cNvSpPr txBox="1"/>
          <p:nvPr/>
        </p:nvSpPr>
        <p:spPr>
          <a:xfrm>
            <a:off x="3468625" y="21801831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96" name="Google Shape;114;p2">
            <a:extLst>
              <a:ext uri="{FF2B5EF4-FFF2-40B4-BE49-F238E27FC236}">
                <a16:creationId xmlns:a16="http://schemas.microsoft.com/office/drawing/2014/main" id="{2046B89E-1F38-B493-E6BD-2BBE791171AD}"/>
              </a:ext>
            </a:extLst>
          </p:cNvPr>
          <p:cNvSpPr txBox="1"/>
          <p:nvPr/>
        </p:nvSpPr>
        <p:spPr>
          <a:xfrm>
            <a:off x="1247099" y="2266945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7" name="Google Shape;100;p2">
            <a:extLst>
              <a:ext uri="{FF2B5EF4-FFF2-40B4-BE49-F238E27FC236}">
                <a16:creationId xmlns:a16="http://schemas.microsoft.com/office/drawing/2014/main" id="{E4E0764F-DF36-BF10-FB4B-37DF745D5CCE}"/>
              </a:ext>
            </a:extLst>
          </p:cNvPr>
          <p:cNvSpPr txBox="1"/>
          <p:nvPr/>
        </p:nvSpPr>
        <p:spPr>
          <a:xfrm>
            <a:off x="1142154" y="21774567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498" name="Google Shape;114;p2">
            <a:extLst>
              <a:ext uri="{FF2B5EF4-FFF2-40B4-BE49-F238E27FC236}">
                <a16:creationId xmlns:a16="http://schemas.microsoft.com/office/drawing/2014/main" id="{09EFE64F-09C6-0991-5825-D20C595CFEF5}"/>
              </a:ext>
            </a:extLst>
          </p:cNvPr>
          <p:cNvSpPr txBox="1"/>
          <p:nvPr/>
        </p:nvSpPr>
        <p:spPr>
          <a:xfrm>
            <a:off x="3596458" y="22669458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499" name="Google Shape;110;p2">
            <a:extLst>
              <a:ext uri="{FF2B5EF4-FFF2-40B4-BE49-F238E27FC236}">
                <a16:creationId xmlns:a16="http://schemas.microsoft.com/office/drawing/2014/main" id="{76E020A5-B2F6-0072-459E-77E23FD40AF1}"/>
              </a:ext>
            </a:extLst>
          </p:cNvPr>
          <p:cNvSpPr txBox="1"/>
          <p:nvPr/>
        </p:nvSpPr>
        <p:spPr>
          <a:xfrm>
            <a:off x="1247099" y="2237359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0" name="Google Shape;110;p2">
            <a:extLst>
              <a:ext uri="{FF2B5EF4-FFF2-40B4-BE49-F238E27FC236}">
                <a16:creationId xmlns:a16="http://schemas.microsoft.com/office/drawing/2014/main" id="{FB241D0F-DFC9-1A17-8158-FAD651801739}"/>
              </a:ext>
            </a:extLst>
          </p:cNvPr>
          <p:cNvSpPr txBox="1"/>
          <p:nvPr/>
        </p:nvSpPr>
        <p:spPr>
          <a:xfrm>
            <a:off x="3596458" y="22373151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1" name="Rounded Rectangle 500">
            <a:extLst>
              <a:ext uri="{FF2B5EF4-FFF2-40B4-BE49-F238E27FC236}">
                <a16:creationId xmlns:a16="http://schemas.microsoft.com/office/drawing/2014/main" id="{68FAC697-C316-0C41-06CD-2A8A48EAA53B}"/>
              </a:ext>
            </a:extLst>
          </p:cNvPr>
          <p:cNvSpPr/>
          <p:nvPr/>
        </p:nvSpPr>
        <p:spPr>
          <a:xfrm>
            <a:off x="6418724" y="22300109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Google Shape;114;p2">
            <a:extLst>
              <a:ext uri="{FF2B5EF4-FFF2-40B4-BE49-F238E27FC236}">
                <a16:creationId xmlns:a16="http://schemas.microsoft.com/office/drawing/2014/main" id="{5DE07469-4070-8EBE-4F38-81D8687B06C8}"/>
              </a:ext>
            </a:extLst>
          </p:cNvPr>
          <p:cNvSpPr txBox="1"/>
          <p:nvPr/>
        </p:nvSpPr>
        <p:spPr>
          <a:xfrm>
            <a:off x="6424183" y="21916416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Preference</a:t>
            </a:r>
          </a:p>
        </p:txBody>
      </p:sp>
      <p:sp>
        <p:nvSpPr>
          <p:cNvPr id="503" name="Google Shape;110;p2">
            <a:extLst>
              <a:ext uri="{FF2B5EF4-FFF2-40B4-BE49-F238E27FC236}">
                <a16:creationId xmlns:a16="http://schemas.microsoft.com/office/drawing/2014/main" id="{5B1305B6-1D07-15B5-6178-EED36530B6F0}"/>
              </a:ext>
            </a:extLst>
          </p:cNvPr>
          <p:cNvSpPr txBox="1"/>
          <p:nvPr/>
        </p:nvSpPr>
        <p:spPr>
          <a:xfrm>
            <a:off x="8750654" y="21796594"/>
            <a:ext cx="204179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2000" b="1" spc="10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+</a:t>
            </a:r>
            <a:r>
              <a:rPr lang="en-GB" sz="2000" b="1" spc="100" dirty="0" err="1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XXpts</a:t>
            </a:r>
            <a:endParaRPr sz="1600" b="1" spc="10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4" name="Google Shape;114;p2">
            <a:extLst>
              <a:ext uri="{FF2B5EF4-FFF2-40B4-BE49-F238E27FC236}">
                <a16:creationId xmlns:a16="http://schemas.microsoft.com/office/drawing/2014/main" id="{C2C577F8-C09D-34A1-F4AE-8981F1EF9551}"/>
              </a:ext>
            </a:extLst>
          </p:cNvPr>
          <p:cNvSpPr txBox="1"/>
          <p:nvPr/>
        </p:nvSpPr>
        <p:spPr>
          <a:xfrm>
            <a:off x="6529128" y="2266422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5" name="Google Shape;100;p2">
            <a:extLst>
              <a:ext uri="{FF2B5EF4-FFF2-40B4-BE49-F238E27FC236}">
                <a16:creationId xmlns:a16="http://schemas.microsoft.com/office/drawing/2014/main" id="{171CCF97-9DBD-881C-D6DF-75CDFE01F9AE}"/>
              </a:ext>
            </a:extLst>
          </p:cNvPr>
          <p:cNvSpPr txBox="1"/>
          <p:nvPr/>
        </p:nvSpPr>
        <p:spPr>
          <a:xfrm>
            <a:off x="6424183" y="21769330"/>
            <a:ext cx="204179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5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Ad Recall Impact</a:t>
            </a:r>
          </a:p>
        </p:txBody>
      </p:sp>
      <p:sp>
        <p:nvSpPr>
          <p:cNvPr id="506" name="Google Shape;114;p2">
            <a:extLst>
              <a:ext uri="{FF2B5EF4-FFF2-40B4-BE49-F238E27FC236}">
                <a16:creationId xmlns:a16="http://schemas.microsoft.com/office/drawing/2014/main" id="{E525EE6F-4AB1-723C-ACBD-ACF194180246}"/>
              </a:ext>
            </a:extLst>
          </p:cNvPr>
          <p:cNvSpPr txBox="1"/>
          <p:nvPr/>
        </p:nvSpPr>
        <p:spPr>
          <a:xfrm>
            <a:off x="8878487" y="22664221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F4AD58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F4AD58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07" name="Google Shape;110;p2">
            <a:extLst>
              <a:ext uri="{FF2B5EF4-FFF2-40B4-BE49-F238E27FC236}">
                <a16:creationId xmlns:a16="http://schemas.microsoft.com/office/drawing/2014/main" id="{782D7FE3-019B-255D-080D-5A8551C2B9AE}"/>
              </a:ext>
            </a:extLst>
          </p:cNvPr>
          <p:cNvSpPr txBox="1"/>
          <p:nvPr/>
        </p:nvSpPr>
        <p:spPr>
          <a:xfrm>
            <a:off x="6529128" y="2236835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8" name="Google Shape;110;p2">
            <a:extLst>
              <a:ext uri="{FF2B5EF4-FFF2-40B4-BE49-F238E27FC236}">
                <a16:creationId xmlns:a16="http://schemas.microsoft.com/office/drawing/2014/main" id="{F62A16A9-D86D-09EA-A18E-05205F80886F}"/>
              </a:ext>
            </a:extLst>
          </p:cNvPr>
          <p:cNvSpPr txBox="1"/>
          <p:nvPr/>
        </p:nvSpPr>
        <p:spPr>
          <a:xfrm>
            <a:off x="8878487" y="22367914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F4AD58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F4AD58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F3D299F-51CF-3A5B-75BC-D6BE39DB0878}"/>
              </a:ext>
            </a:extLst>
          </p:cNvPr>
          <p:cNvSpPr txBox="1"/>
          <p:nvPr/>
        </p:nvSpPr>
        <p:spPr>
          <a:xfrm>
            <a:off x="912807" y="19316745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3204</TotalTime>
  <Words>778</Words>
  <Application>Microsoft Macintosh PowerPoint</Application>
  <PresentationFormat>Custom</PresentationFormat>
  <Paragraphs>123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Inter</vt:lpstr>
      <vt:lpstr>Aptos</vt:lpstr>
      <vt:lpstr>Calibri</vt:lpstr>
      <vt:lpstr>Inter SemiBold</vt:lpstr>
      <vt:lpstr>Calibri Light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73</cp:revision>
  <dcterms:created xsi:type="dcterms:W3CDTF">2025-02-28T16:34:04Z</dcterms:created>
  <dcterms:modified xsi:type="dcterms:W3CDTF">2026-05-07T12:11:23Z</dcterms:modified>
</cp:coreProperties>
</file>