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240288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  <p:embeddedFont>
      <p:font typeface="Poppins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120" d="100"/>
          <a:sy n="120" d="100"/>
        </p:scale>
        <p:origin x="960" y="-15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06700" y="1143000"/>
            <a:ext cx="1244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949055"/>
            <a:ext cx="9144000" cy="1052810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5883157"/>
            <a:ext cx="9144000" cy="730106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539087"/>
            <a:ext cx="10515600" cy="1257911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237202"/>
            <a:ext cx="10515600" cy="66150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050085"/>
            <a:ext cx="5181600" cy="191871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10019"/>
            <a:ext cx="10515600" cy="5845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413079"/>
            <a:ext cx="5157787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046114"/>
            <a:ext cx="5157787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413079"/>
            <a:ext cx="5183188" cy="36330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046114"/>
            <a:ext cx="5183188" cy="162471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354049"/>
            <a:ext cx="6172200" cy="214902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16024"/>
            <a:ext cx="3932237" cy="705606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354049"/>
            <a:ext cx="6172200" cy="2149020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072092"/>
            <a:ext cx="3932237" cy="168071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10020"/>
            <a:ext cx="2628900" cy="2562724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10020"/>
            <a:ext cx="7734300" cy="2562724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5732638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5"/>
            <a:ext cx="4019883" cy="17915205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2" y="16652935"/>
            <a:ext cx="3339661" cy="13587367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10019"/>
            <a:ext cx="10515600" cy="5845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050085"/>
            <a:ext cx="10515600" cy="19187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028272"/>
            <a:ext cx="41148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028272"/>
            <a:ext cx="2743200" cy="16100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1" y="3839728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6050511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6" y="6279146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2" y="2555772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1" y="3229822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0" y="1612229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1" y="673958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5352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1" y="5350915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3" y="1322653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558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3844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8" y="2263543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9" y="10519866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1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3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5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7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0314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0" y="10787413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0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0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7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7" y="12111793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7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7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8" y="12111787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8" y="12684249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8" y="12960635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07244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" y="30171341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29895835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5" y="5350915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39583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1" y="701690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1" y="7294235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1" y="757156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48886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559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159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9" y="7567607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361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4693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28607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558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4693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28607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0" y="12111793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0" y="14789744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6" y="15495122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7" y="16806439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7" y="1737041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6" y="16473158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6319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7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7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7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4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4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4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7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7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7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5" y="1684224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5" y="1712100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5" y="1739977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4" y="16839031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4" y="1711779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4" y="1739655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5" y="16163635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2" y="1615819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4" y="1615987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6308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5" y="17936618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5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5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2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2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5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5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3" y="1768720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3" y="1796597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2" y="1768399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2" y="1796276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6E2DA7B4-7501-1BCC-1F6C-17828DF34F7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3680" b="23680"/>
          <a:stretch/>
        </p:blipFill>
        <p:spPr>
          <a:xfrm>
            <a:off x="779464" y="20094564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7A162C8-BE8B-9B0E-1086-D54951B5710A}"/>
              </a:ext>
            </a:extLst>
          </p:cNvPr>
          <p:cNvSpPr/>
          <p:nvPr/>
        </p:nvSpPr>
        <p:spPr>
          <a:xfrm>
            <a:off x="1136700" y="20788222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1A70D05-0309-36E0-FDFE-13C38974C4CF}"/>
              </a:ext>
            </a:extLst>
          </p:cNvPr>
          <p:cNvSpPr/>
          <p:nvPr/>
        </p:nvSpPr>
        <p:spPr>
          <a:xfrm>
            <a:off x="6418729" y="20782985"/>
            <a:ext cx="4578439" cy="685982"/>
          </a:xfrm>
          <a:prstGeom prst="roundRect">
            <a:avLst>
              <a:gd name="adj" fmla="val 19000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Google Shape;110;p2">
            <a:extLst>
              <a:ext uri="{FF2B5EF4-FFF2-40B4-BE49-F238E27FC236}">
                <a16:creationId xmlns:a16="http://schemas.microsoft.com/office/drawing/2014/main" id="{B0A08259-2A0E-9D04-CE8A-572ACC57B6EA}"/>
              </a:ext>
            </a:extLst>
          </p:cNvPr>
          <p:cNvSpPr txBox="1"/>
          <p:nvPr/>
        </p:nvSpPr>
        <p:spPr>
          <a:xfrm>
            <a:off x="1244918" y="20893581"/>
            <a:ext cx="438280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XX.XXXM</a:t>
            </a:r>
            <a:endParaRPr b="1" spc="1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pic>
        <p:nvPicPr>
          <p:cNvPr id="50" name="Picture 2" descr="logo-placeholder - Shop at RaceYa">
            <a:extLst>
              <a:ext uri="{FF2B5EF4-FFF2-40B4-BE49-F238E27FC236}">
                <a16:creationId xmlns:a16="http://schemas.microsoft.com/office/drawing/2014/main" id="{3AE4DCF6-52AA-010B-6545-2CD7D9A35D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6746824" y="2092849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" descr="logo-placeholder - Shop at RaceYa">
            <a:extLst>
              <a:ext uri="{FF2B5EF4-FFF2-40B4-BE49-F238E27FC236}">
                <a16:creationId xmlns:a16="http://schemas.microsoft.com/office/drawing/2014/main" id="{1A721560-8751-F161-89D0-B17C299CB6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8245951" y="20928499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2" descr="logo-placeholder - Shop at RaceYa">
            <a:extLst>
              <a:ext uri="{FF2B5EF4-FFF2-40B4-BE49-F238E27FC236}">
                <a16:creationId xmlns:a16="http://schemas.microsoft.com/office/drawing/2014/main" id="{E620D096-D288-1B5A-B7AA-CD1CEE2FE3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t="23174" r="1200" b="24508"/>
          <a:stretch>
            <a:fillRect/>
          </a:stretch>
        </p:blipFill>
        <p:spPr bwMode="auto">
          <a:xfrm>
            <a:off x="9745077" y="20923917"/>
            <a:ext cx="923993" cy="35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Google Shape;114;p2">
            <a:extLst>
              <a:ext uri="{FF2B5EF4-FFF2-40B4-BE49-F238E27FC236}">
                <a16:creationId xmlns:a16="http://schemas.microsoft.com/office/drawing/2014/main" id="{1051C995-A8FC-4E88-F9F4-9066EEDD2AEC}"/>
              </a:ext>
            </a:extLst>
          </p:cNvPr>
          <p:cNvSpPr txBox="1"/>
          <p:nvPr/>
        </p:nvSpPr>
        <p:spPr>
          <a:xfrm>
            <a:off x="1247104" y="22614896"/>
            <a:ext cx="204179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rgbClr val="7E47F6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Exposed Ad Recallers</a:t>
            </a:r>
            <a:endParaRPr sz="900" b="1" spc="40" dirty="0">
              <a:solidFill>
                <a:srgbClr val="7E47F6"/>
              </a:solidFill>
              <a:latin typeface="Inter SemiBold" panose="02000503000000020004" pitchFamily="2" charset="0"/>
              <a:ea typeface="Inter SemiBold" panose="02000503000000020004" pitchFamily="2" charset="0"/>
              <a:cs typeface="Inter SemiBold" panose="02000503000000020004" pitchFamily="2" charset="0"/>
            </a:endParaRPr>
          </a:p>
        </p:txBody>
      </p:sp>
      <p:sp>
        <p:nvSpPr>
          <p:cNvPr id="54" name="Google Shape;110;p2">
            <a:extLst>
              <a:ext uri="{FF2B5EF4-FFF2-40B4-BE49-F238E27FC236}">
                <a16:creationId xmlns:a16="http://schemas.microsoft.com/office/drawing/2014/main" id="{E090C9F1-8CFD-6277-FB5B-FCEDC38A964C}"/>
              </a:ext>
            </a:extLst>
          </p:cNvPr>
          <p:cNvSpPr txBox="1"/>
          <p:nvPr/>
        </p:nvSpPr>
        <p:spPr>
          <a:xfrm>
            <a:off x="1247104" y="22319037"/>
            <a:ext cx="204179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b="1" spc="100" dirty="0">
                <a:solidFill>
                  <a:srgbClr val="7E47F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sz="1400" b="1" spc="100" dirty="0">
              <a:solidFill>
                <a:srgbClr val="7E47F6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C1090C-A8E4-FC28-FDAB-F966714A4F44}"/>
              </a:ext>
            </a:extLst>
          </p:cNvPr>
          <p:cNvSpPr/>
          <p:nvPr/>
        </p:nvSpPr>
        <p:spPr>
          <a:xfrm>
            <a:off x="1136701" y="2203067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2385620-1205-6AFD-EB8D-D181DD4A98E6}"/>
              </a:ext>
            </a:extLst>
          </p:cNvPr>
          <p:cNvSpPr/>
          <p:nvPr/>
        </p:nvSpPr>
        <p:spPr>
          <a:xfrm>
            <a:off x="3790497" y="22030677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E90C9136-5FD9-BA6A-1B12-CF3B9615C0F9}"/>
              </a:ext>
            </a:extLst>
          </p:cNvPr>
          <p:cNvSpPr/>
          <p:nvPr/>
        </p:nvSpPr>
        <p:spPr>
          <a:xfrm>
            <a:off x="6418729" y="2201244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05ED9CA-3FD9-E5D6-348F-AEA7C376C1FD}"/>
              </a:ext>
            </a:extLst>
          </p:cNvPr>
          <p:cNvSpPr/>
          <p:nvPr/>
        </p:nvSpPr>
        <p:spPr>
          <a:xfrm>
            <a:off x="9072525" y="22012440"/>
            <a:ext cx="1924643" cy="923149"/>
          </a:xfrm>
          <a:prstGeom prst="roundRect">
            <a:avLst>
              <a:gd name="adj" fmla="val 16461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Google Shape;114;p2">
            <a:extLst>
              <a:ext uri="{FF2B5EF4-FFF2-40B4-BE49-F238E27FC236}">
                <a16:creationId xmlns:a16="http://schemas.microsoft.com/office/drawing/2014/main" id="{11D6D7A7-FC50-2F2C-82DF-5729FF29C49E}"/>
              </a:ext>
            </a:extLst>
          </p:cNvPr>
          <p:cNvSpPr txBox="1"/>
          <p:nvPr/>
        </p:nvSpPr>
        <p:spPr>
          <a:xfrm>
            <a:off x="1142159" y="21672429"/>
            <a:ext cx="191918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Viewable Rate</a:t>
            </a:r>
          </a:p>
        </p:txBody>
      </p:sp>
      <p:sp>
        <p:nvSpPr>
          <p:cNvPr id="60" name="Google Shape;114;p2">
            <a:extLst>
              <a:ext uri="{FF2B5EF4-FFF2-40B4-BE49-F238E27FC236}">
                <a16:creationId xmlns:a16="http://schemas.microsoft.com/office/drawing/2014/main" id="{72683F1B-4689-87D0-D7ED-DB46F9F31050}"/>
              </a:ext>
            </a:extLst>
          </p:cNvPr>
          <p:cNvSpPr txBox="1"/>
          <p:nvPr/>
        </p:nvSpPr>
        <p:spPr>
          <a:xfrm>
            <a:off x="6418721" y="21667192"/>
            <a:ext cx="1919186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Rate</a:t>
            </a:r>
          </a:p>
        </p:txBody>
      </p:sp>
      <p:sp>
        <p:nvSpPr>
          <p:cNvPr id="61" name="Google Shape;114;p2">
            <a:extLst>
              <a:ext uri="{FF2B5EF4-FFF2-40B4-BE49-F238E27FC236}">
                <a16:creationId xmlns:a16="http://schemas.microsoft.com/office/drawing/2014/main" id="{227D1633-899E-7BDE-867C-D127CA326DFE}"/>
              </a:ext>
            </a:extLst>
          </p:cNvPr>
          <p:cNvSpPr txBox="1"/>
          <p:nvPr/>
        </p:nvSpPr>
        <p:spPr>
          <a:xfrm>
            <a:off x="3790489" y="21701431"/>
            <a:ext cx="192464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 Time</a:t>
            </a:r>
          </a:p>
        </p:txBody>
      </p:sp>
      <p:sp>
        <p:nvSpPr>
          <p:cNvPr id="62" name="Google Shape;114;p2">
            <a:extLst>
              <a:ext uri="{FF2B5EF4-FFF2-40B4-BE49-F238E27FC236}">
                <a16:creationId xmlns:a16="http://schemas.microsoft.com/office/drawing/2014/main" id="{4BC059FC-FAC4-2757-C01A-153C42A371F4}"/>
              </a:ext>
            </a:extLst>
          </p:cNvPr>
          <p:cNvSpPr txBox="1"/>
          <p:nvPr/>
        </p:nvSpPr>
        <p:spPr>
          <a:xfrm>
            <a:off x="9061298" y="21676165"/>
            <a:ext cx="1935862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Att. Time on Att. Imps</a:t>
            </a:r>
          </a:p>
        </p:txBody>
      </p:sp>
      <p:sp>
        <p:nvSpPr>
          <p:cNvPr id="63" name="Google Shape;100;p2">
            <a:extLst>
              <a:ext uri="{FF2B5EF4-FFF2-40B4-BE49-F238E27FC236}">
                <a16:creationId xmlns:a16="http://schemas.microsoft.com/office/drawing/2014/main" id="{10667D5D-BAF1-F318-3711-DFC1365AB0DA}"/>
              </a:ext>
            </a:extLst>
          </p:cNvPr>
          <p:cNvSpPr txBox="1"/>
          <p:nvPr/>
        </p:nvSpPr>
        <p:spPr>
          <a:xfrm>
            <a:off x="1194850" y="22557420"/>
            <a:ext cx="1797741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viewable impressions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(MRC large unit definition)</a:t>
            </a:r>
          </a:p>
        </p:txBody>
      </p:sp>
      <p:sp>
        <p:nvSpPr>
          <p:cNvPr id="448" name="Google Shape;100;p2">
            <a:extLst>
              <a:ext uri="{FF2B5EF4-FFF2-40B4-BE49-F238E27FC236}">
                <a16:creationId xmlns:a16="http://schemas.microsoft.com/office/drawing/2014/main" id="{4057A76E-12A3-C6C1-4D86-4F52AE4DB8AF}"/>
              </a:ext>
            </a:extLst>
          </p:cNvPr>
          <p:cNvSpPr txBox="1"/>
          <p:nvPr/>
        </p:nvSpPr>
        <p:spPr>
          <a:xfrm>
            <a:off x="6443626" y="22557420"/>
            <a:ext cx="1802325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% of effectively viewed impressions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 (&gt;0.2 second) vs. 50% benchmark</a:t>
            </a:r>
          </a:p>
        </p:txBody>
      </p:sp>
      <p:sp>
        <p:nvSpPr>
          <p:cNvPr id="449" name="Google Shape;100;p2">
            <a:extLst>
              <a:ext uri="{FF2B5EF4-FFF2-40B4-BE49-F238E27FC236}">
                <a16:creationId xmlns:a16="http://schemas.microsoft.com/office/drawing/2014/main" id="{5870D866-3F51-F4CF-C156-CCBAF1B863FE}"/>
              </a:ext>
            </a:extLst>
          </p:cNvPr>
          <p:cNvSpPr txBox="1"/>
          <p:nvPr/>
        </p:nvSpPr>
        <p:spPr>
          <a:xfrm>
            <a:off x="3843179" y="22557420"/>
            <a:ext cx="1784648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Viewed Time vs.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1.34” benchmark</a:t>
            </a:r>
          </a:p>
        </p:txBody>
      </p:sp>
      <p:sp>
        <p:nvSpPr>
          <p:cNvPr id="450" name="Google Shape;100;p2">
            <a:extLst>
              <a:ext uri="{FF2B5EF4-FFF2-40B4-BE49-F238E27FC236}">
                <a16:creationId xmlns:a16="http://schemas.microsoft.com/office/drawing/2014/main" id="{2072DA51-67D1-A892-8B34-ED126507D2F5}"/>
              </a:ext>
            </a:extLst>
          </p:cNvPr>
          <p:cNvSpPr txBox="1"/>
          <p:nvPr/>
        </p:nvSpPr>
        <p:spPr>
          <a:xfrm>
            <a:off x="9117962" y="22557420"/>
            <a:ext cx="1826944" cy="323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920"/>
              </a:lnSpc>
              <a:defRPr/>
            </a:pP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average attention time per imps </a:t>
            </a:r>
            <a:b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</a:br>
            <a:r>
              <a:rPr lang="en-GB" sz="600" b="1" spc="30" dirty="0">
                <a:solidFill>
                  <a:schemeClr val="tx2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on attention imps vs. 2.7” benchmark</a:t>
            </a:r>
          </a:p>
        </p:txBody>
      </p:sp>
      <p:sp>
        <p:nvSpPr>
          <p:cNvPr id="451" name="Google Shape;110;p2">
            <a:extLst>
              <a:ext uri="{FF2B5EF4-FFF2-40B4-BE49-F238E27FC236}">
                <a16:creationId xmlns:a16="http://schemas.microsoft.com/office/drawing/2014/main" id="{27257C27-B328-E5C8-9956-4BA554F16F3F}"/>
              </a:ext>
            </a:extLst>
          </p:cNvPr>
          <p:cNvSpPr txBox="1"/>
          <p:nvPr/>
        </p:nvSpPr>
        <p:spPr>
          <a:xfrm>
            <a:off x="9117962" y="22141256"/>
            <a:ext cx="182694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2" name="Google Shape;110;p2">
            <a:extLst>
              <a:ext uri="{FF2B5EF4-FFF2-40B4-BE49-F238E27FC236}">
                <a16:creationId xmlns:a16="http://schemas.microsoft.com/office/drawing/2014/main" id="{65345F3F-853D-B9DA-A7CB-3F6E86F6876B}"/>
              </a:ext>
            </a:extLst>
          </p:cNvPr>
          <p:cNvSpPr txBox="1"/>
          <p:nvPr/>
        </p:nvSpPr>
        <p:spPr>
          <a:xfrm>
            <a:off x="1194850" y="22141256"/>
            <a:ext cx="179774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  <a:endParaRPr b="1" spc="10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53" name="Google Shape;110;p2">
            <a:extLst>
              <a:ext uri="{FF2B5EF4-FFF2-40B4-BE49-F238E27FC236}">
                <a16:creationId xmlns:a16="http://schemas.microsoft.com/office/drawing/2014/main" id="{DA6CB8F3-AA0A-028C-0BA6-25D25F14D97F}"/>
              </a:ext>
            </a:extLst>
          </p:cNvPr>
          <p:cNvSpPr txBox="1"/>
          <p:nvPr/>
        </p:nvSpPr>
        <p:spPr>
          <a:xfrm>
            <a:off x="3839908" y="22141256"/>
            <a:ext cx="178781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XX%</a:t>
            </a:r>
          </a:p>
        </p:txBody>
      </p:sp>
      <p:sp>
        <p:nvSpPr>
          <p:cNvPr id="454" name="Google Shape;110;p2">
            <a:extLst>
              <a:ext uri="{FF2B5EF4-FFF2-40B4-BE49-F238E27FC236}">
                <a16:creationId xmlns:a16="http://schemas.microsoft.com/office/drawing/2014/main" id="{E4C227C8-8EFA-A1A5-50E4-0452B658ABF6}"/>
              </a:ext>
            </a:extLst>
          </p:cNvPr>
          <p:cNvSpPr txBox="1"/>
          <p:nvPr/>
        </p:nvSpPr>
        <p:spPr>
          <a:xfrm>
            <a:off x="6469550" y="22141256"/>
            <a:ext cx="17763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GB" sz="2400" b="1" spc="10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XX"</a:t>
            </a:r>
          </a:p>
        </p:txBody>
      </p:sp>
      <p:sp>
        <p:nvSpPr>
          <p:cNvPr id="455" name="Google Shape;114;p2">
            <a:extLst>
              <a:ext uri="{FF2B5EF4-FFF2-40B4-BE49-F238E27FC236}">
                <a16:creationId xmlns:a16="http://schemas.microsoft.com/office/drawing/2014/main" id="{23BA7693-8431-2453-C8BD-3A1098AA04F8}"/>
              </a:ext>
            </a:extLst>
          </p:cNvPr>
          <p:cNvSpPr txBox="1"/>
          <p:nvPr/>
        </p:nvSpPr>
        <p:spPr>
          <a:xfrm>
            <a:off x="1142150" y="20404529"/>
            <a:ext cx="448556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Total Measured Impressions</a:t>
            </a:r>
          </a:p>
        </p:txBody>
      </p:sp>
      <p:sp>
        <p:nvSpPr>
          <p:cNvPr id="456" name="Google Shape;114;p2">
            <a:extLst>
              <a:ext uri="{FF2B5EF4-FFF2-40B4-BE49-F238E27FC236}">
                <a16:creationId xmlns:a16="http://schemas.microsoft.com/office/drawing/2014/main" id="{D5D861DE-A841-C2E1-DEC7-F93193697B64}"/>
              </a:ext>
            </a:extLst>
          </p:cNvPr>
          <p:cNvSpPr txBox="1"/>
          <p:nvPr/>
        </p:nvSpPr>
        <p:spPr>
          <a:xfrm>
            <a:off x="6424188" y="20399292"/>
            <a:ext cx="282717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Top 3 Sites</a:t>
            </a:r>
          </a:p>
        </p:txBody>
      </p:sp>
      <p:sp>
        <p:nvSpPr>
          <p:cNvPr id="457" name="TextBox 456">
            <a:extLst>
              <a:ext uri="{FF2B5EF4-FFF2-40B4-BE49-F238E27FC236}">
                <a16:creationId xmlns:a16="http://schemas.microsoft.com/office/drawing/2014/main" id="{EF49D2F3-0E14-3688-2707-AB19905454C8}"/>
              </a:ext>
            </a:extLst>
          </p:cNvPr>
          <p:cNvSpPr txBox="1"/>
          <p:nvPr/>
        </p:nvSpPr>
        <p:spPr>
          <a:xfrm>
            <a:off x="912808" y="19343203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Attention Score.</a:t>
            </a: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EE589B1E-4C7B-3EFD-4985-59B513DCD4B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7642" y="19562224"/>
            <a:ext cx="1089422" cy="277368"/>
          </a:xfrm>
          <a:prstGeom prst="rect">
            <a:avLst/>
          </a:prstGeom>
        </p:spPr>
      </p:pic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2EF76655-DBC0-4532-900C-D9AA83DE8F7D}"/>
              </a:ext>
            </a:extLst>
          </p:cNvPr>
          <p:cNvSpPr/>
          <p:nvPr/>
        </p:nvSpPr>
        <p:spPr>
          <a:xfrm>
            <a:off x="988927" y="29112637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 defTabSz="821531" hangingPunct="0">
              <a:defRPr/>
            </a:pPr>
            <a:endParaRPr lang="en-US" sz="2000" kern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66241F43-FBB7-F351-7E4F-83ABE4B1D572}"/>
              </a:ext>
            </a:extLst>
          </p:cNvPr>
          <p:cNvSpPr txBox="1"/>
          <p:nvPr/>
        </p:nvSpPr>
        <p:spPr>
          <a:xfrm>
            <a:off x="912807" y="28822452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A6D6CA02-3A62-91B4-0BDC-C7CAF7CCC9A7}"/>
              </a:ext>
            </a:extLst>
          </p:cNvPr>
          <p:cNvSpPr txBox="1"/>
          <p:nvPr/>
        </p:nvSpPr>
        <p:spPr>
          <a:xfrm>
            <a:off x="3941153" y="28818780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445" name="Picture 444">
            <a:extLst>
              <a:ext uri="{FF2B5EF4-FFF2-40B4-BE49-F238E27FC236}">
                <a16:creationId xmlns:a16="http://schemas.microsoft.com/office/drawing/2014/main" id="{FCADF0D9-16B5-4878-2E28-0EA77E7B21D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539285" y="24076779"/>
            <a:ext cx="2623452" cy="5386556"/>
          </a:xfrm>
          <a:prstGeom prst="rect">
            <a:avLst/>
          </a:prstGeom>
        </p:spPr>
      </p:pic>
      <p:sp>
        <p:nvSpPr>
          <p:cNvPr id="446" name="TextBox 445">
            <a:extLst>
              <a:ext uri="{FF2B5EF4-FFF2-40B4-BE49-F238E27FC236}">
                <a16:creationId xmlns:a16="http://schemas.microsoft.com/office/drawing/2014/main" id="{B59E6822-DF9A-BB9B-2825-E4179779DDFF}"/>
              </a:ext>
            </a:extLst>
          </p:cNvPr>
          <p:cNvSpPr txBox="1"/>
          <p:nvPr/>
        </p:nvSpPr>
        <p:spPr>
          <a:xfrm>
            <a:off x="912811" y="26208621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47" name="Google Shape;100;p2">
            <a:extLst>
              <a:ext uri="{FF2B5EF4-FFF2-40B4-BE49-F238E27FC236}">
                <a16:creationId xmlns:a16="http://schemas.microsoft.com/office/drawing/2014/main" id="{5076DEA2-8E92-6C20-5A90-6C3CC9A976BA}"/>
              </a:ext>
            </a:extLst>
          </p:cNvPr>
          <p:cNvSpPr txBox="1"/>
          <p:nvPr/>
        </p:nvSpPr>
        <p:spPr>
          <a:xfrm>
            <a:off x="1189526" y="25935305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One</a:t>
            </a:r>
          </a:p>
        </p:txBody>
      </p:sp>
      <p:pic>
        <p:nvPicPr>
          <p:cNvPr id="512" name="Picture 511">
            <a:extLst>
              <a:ext uri="{FF2B5EF4-FFF2-40B4-BE49-F238E27FC236}">
                <a16:creationId xmlns:a16="http://schemas.microsoft.com/office/drawing/2014/main" id="{D829CACE-70F9-3BE4-65E8-3D5442DE26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931" y="25955509"/>
            <a:ext cx="200599" cy="200599"/>
          </a:xfrm>
          <a:prstGeom prst="rect">
            <a:avLst/>
          </a:prstGeom>
        </p:spPr>
      </p:pic>
      <p:sp>
        <p:nvSpPr>
          <p:cNvPr id="513" name="TextBox 512">
            <a:extLst>
              <a:ext uri="{FF2B5EF4-FFF2-40B4-BE49-F238E27FC236}">
                <a16:creationId xmlns:a16="http://schemas.microsoft.com/office/drawing/2014/main" id="{AC1B4F46-F3F0-AEAF-71D1-AF3276C6A90A}"/>
              </a:ext>
            </a:extLst>
          </p:cNvPr>
          <p:cNvSpPr txBox="1"/>
          <p:nvPr/>
        </p:nvSpPr>
        <p:spPr>
          <a:xfrm>
            <a:off x="912811" y="2713644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4" name="Google Shape;100;p2">
            <a:extLst>
              <a:ext uri="{FF2B5EF4-FFF2-40B4-BE49-F238E27FC236}">
                <a16:creationId xmlns:a16="http://schemas.microsoft.com/office/drawing/2014/main" id="{FD754FC2-6275-985E-2598-4267D058CE8D}"/>
              </a:ext>
            </a:extLst>
          </p:cNvPr>
          <p:cNvSpPr txBox="1"/>
          <p:nvPr/>
        </p:nvSpPr>
        <p:spPr>
          <a:xfrm>
            <a:off x="1189526" y="26862722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Two</a:t>
            </a:r>
          </a:p>
        </p:txBody>
      </p:sp>
      <p:pic>
        <p:nvPicPr>
          <p:cNvPr id="515" name="Picture 514">
            <a:extLst>
              <a:ext uri="{FF2B5EF4-FFF2-40B4-BE49-F238E27FC236}">
                <a16:creationId xmlns:a16="http://schemas.microsoft.com/office/drawing/2014/main" id="{6C5CDAA6-3BC2-883D-AC2B-ABFBABEA90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931" y="26883335"/>
            <a:ext cx="200599" cy="200599"/>
          </a:xfrm>
          <a:prstGeom prst="rect">
            <a:avLst/>
          </a:prstGeom>
        </p:spPr>
      </p:pic>
      <p:sp>
        <p:nvSpPr>
          <p:cNvPr id="516" name="TextBox 515">
            <a:extLst>
              <a:ext uri="{FF2B5EF4-FFF2-40B4-BE49-F238E27FC236}">
                <a16:creationId xmlns:a16="http://schemas.microsoft.com/office/drawing/2014/main" id="{475BB828-3828-1915-BBE3-23398987C39C}"/>
              </a:ext>
            </a:extLst>
          </p:cNvPr>
          <p:cNvSpPr txBox="1"/>
          <p:nvPr/>
        </p:nvSpPr>
        <p:spPr>
          <a:xfrm>
            <a:off x="912811" y="28072023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7" name="Google Shape;100;p2">
            <a:extLst>
              <a:ext uri="{FF2B5EF4-FFF2-40B4-BE49-F238E27FC236}">
                <a16:creationId xmlns:a16="http://schemas.microsoft.com/office/drawing/2014/main" id="{515F5177-F871-4114-9477-49966D247ECD}"/>
              </a:ext>
            </a:extLst>
          </p:cNvPr>
          <p:cNvSpPr txBox="1"/>
          <p:nvPr/>
        </p:nvSpPr>
        <p:spPr>
          <a:xfrm>
            <a:off x="1189526" y="27791977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Three</a:t>
            </a:r>
          </a:p>
        </p:txBody>
      </p:sp>
      <p:pic>
        <p:nvPicPr>
          <p:cNvPr id="518" name="Picture 517">
            <a:extLst>
              <a:ext uri="{FF2B5EF4-FFF2-40B4-BE49-F238E27FC236}">
                <a16:creationId xmlns:a16="http://schemas.microsoft.com/office/drawing/2014/main" id="{C5FF5F3E-4D5D-30EB-E612-BA6AA73E9C6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931" y="27818911"/>
            <a:ext cx="200599" cy="200599"/>
          </a:xfrm>
          <a:prstGeom prst="rect">
            <a:avLst/>
          </a:prstGeom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4C56A59E-6803-D827-022D-BE62E3474A89}"/>
              </a:ext>
            </a:extLst>
          </p:cNvPr>
          <p:cNvSpPr txBox="1"/>
          <p:nvPr/>
        </p:nvSpPr>
        <p:spPr>
          <a:xfrm>
            <a:off x="912811" y="24669265"/>
            <a:ext cx="389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520" name="Picture 519">
            <a:extLst>
              <a:ext uri="{FF2B5EF4-FFF2-40B4-BE49-F238E27FC236}">
                <a16:creationId xmlns:a16="http://schemas.microsoft.com/office/drawing/2014/main" id="{A477256C-A1B1-E78C-7FF3-B2F950655E6E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7804" t="34429" r="10565" b="33342"/>
          <a:stretch>
            <a:fillRect/>
          </a:stretch>
        </p:blipFill>
        <p:spPr>
          <a:xfrm>
            <a:off x="1016858" y="24312520"/>
            <a:ext cx="967589" cy="1778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3203</TotalTime>
  <Words>833</Words>
  <Application>Microsoft Macintosh PowerPoint</Application>
  <PresentationFormat>Custom</PresentationFormat>
  <Paragraphs>112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Poppins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71</cp:revision>
  <dcterms:created xsi:type="dcterms:W3CDTF">2025-02-28T16:34:04Z</dcterms:created>
  <dcterms:modified xsi:type="dcterms:W3CDTF">2026-05-07T12:07:03Z</dcterms:modified>
</cp:coreProperties>
</file>