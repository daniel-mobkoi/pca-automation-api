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3"/>
  </p:notesMasterIdLst>
  <p:sldIdLst>
    <p:sldId id="257" r:id="rId2"/>
  </p:sldIdLst>
  <p:sldSz cx="12192000" cy="30240288"/>
  <p:notesSz cx="6858000" cy="9144000"/>
  <p:embeddedFontLst>
    <p:embeddedFont>
      <p:font typeface="Inter" panose="02000503000000020004" pitchFamily="2" charset="0"/>
      <p:regular r:id="rId4"/>
      <p:bold r:id="rId4"/>
      <p:italic r:id="rId5"/>
      <p:boldItalic r:id="rId5"/>
    </p:embeddedFont>
    <p:embeddedFont>
      <p:font typeface="Inter SemiBold" panose="02000503000000020004" pitchFamily="2" charset="0"/>
      <p:regular r:id="rId5"/>
      <p:bold r:id="rId5"/>
      <p:italic r:id="rId5"/>
      <p:boldItalic r:id="rId6"/>
    </p:embeddedFont>
    <p:embeddedFont>
      <p:font typeface="Poppins" pitchFamily="2" charset="77"/>
      <p:regular r:id="rId7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72"/>
    <p:restoredTop sz="96846"/>
  </p:normalViewPr>
  <p:slideViewPr>
    <p:cSldViewPr snapToGrid="0">
      <p:cViewPr>
        <p:scale>
          <a:sx n="80" d="100"/>
          <a:sy n="80" d="100"/>
        </p:scale>
        <p:origin x="2504" y="-6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06700" y="1143000"/>
            <a:ext cx="1244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06700" y="1143000"/>
            <a:ext cx="1244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949055"/>
            <a:ext cx="9144000" cy="1052810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5883157"/>
            <a:ext cx="9144000" cy="730106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539087"/>
            <a:ext cx="10515600" cy="1257911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0237202"/>
            <a:ext cx="10515600" cy="66150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8050085"/>
            <a:ext cx="5181600" cy="191871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8050085"/>
            <a:ext cx="5181600" cy="191871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610019"/>
            <a:ext cx="10515600" cy="584505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7413079"/>
            <a:ext cx="5157787" cy="36330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11046114"/>
            <a:ext cx="5157787" cy="162471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7413079"/>
            <a:ext cx="5183188" cy="36330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1046114"/>
            <a:ext cx="5183188" cy="162471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016024"/>
            <a:ext cx="3932237" cy="705606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354049"/>
            <a:ext cx="6172200" cy="2149020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072092"/>
            <a:ext cx="3932237" cy="168071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016024"/>
            <a:ext cx="3932237" cy="705606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354049"/>
            <a:ext cx="6172200" cy="2149020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072092"/>
            <a:ext cx="3932237" cy="168071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610020"/>
            <a:ext cx="2628900" cy="2562724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610020"/>
            <a:ext cx="7734300" cy="2562724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10"/>
            <a:ext cx="8231633" cy="25732638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3" y="5"/>
            <a:ext cx="4019883" cy="17915205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62" y="16652935"/>
            <a:ext cx="3339661" cy="13587367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10019"/>
            <a:ext cx="10515600" cy="58450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8050085"/>
            <a:ext cx="10515600" cy="19187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8028272"/>
            <a:ext cx="2743200" cy="1610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8028272"/>
            <a:ext cx="4114800" cy="1610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8028272"/>
            <a:ext cx="2743200" cy="1610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Box 391">
            <a:extLst>
              <a:ext uri="{FF2B5EF4-FFF2-40B4-BE49-F238E27FC236}">
                <a16:creationId xmlns:a16="http://schemas.microsoft.com/office/drawing/2014/main" id="{C2B10E42-81CF-2FCE-5172-2501A90F46FB}"/>
              </a:ext>
            </a:extLst>
          </p:cNvPr>
          <p:cNvSpPr txBox="1"/>
          <p:nvPr/>
        </p:nvSpPr>
        <p:spPr>
          <a:xfrm>
            <a:off x="912821" y="3839728"/>
            <a:ext cx="6045777" cy="275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{{EXEC_SUMMARY}}</a:t>
            </a:r>
          </a:p>
        </p:txBody>
      </p:sp>
      <p:pic>
        <p:nvPicPr>
          <p:cNvPr id="393" name="Picture 392">
            <a:extLst>
              <a:ext uri="{FF2B5EF4-FFF2-40B4-BE49-F238E27FC236}">
                <a16:creationId xmlns:a16="http://schemas.microsoft.com/office/drawing/2014/main" id="{C6F735C1-8933-D108-8DF1-3FD33BA3B6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9" y="6050511"/>
            <a:ext cx="10632989" cy="2419731"/>
          </a:xfrm>
          <a:custGeom>
            <a:avLst/>
            <a:gdLst>
              <a:gd name="csX0" fmla="*/ 181286 w 10632989"/>
              <a:gd name="csY0" fmla="*/ 0 h 2419731"/>
              <a:gd name="csX1" fmla="*/ 7479094 w 10632989"/>
              <a:gd name="csY1" fmla="*/ 0 h 2419731"/>
              <a:gd name="csX2" fmla="*/ 7479094 w 10632989"/>
              <a:gd name="csY2" fmla="*/ 1293802 h 2419731"/>
              <a:gd name="csX3" fmla="*/ 7817666 w 10632989"/>
              <a:gd name="csY3" fmla="*/ 1632374 h 2419731"/>
              <a:gd name="csX4" fmla="*/ 9618546 w 10632989"/>
              <a:gd name="csY4" fmla="*/ 1632374 h 2419731"/>
              <a:gd name="csX5" fmla="*/ 9957118 w 10632989"/>
              <a:gd name="csY5" fmla="*/ 1293802 h 2419731"/>
              <a:gd name="csX6" fmla="*/ 9957118 w 10632989"/>
              <a:gd name="csY6" fmla="*/ 0 h 2419731"/>
              <a:gd name="csX7" fmla="*/ 10451703 w 10632989"/>
              <a:gd name="csY7" fmla="*/ 0 h 2419731"/>
              <a:gd name="csX8" fmla="*/ 10632989 w 10632989"/>
              <a:gd name="csY8" fmla="*/ 181286 h 2419731"/>
              <a:gd name="csX9" fmla="*/ 10632989 w 10632989"/>
              <a:gd name="csY9" fmla="*/ 2238445 h 2419731"/>
              <a:gd name="csX10" fmla="*/ 10451703 w 10632989"/>
              <a:gd name="csY10" fmla="*/ 2419731 h 2419731"/>
              <a:gd name="csX11" fmla="*/ 181286 w 10632989"/>
              <a:gd name="csY11" fmla="*/ 2419731 h 2419731"/>
              <a:gd name="csX12" fmla="*/ 0 w 10632989"/>
              <a:gd name="csY12" fmla="*/ 2238445 h 2419731"/>
              <a:gd name="csX13" fmla="*/ 0 w 10632989"/>
              <a:gd name="csY13" fmla="*/ 181286 h 2419731"/>
              <a:gd name="csX14" fmla="*/ 181286 w 10632989"/>
              <a:gd name="csY14" fmla="*/ 0 h 2419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0632989" h="2419731">
                <a:moveTo>
                  <a:pt x="181286" y="0"/>
                </a:moveTo>
                <a:lnTo>
                  <a:pt x="7479094" y="0"/>
                </a:lnTo>
                <a:lnTo>
                  <a:pt x="7479094" y="1293802"/>
                </a:lnTo>
                <a:cubicBezTo>
                  <a:pt x="7479094" y="1480790"/>
                  <a:pt x="7630678" y="1632374"/>
                  <a:pt x="7817666" y="1632374"/>
                </a:cubicBezTo>
                <a:lnTo>
                  <a:pt x="9618546" y="1632374"/>
                </a:lnTo>
                <a:cubicBezTo>
                  <a:pt x="9805534" y="1632374"/>
                  <a:pt x="9957118" y="1480790"/>
                  <a:pt x="9957118" y="1293802"/>
                </a:cubicBezTo>
                <a:lnTo>
                  <a:pt x="9957118" y="0"/>
                </a:lnTo>
                <a:lnTo>
                  <a:pt x="10451703" y="0"/>
                </a:lnTo>
                <a:cubicBezTo>
                  <a:pt x="10551824" y="0"/>
                  <a:pt x="10632989" y="81165"/>
                  <a:pt x="10632989" y="181286"/>
                </a:cubicBezTo>
                <a:lnTo>
                  <a:pt x="10632989" y="2238445"/>
                </a:lnTo>
                <a:cubicBezTo>
                  <a:pt x="10632989" y="2338566"/>
                  <a:pt x="10551824" y="2419731"/>
                  <a:pt x="10451703" y="2419731"/>
                </a:cubicBezTo>
                <a:lnTo>
                  <a:pt x="181286" y="2419731"/>
                </a:lnTo>
                <a:cubicBezTo>
                  <a:pt x="81165" y="2419731"/>
                  <a:pt x="0" y="2338566"/>
                  <a:pt x="0" y="2238445"/>
                </a:cubicBezTo>
                <a:lnTo>
                  <a:pt x="0" y="181286"/>
                </a:lnTo>
                <a:cubicBezTo>
                  <a:pt x="0" y="81165"/>
                  <a:pt x="81165" y="0"/>
                  <a:pt x="181286" y="0"/>
                </a:cubicBezTo>
                <a:close/>
              </a:path>
            </a:pathLst>
          </a:custGeom>
        </p:spPr>
      </p:pic>
      <p:pic>
        <p:nvPicPr>
          <p:cNvPr id="394" name="Picture 2">
            <a:extLst>
              <a:ext uri="{FF2B5EF4-FFF2-40B4-BE49-F238E27FC236}">
                <a16:creationId xmlns:a16="http://schemas.microsoft.com/office/drawing/2014/main" id="{C576E943-4F78-5274-911C-F8147F006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36326" y="6279146"/>
            <a:ext cx="1962463" cy="1962463"/>
          </a:xfrm>
          <a:prstGeom prst="roundRect">
            <a:avLst>
              <a:gd name="adj" fmla="val 472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5" name="TextBox 394">
            <a:extLst>
              <a:ext uri="{FF2B5EF4-FFF2-40B4-BE49-F238E27FC236}">
                <a16:creationId xmlns:a16="http://schemas.microsoft.com/office/drawing/2014/main" id="{76E3DA24-7D65-1C16-0181-88AC926CD9B1}"/>
              </a:ext>
            </a:extLst>
          </p:cNvPr>
          <p:cNvSpPr txBox="1"/>
          <p:nvPr/>
        </p:nvSpPr>
        <p:spPr>
          <a:xfrm>
            <a:off x="912812" y="2555772"/>
            <a:ext cx="6760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11910A78-D85B-12CA-3880-C8CE7420C473}"/>
              </a:ext>
            </a:extLst>
          </p:cNvPr>
          <p:cNvSpPr txBox="1"/>
          <p:nvPr/>
        </p:nvSpPr>
        <p:spPr>
          <a:xfrm>
            <a:off x="912821" y="3229822"/>
            <a:ext cx="416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PCA Reporting Results</a:t>
            </a:r>
          </a:p>
        </p:txBody>
      </p:sp>
      <p:pic>
        <p:nvPicPr>
          <p:cNvPr id="397" name="Picture 396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4CFFE30C-D67D-F046-80E8-F97EA2A021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405" b="12112"/>
          <a:stretch>
            <a:fillRect/>
          </a:stretch>
        </p:blipFill>
        <p:spPr>
          <a:xfrm>
            <a:off x="6803140" y="1612229"/>
            <a:ext cx="5388871" cy="6858000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F0B1782E-7AEC-0AF9-44F5-91998EDD9FB5}"/>
              </a:ext>
            </a:extLst>
          </p:cNvPr>
          <p:cNvSpPr txBox="1"/>
          <p:nvPr/>
        </p:nvSpPr>
        <p:spPr>
          <a:xfrm>
            <a:off x="3272081" y="6739584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Client: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99" name="Google Shape;100;p2">
            <a:extLst>
              <a:ext uri="{FF2B5EF4-FFF2-40B4-BE49-F238E27FC236}">
                <a16:creationId xmlns:a16="http://schemas.microsoft.com/office/drawing/2014/main" id="{253A304F-D04D-4DF4-578A-7B7BD8A6F236}"/>
              </a:ext>
            </a:extLst>
          </p:cNvPr>
          <p:cNvSpPr txBox="1"/>
          <p:nvPr/>
        </p:nvSpPr>
        <p:spPr>
          <a:xfrm>
            <a:off x="3268344" y="6335352"/>
            <a:ext cx="226232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Details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53EE3C85-ADD2-E430-2C0F-5A1FBA457ADE}"/>
              </a:ext>
            </a:extLst>
          </p:cNvPr>
          <p:cNvSpPr txBox="1"/>
          <p:nvPr/>
        </p:nvSpPr>
        <p:spPr>
          <a:xfrm>
            <a:off x="912821" y="5350915"/>
            <a:ext cx="6357491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Formats:</a:t>
            </a:r>
            <a:endParaRPr lang="en-GB" sz="900" b="1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401" name="Graphic 400">
            <a:extLst>
              <a:ext uri="{FF2B5EF4-FFF2-40B4-BE49-F238E27FC236}">
                <a16:creationId xmlns:a16="http://schemas.microsoft.com/office/drawing/2014/main" id="{E5740DFC-C20D-288E-0FF8-B1B9B90275B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983" y="1322653"/>
            <a:ext cx="1758433" cy="289576"/>
          </a:xfrm>
          <a:prstGeom prst="rect">
            <a:avLst/>
          </a:prstGeom>
        </p:spPr>
      </p:pic>
      <p:sp>
        <p:nvSpPr>
          <p:cNvPr id="402" name="TextBox 401">
            <a:extLst>
              <a:ext uri="{FF2B5EF4-FFF2-40B4-BE49-F238E27FC236}">
                <a16:creationId xmlns:a16="http://schemas.microsoft.com/office/drawing/2014/main" id="{A074AAAA-7284-C7F1-4339-C16203B60E59}"/>
              </a:ext>
            </a:extLst>
          </p:cNvPr>
          <p:cNvSpPr txBox="1"/>
          <p:nvPr/>
        </p:nvSpPr>
        <p:spPr>
          <a:xfrm>
            <a:off x="912806" y="9255587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Overview: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03" name="Google Shape;100;p2">
            <a:extLst>
              <a:ext uri="{FF2B5EF4-FFF2-40B4-BE49-F238E27FC236}">
                <a16:creationId xmlns:a16="http://schemas.microsoft.com/office/drawing/2014/main" id="{AEA17BD8-97B7-E935-ED5E-174302307367}"/>
              </a:ext>
            </a:extLst>
          </p:cNvPr>
          <p:cNvSpPr txBox="1"/>
          <p:nvPr/>
        </p:nvSpPr>
        <p:spPr>
          <a:xfrm>
            <a:off x="912807" y="8843844"/>
            <a:ext cx="292972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Objectives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6E0D167D-EF1D-4C88-B6B2-93E929F5AB8F}"/>
              </a:ext>
            </a:extLst>
          </p:cNvPr>
          <p:cNvSpPr txBox="1"/>
          <p:nvPr/>
        </p:nvSpPr>
        <p:spPr>
          <a:xfrm>
            <a:off x="912818" y="2263543"/>
            <a:ext cx="4168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pc="6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{{CAMPAIGN_PERIOD}}</a:t>
            </a:r>
          </a:p>
        </p:txBody>
      </p:sp>
      <p:pic>
        <p:nvPicPr>
          <p:cNvPr id="405" name="Picture 404">
            <a:extLst>
              <a:ext uri="{FF2B5EF4-FFF2-40B4-BE49-F238E27FC236}">
                <a16:creationId xmlns:a16="http://schemas.microsoft.com/office/drawing/2014/main" id="{27F2A592-D4FE-C8A7-E376-EEF8AE7898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9" y="10519866"/>
            <a:ext cx="10632989" cy="1243369"/>
          </a:xfrm>
          <a:prstGeom prst="roundRect">
            <a:avLst>
              <a:gd name="adj" fmla="val 13262"/>
            </a:avLst>
          </a:prstGeom>
        </p:spPr>
      </p:pic>
      <p:sp>
        <p:nvSpPr>
          <p:cNvPr id="408" name="Google Shape;100;p2">
            <a:extLst>
              <a:ext uri="{FF2B5EF4-FFF2-40B4-BE49-F238E27FC236}">
                <a16:creationId xmlns:a16="http://schemas.microsoft.com/office/drawing/2014/main" id="{9709243B-C066-0709-419C-A4566B37E8F6}"/>
              </a:ext>
            </a:extLst>
          </p:cNvPr>
          <p:cNvSpPr txBox="1"/>
          <p:nvPr/>
        </p:nvSpPr>
        <p:spPr>
          <a:xfrm>
            <a:off x="1202057" y="1103031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{{DELIVERED_IMPRESSIONS}}</a:t>
            </a:r>
          </a:p>
        </p:txBody>
      </p:sp>
      <p:sp>
        <p:nvSpPr>
          <p:cNvPr id="409" name="Google Shape;100;p2">
            <a:extLst>
              <a:ext uri="{FF2B5EF4-FFF2-40B4-BE49-F238E27FC236}">
                <a16:creationId xmlns:a16="http://schemas.microsoft.com/office/drawing/2014/main" id="{47F95B79-C1F7-5EA3-A38B-483D5DCE828C}"/>
              </a:ext>
            </a:extLst>
          </p:cNvPr>
          <p:cNvSpPr txBox="1"/>
          <p:nvPr/>
        </p:nvSpPr>
        <p:spPr>
          <a:xfrm>
            <a:off x="1202061" y="1078741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Impressions</a:t>
            </a:r>
          </a:p>
        </p:txBody>
      </p:sp>
      <p:sp>
        <p:nvSpPr>
          <p:cNvPr id="410" name="Google Shape;100;p2">
            <a:extLst>
              <a:ext uri="{FF2B5EF4-FFF2-40B4-BE49-F238E27FC236}">
                <a16:creationId xmlns:a16="http://schemas.microsoft.com/office/drawing/2014/main" id="{D33424F1-6EA3-5530-9A11-A5F23BE8251E}"/>
              </a:ext>
            </a:extLst>
          </p:cNvPr>
          <p:cNvSpPr txBox="1"/>
          <p:nvPr/>
        </p:nvSpPr>
        <p:spPr>
          <a:xfrm>
            <a:off x="3175359" y="1103031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{{IO_OVERALL_IMPRESSIONS}}</a:t>
            </a:r>
          </a:p>
        </p:txBody>
      </p:sp>
      <p:sp>
        <p:nvSpPr>
          <p:cNvPr id="411" name="Google Shape;100;p2">
            <a:extLst>
              <a:ext uri="{FF2B5EF4-FFF2-40B4-BE49-F238E27FC236}">
                <a16:creationId xmlns:a16="http://schemas.microsoft.com/office/drawing/2014/main" id="{8DCE84D6-EF62-6400-A911-72793EC7969B}"/>
              </a:ext>
            </a:extLst>
          </p:cNvPr>
          <p:cNvSpPr txBox="1"/>
          <p:nvPr/>
        </p:nvSpPr>
        <p:spPr>
          <a:xfrm>
            <a:off x="3175363" y="1078741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IO Overall Impressions</a:t>
            </a:r>
          </a:p>
        </p:txBody>
      </p:sp>
      <p:sp>
        <p:nvSpPr>
          <p:cNvPr id="412" name="Google Shape;100;p2">
            <a:extLst>
              <a:ext uri="{FF2B5EF4-FFF2-40B4-BE49-F238E27FC236}">
                <a16:creationId xmlns:a16="http://schemas.microsoft.com/office/drawing/2014/main" id="{575EB7B2-3632-2476-A821-A2286152AB85}"/>
              </a:ext>
            </a:extLst>
          </p:cNvPr>
          <p:cNvSpPr txBox="1"/>
          <p:nvPr/>
        </p:nvSpPr>
        <p:spPr>
          <a:xfrm>
            <a:off x="5148661" y="1103031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{{ADDED_VALUE_IMPRESSIONS}}</a:t>
            </a:r>
          </a:p>
        </p:txBody>
      </p:sp>
      <p:sp>
        <p:nvSpPr>
          <p:cNvPr id="413" name="Google Shape;100;p2">
            <a:extLst>
              <a:ext uri="{FF2B5EF4-FFF2-40B4-BE49-F238E27FC236}">
                <a16:creationId xmlns:a16="http://schemas.microsoft.com/office/drawing/2014/main" id="{8EB38F4D-2158-5D53-748C-18D50D4673EC}"/>
              </a:ext>
            </a:extLst>
          </p:cNvPr>
          <p:cNvSpPr txBox="1"/>
          <p:nvPr/>
        </p:nvSpPr>
        <p:spPr>
          <a:xfrm>
            <a:off x="5148665" y="1078741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Overall AV</a:t>
            </a:r>
          </a:p>
        </p:txBody>
      </p:sp>
      <p:sp>
        <p:nvSpPr>
          <p:cNvPr id="414" name="Google Shape;100;p2">
            <a:extLst>
              <a:ext uri="{FF2B5EF4-FFF2-40B4-BE49-F238E27FC236}">
                <a16:creationId xmlns:a16="http://schemas.microsoft.com/office/drawing/2014/main" id="{994E5174-452F-E16C-5578-55F2B261BDD7}"/>
              </a:ext>
            </a:extLst>
          </p:cNvPr>
          <p:cNvSpPr txBox="1"/>
          <p:nvPr/>
        </p:nvSpPr>
        <p:spPr>
          <a:xfrm>
            <a:off x="7121963" y="1103031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{{DELIVERY_WITH_AV_PERCENT}}</a:t>
            </a:r>
          </a:p>
        </p:txBody>
      </p:sp>
      <p:sp>
        <p:nvSpPr>
          <p:cNvPr id="415" name="Google Shape;100;p2">
            <a:extLst>
              <a:ext uri="{FF2B5EF4-FFF2-40B4-BE49-F238E27FC236}">
                <a16:creationId xmlns:a16="http://schemas.microsoft.com/office/drawing/2014/main" id="{8E394DBB-D6E5-7D94-07E1-0F083D0BB33C}"/>
              </a:ext>
            </a:extLst>
          </p:cNvPr>
          <p:cNvSpPr txBox="1"/>
          <p:nvPr/>
        </p:nvSpPr>
        <p:spPr>
          <a:xfrm>
            <a:off x="7121967" y="1078741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Delivery incl. AV Imps</a:t>
            </a:r>
          </a:p>
        </p:txBody>
      </p:sp>
      <p:sp>
        <p:nvSpPr>
          <p:cNvPr id="416" name="Google Shape;100;p2">
            <a:extLst>
              <a:ext uri="{FF2B5EF4-FFF2-40B4-BE49-F238E27FC236}">
                <a16:creationId xmlns:a16="http://schemas.microsoft.com/office/drawing/2014/main" id="{E0625D47-A615-6228-4B76-6D527FBED386}"/>
              </a:ext>
            </a:extLst>
          </p:cNvPr>
          <p:cNvSpPr txBox="1"/>
          <p:nvPr/>
        </p:nvSpPr>
        <p:spPr>
          <a:xfrm>
            <a:off x="9095266" y="1103031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{{ADDED_VALUE_WORTH}}</a:t>
            </a:r>
          </a:p>
        </p:txBody>
      </p:sp>
      <p:sp>
        <p:nvSpPr>
          <p:cNvPr id="417" name="Google Shape;100;p2">
            <a:extLst>
              <a:ext uri="{FF2B5EF4-FFF2-40B4-BE49-F238E27FC236}">
                <a16:creationId xmlns:a16="http://schemas.microsoft.com/office/drawing/2014/main" id="{8BE09201-602A-1FAE-2E26-34445B4E3F4C}"/>
              </a:ext>
            </a:extLst>
          </p:cNvPr>
          <p:cNvSpPr txBox="1"/>
          <p:nvPr/>
        </p:nvSpPr>
        <p:spPr>
          <a:xfrm>
            <a:off x="9095270" y="1078741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Worth of Added Value</a:t>
            </a:r>
          </a:p>
        </p:txBody>
      </p:sp>
      <p:sp>
        <p:nvSpPr>
          <p:cNvPr id="418" name="Google Shape;114;p2">
            <a:extLst>
              <a:ext uri="{FF2B5EF4-FFF2-40B4-BE49-F238E27FC236}">
                <a16:creationId xmlns:a16="http://schemas.microsoft.com/office/drawing/2014/main" id="{1BC503D8-AAED-D053-3E7B-442475A3EF96}"/>
              </a:ext>
            </a:extLst>
          </p:cNvPr>
          <p:cNvSpPr txBox="1"/>
          <p:nvPr/>
        </p:nvSpPr>
        <p:spPr>
          <a:xfrm>
            <a:off x="912820" y="1268424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On Screen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19" name="Google Shape;100;p2">
            <a:extLst>
              <a:ext uri="{FF2B5EF4-FFF2-40B4-BE49-F238E27FC236}">
                <a16:creationId xmlns:a16="http://schemas.microsoft.com/office/drawing/2014/main" id="{9A5A244A-4F76-DA51-DC72-9F2A188EF717}"/>
              </a:ext>
            </a:extLst>
          </p:cNvPr>
          <p:cNvSpPr txBox="1"/>
          <p:nvPr/>
        </p:nvSpPr>
        <p:spPr>
          <a:xfrm>
            <a:off x="912820" y="12960635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420" name="Google Shape;110;p2">
            <a:extLst>
              <a:ext uri="{FF2B5EF4-FFF2-40B4-BE49-F238E27FC236}">
                <a16:creationId xmlns:a16="http://schemas.microsoft.com/office/drawing/2014/main" id="{699FF2DB-F1BE-08D1-21DD-1F5276E4A1ED}"/>
              </a:ext>
            </a:extLst>
          </p:cNvPr>
          <p:cNvSpPr txBox="1"/>
          <p:nvPr/>
        </p:nvSpPr>
        <p:spPr>
          <a:xfrm>
            <a:off x="3677697" y="12111787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421" name="Google Shape;114;p2">
            <a:extLst>
              <a:ext uri="{FF2B5EF4-FFF2-40B4-BE49-F238E27FC236}">
                <a16:creationId xmlns:a16="http://schemas.microsoft.com/office/drawing/2014/main" id="{EAD3A6ED-2AA0-C67B-1E90-2E38BFC31020}"/>
              </a:ext>
            </a:extLst>
          </p:cNvPr>
          <p:cNvSpPr txBox="1"/>
          <p:nvPr/>
        </p:nvSpPr>
        <p:spPr>
          <a:xfrm>
            <a:off x="3677697" y="1268424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2" name="Google Shape;100;p2">
            <a:extLst>
              <a:ext uri="{FF2B5EF4-FFF2-40B4-BE49-F238E27FC236}">
                <a16:creationId xmlns:a16="http://schemas.microsoft.com/office/drawing/2014/main" id="{121CE68E-24F4-80DE-30D9-4A4802C858A0}"/>
              </a:ext>
            </a:extLst>
          </p:cNvPr>
          <p:cNvSpPr txBox="1"/>
          <p:nvPr/>
        </p:nvSpPr>
        <p:spPr>
          <a:xfrm>
            <a:off x="3677697" y="12960635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423" name="Google Shape;110;p2">
            <a:extLst>
              <a:ext uri="{FF2B5EF4-FFF2-40B4-BE49-F238E27FC236}">
                <a16:creationId xmlns:a16="http://schemas.microsoft.com/office/drawing/2014/main" id="{5C859FC7-30D4-8AD4-5315-4EA495F3F491}"/>
              </a:ext>
            </a:extLst>
          </p:cNvPr>
          <p:cNvSpPr txBox="1"/>
          <p:nvPr/>
        </p:nvSpPr>
        <p:spPr>
          <a:xfrm>
            <a:off x="6386487" y="12111793"/>
            <a:ext cx="204179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424" name="Google Shape;114;p2">
            <a:extLst>
              <a:ext uri="{FF2B5EF4-FFF2-40B4-BE49-F238E27FC236}">
                <a16:creationId xmlns:a16="http://schemas.microsoft.com/office/drawing/2014/main" id="{F8BCCCAB-D578-B145-2BE3-40B71A8F4742}"/>
              </a:ext>
            </a:extLst>
          </p:cNvPr>
          <p:cNvSpPr txBox="1"/>
          <p:nvPr/>
        </p:nvSpPr>
        <p:spPr>
          <a:xfrm>
            <a:off x="6386487" y="1268424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Engagement Rate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5" name="Google Shape;100;p2">
            <a:extLst>
              <a:ext uri="{FF2B5EF4-FFF2-40B4-BE49-F238E27FC236}">
                <a16:creationId xmlns:a16="http://schemas.microsoft.com/office/drawing/2014/main" id="{5DB39B8E-0583-32B3-B2EF-FAF613F9E95E}"/>
              </a:ext>
            </a:extLst>
          </p:cNvPr>
          <p:cNvSpPr txBox="1"/>
          <p:nvPr/>
        </p:nvSpPr>
        <p:spPr>
          <a:xfrm>
            <a:off x="6386487" y="12960635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426" name="Google Shape;110;p2">
            <a:extLst>
              <a:ext uri="{FF2B5EF4-FFF2-40B4-BE49-F238E27FC236}">
                <a16:creationId xmlns:a16="http://schemas.microsoft.com/office/drawing/2014/main" id="{B7A8358F-2D7F-20EC-9A0C-34DCA352F15C}"/>
              </a:ext>
            </a:extLst>
          </p:cNvPr>
          <p:cNvSpPr txBox="1"/>
          <p:nvPr/>
        </p:nvSpPr>
        <p:spPr>
          <a:xfrm>
            <a:off x="9095278" y="12111787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427" name="Google Shape;114;p2">
            <a:extLst>
              <a:ext uri="{FF2B5EF4-FFF2-40B4-BE49-F238E27FC236}">
                <a16:creationId xmlns:a16="http://schemas.microsoft.com/office/drawing/2014/main" id="{AB551049-013A-CA4F-D78D-97C7000D8F02}"/>
              </a:ext>
            </a:extLst>
          </p:cNvPr>
          <p:cNvSpPr txBox="1"/>
          <p:nvPr/>
        </p:nvSpPr>
        <p:spPr>
          <a:xfrm>
            <a:off x="9095278" y="1268424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8" name="Google Shape;100;p2">
            <a:extLst>
              <a:ext uri="{FF2B5EF4-FFF2-40B4-BE49-F238E27FC236}">
                <a16:creationId xmlns:a16="http://schemas.microsoft.com/office/drawing/2014/main" id="{461E03D2-9909-7269-CA9E-B6B7714CC548}"/>
              </a:ext>
            </a:extLst>
          </p:cNvPr>
          <p:cNvSpPr txBox="1"/>
          <p:nvPr/>
        </p:nvSpPr>
        <p:spPr>
          <a:xfrm>
            <a:off x="9095278" y="12960635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3539AAA7-FF12-24BA-92F5-AE12A163DEB6}"/>
              </a:ext>
            </a:extLst>
          </p:cNvPr>
          <p:cNvSpPr txBox="1"/>
          <p:nvPr/>
        </p:nvSpPr>
        <p:spPr>
          <a:xfrm>
            <a:off x="912806" y="13507244"/>
            <a:ext cx="9949158" cy="48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amet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consectetur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adipiscing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sed do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eiusmod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tempor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incididunt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Ut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enim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ad minim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veniam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quis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nostrud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exercitation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ullamco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laboris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nisi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aliquip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commodo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consequat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Duis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aute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irure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reprehenderit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voluptate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esse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cillum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eu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fugiat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nulla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pariatur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</a:t>
            </a:r>
          </a:p>
        </p:txBody>
      </p:sp>
      <p:pic>
        <p:nvPicPr>
          <p:cNvPr id="431" name="Picture 430" descr="A black and grey gradient&#10;&#10;Description automatically generated">
            <a:extLst>
              <a:ext uri="{FF2B5EF4-FFF2-40B4-BE49-F238E27FC236}">
                <a16:creationId xmlns:a16="http://schemas.microsoft.com/office/drawing/2014/main" id="{48595802-83E2-EBB9-1C38-6463AB40C7C1}"/>
              </a:ext>
            </a:extLst>
          </p:cNvPr>
          <p:cNvPicPr/>
          <p:nvPr/>
        </p:nvPicPr>
        <p:blipFill>
          <a:blip r:embed="rId7"/>
          <a:srcRect t="43945" b="55489"/>
          <a:stretch/>
        </p:blipFill>
        <p:spPr>
          <a:xfrm>
            <a:off x="1" y="30171341"/>
            <a:ext cx="12191999" cy="68947"/>
          </a:xfrm>
          <a:prstGeom prst="rect">
            <a:avLst/>
          </a:prstGeom>
        </p:spPr>
      </p:pic>
      <p:pic>
        <p:nvPicPr>
          <p:cNvPr id="432" name="Graphic 431">
            <a:extLst>
              <a:ext uri="{FF2B5EF4-FFF2-40B4-BE49-F238E27FC236}">
                <a16:creationId xmlns:a16="http://schemas.microsoft.com/office/drawing/2014/main" id="{3B5A6298-999D-3C33-1D01-A27434F9619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9894" y="29895835"/>
            <a:ext cx="897684" cy="147829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5F570EFC-20C7-D966-9280-14322971D465}"/>
              </a:ext>
            </a:extLst>
          </p:cNvPr>
          <p:cNvSpPr txBox="1"/>
          <p:nvPr/>
        </p:nvSpPr>
        <p:spPr>
          <a:xfrm>
            <a:off x="2070795" y="5350915"/>
            <a:ext cx="519951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{{CAMPAIGN_FORMATS}}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35D94E2A-ECD6-D407-B0FF-00A793C21860}"/>
              </a:ext>
            </a:extLst>
          </p:cNvPr>
          <p:cNvSpPr txBox="1"/>
          <p:nvPr/>
        </p:nvSpPr>
        <p:spPr>
          <a:xfrm>
            <a:off x="4399504" y="6739583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{{CLIENT_NAME}}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4ECBEC7F-EA34-769F-C8B4-F3A306438E35}"/>
              </a:ext>
            </a:extLst>
          </p:cNvPr>
          <p:cNvSpPr txBox="1"/>
          <p:nvPr/>
        </p:nvSpPr>
        <p:spPr>
          <a:xfrm>
            <a:off x="3272081" y="7016909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Campaign: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15D2CFAE-F8A6-29CF-D39E-56FAD40CEBCA}"/>
              </a:ext>
            </a:extLst>
          </p:cNvPr>
          <p:cNvSpPr txBox="1"/>
          <p:nvPr/>
        </p:nvSpPr>
        <p:spPr>
          <a:xfrm>
            <a:off x="3272081" y="7294235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Markets: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7BD52762-1E31-A2CD-A111-E609F9DD0606}"/>
              </a:ext>
            </a:extLst>
          </p:cNvPr>
          <p:cNvSpPr txBox="1"/>
          <p:nvPr/>
        </p:nvSpPr>
        <p:spPr>
          <a:xfrm>
            <a:off x="3272081" y="7571561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4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Live Dates: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E903EDC0-2C3C-BCB5-2182-5F511A5FED9D}"/>
              </a:ext>
            </a:extLst>
          </p:cNvPr>
          <p:cNvSpPr txBox="1"/>
          <p:nvPr/>
        </p:nvSpPr>
        <p:spPr>
          <a:xfrm>
            <a:off x="3272075" y="7848886"/>
            <a:ext cx="1381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5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Actual Spend: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F2F165A4-5C55-1786-584A-70045829211E}"/>
              </a:ext>
            </a:extLst>
          </p:cNvPr>
          <p:cNvSpPr txBox="1"/>
          <p:nvPr/>
        </p:nvSpPr>
        <p:spPr>
          <a:xfrm>
            <a:off x="4399504" y="7015591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27BFB6F9-CB20-81EE-51D5-046FB795ECED}"/>
              </a:ext>
            </a:extLst>
          </p:cNvPr>
          <p:cNvSpPr txBox="1"/>
          <p:nvPr/>
        </p:nvSpPr>
        <p:spPr>
          <a:xfrm>
            <a:off x="4399504" y="7291599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{{CAMPAIGN_MARKETS}}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F8299FCC-8D01-5CA9-A4E0-FC287CE3D153}"/>
              </a:ext>
            </a:extLst>
          </p:cNvPr>
          <p:cNvSpPr txBox="1"/>
          <p:nvPr/>
        </p:nvSpPr>
        <p:spPr>
          <a:xfrm>
            <a:off x="4399509" y="7567607"/>
            <a:ext cx="3746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{{LIVE_DATES_FULL}}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273FEA4B-F1FF-89DE-7C4B-75A0B7026E2F}"/>
              </a:ext>
            </a:extLst>
          </p:cNvPr>
          <p:cNvSpPr txBox="1"/>
          <p:nvPr/>
        </p:nvSpPr>
        <p:spPr>
          <a:xfrm>
            <a:off x="4399504" y="7843614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{{CAMPAIGN_BUDGET}}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E5A69948-112A-9A36-761E-A84A4E5ECDBB}"/>
              </a:ext>
            </a:extLst>
          </p:cNvPr>
          <p:cNvSpPr txBox="1"/>
          <p:nvPr/>
        </p:nvSpPr>
        <p:spPr>
          <a:xfrm>
            <a:off x="912806" y="9594693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A8B807CB-8A3D-FF50-D86D-C03CCA74F61B}"/>
              </a:ext>
            </a:extLst>
          </p:cNvPr>
          <p:cNvSpPr txBox="1"/>
          <p:nvPr/>
        </p:nvSpPr>
        <p:spPr>
          <a:xfrm>
            <a:off x="912806" y="9928607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KPIs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D437F0C-3840-9637-648E-558990F5AB6F}"/>
              </a:ext>
            </a:extLst>
          </p:cNvPr>
          <p:cNvSpPr txBox="1"/>
          <p:nvPr/>
        </p:nvSpPr>
        <p:spPr>
          <a:xfrm>
            <a:off x="1851548" y="9255587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83A22464-D1C8-E57E-8F92-14632A107F5A}"/>
              </a:ext>
            </a:extLst>
          </p:cNvPr>
          <p:cNvSpPr txBox="1"/>
          <p:nvPr/>
        </p:nvSpPr>
        <p:spPr>
          <a:xfrm>
            <a:off x="1845328" y="9594693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 Type</a:t>
            </a: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6C9A1FD0-30E2-165F-B054-5229A3501BD5}"/>
              </a:ext>
            </a:extLst>
          </p:cNvPr>
          <p:cNvSpPr txBox="1"/>
          <p:nvPr/>
        </p:nvSpPr>
        <p:spPr>
          <a:xfrm>
            <a:off x="1558615" y="9928607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 1, KPI 2, KPI 3</a:t>
            </a:r>
          </a:p>
        </p:txBody>
      </p:sp>
      <p:sp>
        <p:nvSpPr>
          <p:cNvPr id="491" name="Google Shape;110;p2">
            <a:extLst>
              <a:ext uri="{FF2B5EF4-FFF2-40B4-BE49-F238E27FC236}">
                <a16:creationId xmlns:a16="http://schemas.microsoft.com/office/drawing/2014/main" id="{3B3BE1EC-6C4E-7FE9-AE29-DF3B20FFA1A0}"/>
              </a:ext>
            </a:extLst>
          </p:cNvPr>
          <p:cNvSpPr txBox="1"/>
          <p:nvPr/>
        </p:nvSpPr>
        <p:spPr>
          <a:xfrm>
            <a:off x="912820" y="12111793"/>
            <a:ext cx="204179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C5713D-5181-4897-1F12-66FE406E6E1F}"/>
              </a:ext>
            </a:extLst>
          </p:cNvPr>
          <p:cNvSpPr txBox="1"/>
          <p:nvPr/>
        </p:nvSpPr>
        <p:spPr>
          <a:xfrm>
            <a:off x="912820" y="14789744"/>
            <a:ext cx="8938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453934-4508-BB56-2197-8AA07A8956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66" y="15495122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97C9AE-F6D4-E7AF-6B6D-874F7EE72049}"/>
              </a:ext>
            </a:extLst>
          </p:cNvPr>
          <p:cNvSpPr/>
          <p:nvPr/>
        </p:nvSpPr>
        <p:spPr>
          <a:xfrm>
            <a:off x="779467" y="16806439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71154-E22E-0F8F-DB4C-15B8E09B8FBC}"/>
              </a:ext>
            </a:extLst>
          </p:cNvPr>
          <p:cNvSpPr/>
          <p:nvPr/>
        </p:nvSpPr>
        <p:spPr>
          <a:xfrm>
            <a:off x="779467" y="17370416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100;p2">
            <a:extLst>
              <a:ext uri="{FF2B5EF4-FFF2-40B4-BE49-F238E27FC236}">
                <a16:creationId xmlns:a16="http://schemas.microsoft.com/office/drawing/2014/main" id="{C2FBA442-B94E-3812-BD66-FD49EA084DC8}"/>
              </a:ext>
            </a:extLst>
          </p:cNvPr>
          <p:cNvSpPr txBox="1"/>
          <p:nvPr/>
        </p:nvSpPr>
        <p:spPr>
          <a:xfrm>
            <a:off x="1202057" y="1582631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ADA8C1F-25DF-DAE3-F6F1-6B769147FE87}"/>
              </a:ext>
            </a:extLst>
          </p:cNvPr>
          <p:cNvSpPr txBox="1"/>
          <p:nvPr/>
        </p:nvSpPr>
        <p:spPr>
          <a:xfrm>
            <a:off x="1202066" y="16473158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B56DC389-FEEC-F2D7-F028-35B6CE5AAC66}"/>
              </a:ext>
            </a:extLst>
          </p:cNvPr>
          <p:cNvSpPr txBox="1"/>
          <p:nvPr/>
        </p:nvSpPr>
        <p:spPr>
          <a:xfrm>
            <a:off x="4489543" y="1582631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163A2BB2-D48B-1647-080C-D932C77ED619}"/>
              </a:ext>
            </a:extLst>
          </p:cNvPr>
          <p:cNvSpPr txBox="1"/>
          <p:nvPr/>
        </p:nvSpPr>
        <p:spPr>
          <a:xfrm>
            <a:off x="7950993" y="1582631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33DFA-7DF2-F4C3-EC54-04C443B1ED60}"/>
              </a:ext>
            </a:extLst>
          </p:cNvPr>
          <p:cNvSpPr txBox="1"/>
          <p:nvPr/>
        </p:nvSpPr>
        <p:spPr>
          <a:xfrm>
            <a:off x="1202067" y="1684224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92DA7-739B-87C8-6D14-705368AAA733}"/>
              </a:ext>
            </a:extLst>
          </p:cNvPr>
          <p:cNvSpPr txBox="1"/>
          <p:nvPr/>
        </p:nvSpPr>
        <p:spPr>
          <a:xfrm>
            <a:off x="1202067" y="1712100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C8E9C8-CBD7-D55D-786F-07622CFCC3A4}"/>
              </a:ext>
            </a:extLst>
          </p:cNvPr>
          <p:cNvSpPr txBox="1"/>
          <p:nvPr/>
        </p:nvSpPr>
        <p:spPr>
          <a:xfrm>
            <a:off x="1202067" y="173997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CFB76-C327-9D68-8341-440AEDBCB464}"/>
              </a:ext>
            </a:extLst>
          </p:cNvPr>
          <p:cNvSpPr txBox="1"/>
          <p:nvPr/>
        </p:nvSpPr>
        <p:spPr>
          <a:xfrm>
            <a:off x="2441074" y="1683903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08249-5771-66B3-9753-CFB91A4BB9A4}"/>
              </a:ext>
            </a:extLst>
          </p:cNvPr>
          <p:cNvSpPr txBox="1"/>
          <p:nvPr/>
        </p:nvSpPr>
        <p:spPr>
          <a:xfrm>
            <a:off x="2441074" y="1711779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39801-9276-D19B-2C79-9E8C728A7A14}"/>
              </a:ext>
            </a:extLst>
          </p:cNvPr>
          <p:cNvSpPr txBox="1"/>
          <p:nvPr/>
        </p:nvSpPr>
        <p:spPr>
          <a:xfrm>
            <a:off x="2441074" y="173965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17043C-6CE9-4379-DBDE-ACDE397DE24B}"/>
              </a:ext>
            </a:extLst>
          </p:cNvPr>
          <p:cNvSpPr txBox="1"/>
          <p:nvPr/>
        </p:nvSpPr>
        <p:spPr>
          <a:xfrm>
            <a:off x="4489554" y="1684224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47804-876F-E8B3-F98D-49D3C1D1606A}"/>
              </a:ext>
            </a:extLst>
          </p:cNvPr>
          <p:cNvSpPr txBox="1"/>
          <p:nvPr/>
        </p:nvSpPr>
        <p:spPr>
          <a:xfrm>
            <a:off x="4489554" y="1712100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4EFDD-C8B7-2CC2-CBF6-2F8FE6823299}"/>
              </a:ext>
            </a:extLst>
          </p:cNvPr>
          <p:cNvSpPr txBox="1"/>
          <p:nvPr/>
        </p:nvSpPr>
        <p:spPr>
          <a:xfrm>
            <a:off x="4489554" y="173997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D1B30-92BF-B55E-C77F-4C712F30E120}"/>
              </a:ext>
            </a:extLst>
          </p:cNvPr>
          <p:cNvSpPr txBox="1"/>
          <p:nvPr/>
        </p:nvSpPr>
        <p:spPr>
          <a:xfrm>
            <a:off x="5880367" y="1683903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03DDB6-60DE-2AB8-C0F7-83B10D871906}"/>
              </a:ext>
            </a:extLst>
          </p:cNvPr>
          <p:cNvSpPr txBox="1"/>
          <p:nvPr/>
        </p:nvSpPr>
        <p:spPr>
          <a:xfrm>
            <a:off x="5880367" y="1711779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B10610-479A-33C1-B704-D0F8770D059D}"/>
              </a:ext>
            </a:extLst>
          </p:cNvPr>
          <p:cNvSpPr txBox="1"/>
          <p:nvPr/>
        </p:nvSpPr>
        <p:spPr>
          <a:xfrm>
            <a:off x="5880367" y="173965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807655-BF54-B024-0649-48FA44E86255}"/>
              </a:ext>
            </a:extLst>
          </p:cNvPr>
          <p:cNvSpPr txBox="1"/>
          <p:nvPr/>
        </p:nvSpPr>
        <p:spPr>
          <a:xfrm>
            <a:off x="7951005" y="1684224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F9E165-ABD0-92C8-E3E1-892B6A034D40}"/>
              </a:ext>
            </a:extLst>
          </p:cNvPr>
          <p:cNvSpPr txBox="1"/>
          <p:nvPr/>
        </p:nvSpPr>
        <p:spPr>
          <a:xfrm>
            <a:off x="7951005" y="1712100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E8F4B4-A064-E8E3-A912-27CDC77EB558}"/>
              </a:ext>
            </a:extLst>
          </p:cNvPr>
          <p:cNvSpPr txBox="1"/>
          <p:nvPr/>
        </p:nvSpPr>
        <p:spPr>
          <a:xfrm>
            <a:off x="7951005" y="173997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A3DF8A-B2CA-55BC-B83C-2C7D490F733E}"/>
              </a:ext>
            </a:extLst>
          </p:cNvPr>
          <p:cNvSpPr txBox="1"/>
          <p:nvPr/>
        </p:nvSpPr>
        <p:spPr>
          <a:xfrm>
            <a:off x="9335394" y="1683903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68FCFB-6E77-10AF-1772-B453D4E68677}"/>
              </a:ext>
            </a:extLst>
          </p:cNvPr>
          <p:cNvSpPr txBox="1"/>
          <p:nvPr/>
        </p:nvSpPr>
        <p:spPr>
          <a:xfrm>
            <a:off x="9335394" y="1711779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115255-5455-5012-A018-C16D014AD256}"/>
              </a:ext>
            </a:extLst>
          </p:cNvPr>
          <p:cNvSpPr txBox="1"/>
          <p:nvPr/>
        </p:nvSpPr>
        <p:spPr>
          <a:xfrm>
            <a:off x="9335394" y="173965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28" name="Google Shape;100;p2">
            <a:extLst>
              <a:ext uri="{FF2B5EF4-FFF2-40B4-BE49-F238E27FC236}">
                <a16:creationId xmlns:a16="http://schemas.microsoft.com/office/drawing/2014/main" id="{FBF9AEE1-7211-F376-40BC-5F33D529AD61}"/>
              </a:ext>
            </a:extLst>
          </p:cNvPr>
          <p:cNvSpPr txBox="1"/>
          <p:nvPr/>
        </p:nvSpPr>
        <p:spPr>
          <a:xfrm>
            <a:off x="1202065" y="16163635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29" name="Google Shape;100;p2">
            <a:extLst>
              <a:ext uri="{FF2B5EF4-FFF2-40B4-BE49-F238E27FC236}">
                <a16:creationId xmlns:a16="http://schemas.microsoft.com/office/drawing/2014/main" id="{DA9C25B2-678F-8E86-5FE1-835B63B59B8A}"/>
              </a:ext>
            </a:extLst>
          </p:cNvPr>
          <p:cNvSpPr txBox="1"/>
          <p:nvPr/>
        </p:nvSpPr>
        <p:spPr>
          <a:xfrm>
            <a:off x="4489552" y="16158192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30" name="Google Shape;100;p2">
            <a:extLst>
              <a:ext uri="{FF2B5EF4-FFF2-40B4-BE49-F238E27FC236}">
                <a16:creationId xmlns:a16="http://schemas.microsoft.com/office/drawing/2014/main" id="{A46804C8-24BA-F5E1-3C6E-5F6A1FDAC69D}"/>
              </a:ext>
            </a:extLst>
          </p:cNvPr>
          <p:cNvSpPr txBox="1"/>
          <p:nvPr/>
        </p:nvSpPr>
        <p:spPr>
          <a:xfrm>
            <a:off x="7951004" y="16159872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76899B-DB0A-6ECF-CC4D-693B5CECEEAF}"/>
              </a:ext>
            </a:extLst>
          </p:cNvPr>
          <p:cNvCxnSpPr>
            <a:cxnSpLocks/>
          </p:cNvCxnSpPr>
          <p:nvPr/>
        </p:nvCxnSpPr>
        <p:spPr>
          <a:xfrm>
            <a:off x="4232365" y="15826308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873FB9-1CE5-0AA9-2C5F-DEE74E903CE1}"/>
              </a:ext>
            </a:extLst>
          </p:cNvPr>
          <p:cNvCxnSpPr>
            <a:cxnSpLocks/>
          </p:cNvCxnSpPr>
          <p:nvPr/>
        </p:nvCxnSpPr>
        <p:spPr>
          <a:xfrm>
            <a:off x="7673608" y="15826308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FC0748E-0371-396E-4293-FF6CD3AD12CD}"/>
              </a:ext>
            </a:extLst>
          </p:cNvPr>
          <p:cNvSpPr/>
          <p:nvPr/>
        </p:nvSpPr>
        <p:spPr>
          <a:xfrm>
            <a:off x="779465" y="17936618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8A4E26-6C6C-4BF0-9B6D-3920CE52AA47}"/>
              </a:ext>
            </a:extLst>
          </p:cNvPr>
          <p:cNvSpPr txBox="1"/>
          <p:nvPr/>
        </p:nvSpPr>
        <p:spPr>
          <a:xfrm>
            <a:off x="1202065" y="1768720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0F25ED-0EE0-0C08-0D7C-B06EBBD20DF2}"/>
              </a:ext>
            </a:extLst>
          </p:cNvPr>
          <p:cNvSpPr txBox="1"/>
          <p:nvPr/>
        </p:nvSpPr>
        <p:spPr>
          <a:xfrm>
            <a:off x="1202065" y="1796597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{{TOP_TITLES_CTR_5_NAME}}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49CFE7-F482-6E69-5EAF-33336B5ABB3A}"/>
              </a:ext>
            </a:extLst>
          </p:cNvPr>
          <p:cNvSpPr txBox="1"/>
          <p:nvPr/>
        </p:nvSpPr>
        <p:spPr>
          <a:xfrm>
            <a:off x="2441072" y="1768399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AEE91E-6553-B933-4311-0B3A8617790C}"/>
              </a:ext>
            </a:extLst>
          </p:cNvPr>
          <p:cNvSpPr txBox="1"/>
          <p:nvPr/>
        </p:nvSpPr>
        <p:spPr>
          <a:xfrm>
            <a:off x="2441072" y="1796276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{{TOP_TITLES_CTR_5_VALUE}}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E61F05-72EA-4FEF-5855-6AB08E27FF0C}"/>
              </a:ext>
            </a:extLst>
          </p:cNvPr>
          <p:cNvSpPr txBox="1"/>
          <p:nvPr/>
        </p:nvSpPr>
        <p:spPr>
          <a:xfrm>
            <a:off x="4489552" y="1768720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{{TOP_TITLES_VCR_4_NAME}}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1F7F3-97AC-B8E4-5754-017969464EA7}"/>
              </a:ext>
            </a:extLst>
          </p:cNvPr>
          <p:cNvSpPr txBox="1"/>
          <p:nvPr/>
        </p:nvSpPr>
        <p:spPr>
          <a:xfrm>
            <a:off x="4489552" y="1796597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{{TOP_TITLES_VCR_5_NAME}}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25E45D-94BB-9DCC-A88B-D922A3792793}"/>
              </a:ext>
            </a:extLst>
          </p:cNvPr>
          <p:cNvSpPr txBox="1"/>
          <p:nvPr/>
        </p:nvSpPr>
        <p:spPr>
          <a:xfrm>
            <a:off x="5880365" y="1768399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{{TOP_TITLES_VCR_4_VALUE}}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197D87-4663-E794-AA73-BE08D79BFABA}"/>
              </a:ext>
            </a:extLst>
          </p:cNvPr>
          <p:cNvSpPr txBox="1"/>
          <p:nvPr/>
        </p:nvSpPr>
        <p:spPr>
          <a:xfrm>
            <a:off x="5880365" y="1796276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{{TOP_TITLES_VCR_5_VALUE}}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B9A1A8-49F0-BAC6-14F1-D7DFA6DE61DF}"/>
              </a:ext>
            </a:extLst>
          </p:cNvPr>
          <p:cNvSpPr txBox="1"/>
          <p:nvPr/>
        </p:nvSpPr>
        <p:spPr>
          <a:xfrm>
            <a:off x="7951003" y="1768720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{{TOP_TITLES_ER_4_NAME}}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85870A-7AAB-AE06-61D0-A879BF3445D3}"/>
              </a:ext>
            </a:extLst>
          </p:cNvPr>
          <p:cNvSpPr txBox="1"/>
          <p:nvPr/>
        </p:nvSpPr>
        <p:spPr>
          <a:xfrm>
            <a:off x="7951003" y="1796597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{{TOP_TITLES_ER_5_NAME}}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9D358-8A49-AECC-34EA-1E59FE9A12E2}"/>
              </a:ext>
            </a:extLst>
          </p:cNvPr>
          <p:cNvSpPr txBox="1"/>
          <p:nvPr/>
        </p:nvSpPr>
        <p:spPr>
          <a:xfrm>
            <a:off x="9335392" y="1768399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{{TOP_TITLES_ER_4_VALUE}}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834753-8ACC-595D-2EB6-B5B04625FEB2}"/>
              </a:ext>
            </a:extLst>
          </p:cNvPr>
          <p:cNvSpPr txBox="1"/>
          <p:nvPr/>
        </p:nvSpPr>
        <p:spPr>
          <a:xfrm>
            <a:off x="9335392" y="1796276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{{TOP_TITLES_ER_5_VALUE}}</a:t>
            </a:r>
          </a:p>
        </p:txBody>
      </p:sp>
      <p:sp>
        <p:nvSpPr>
          <p:cNvPr id="442" name="Rounded Rectangle 441">
            <a:extLst>
              <a:ext uri="{FF2B5EF4-FFF2-40B4-BE49-F238E27FC236}">
                <a16:creationId xmlns:a16="http://schemas.microsoft.com/office/drawing/2014/main" id="{2EF76655-DBC0-4532-900C-D9AA83DE8F7D}"/>
              </a:ext>
            </a:extLst>
          </p:cNvPr>
          <p:cNvSpPr/>
          <p:nvPr/>
        </p:nvSpPr>
        <p:spPr>
          <a:xfrm>
            <a:off x="988927" y="29112637"/>
            <a:ext cx="4016692" cy="1059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70C0"/>
              </a:gs>
              <a:gs pos="19000">
                <a:srgbClr val="00BADB"/>
              </a:gs>
              <a:gs pos="62000">
                <a:srgbClr val="92D050"/>
              </a:gs>
              <a:gs pos="42000">
                <a:srgbClr val="91ED5D">
                  <a:lumMod val="75000"/>
                </a:srgbClr>
              </a:gs>
              <a:gs pos="81000">
                <a:srgbClr val="FFC31C"/>
              </a:gs>
              <a:gs pos="100000">
                <a:srgbClr val="FF5850">
                  <a:lumMod val="75000"/>
                </a:srgbClr>
              </a:gs>
            </a:gsLst>
            <a:lin ang="0" scaled="1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algn="ctr" defTabSz="821531" hangingPunct="0">
              <a:defRPr/>
            </a:pPr>
            <a:endParaRPr lang="en-US" sz="2000" kern="0" dirty="0">
              <a:solidFill>
                <a:srgbClr val="FFFFFF"/>
              </a:solidFill>
              <a:latin typeface="Poppins" panose="00000500000000000000" pitchFamily="2" charset="0"/>
              <a:ea typeface="Arial"/>
              <a:cs typeface="Poppins" panose="00000500000000000000" pitchFamily="2" charset="0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66241F43-FBB7-F351-7E4F-83ABE4B1D572}"/>
              </a:ext>
            </a:extLst>
          </p:cNvPr>
          <p:cNvSpPr txBox="1"/>
          <p:nvPr/>
        </p:nvSpPr>
        <p:spPr>
          <a:xfrm>
            <a:off x="912807" y="28822452"/>
            <a:ext cx="1116130" cy="25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800" b="1" spc="2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Arial" panose="020B0604020202020204" pitchFamily="34" charset="0"/>
              </a:rPr>
              <a:t>Less Attention</a:t>
            </a:r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A6D6CA02-3A62-91B4-0BDC-C7CAF7CCC9A7}"/>
              </a:ext>
            </a:extLst>
          </p:cNvPr>
          <p:cNvSpPr txBox="1"/>
          <p:nvPr/>
        </p:nvSpPr>
        <p:spPr>
          <a:xfrm>
            <a:off x="3941153" y="28818780"/>
            <a:ext cx="1116130" cy="25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  <a:defRPr/>
            </a:pPr>
            <a:r>
              <a:rPr lang="en-US" sz="800" b="1" spc="2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Arial" panose="020B0604020202020204" pitchFamily="34" charset="0"/>
              </a:rPr>
              <a:t>More Attention</a:t>
            </a:r>
          </a:p>
        </p:txBody>
      </p:sp>
      <p:pic>
        <p:nvPicPr>
          <p:cNvPr id="445" name="Picture 444">
            <a:extLst>
              <a:ext uri="{FF2B5EF4-FFF2-40B4-BE49-F238E27FC236}">
                <a16:creationId xmlns:a16="http://schemas.microsoft.com/office/drawing/2014/main" id="{FCADF0D9-16B5-4878-2E28-0EA77E7B21D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39285" y="24076779"/>
            <a:ext cx="2623452" cy="5386556"/>
          </a:xfrm>
          <a:prstGeom prst="rect">
            <a:avLst/>
          </a:prstGeom>
        </p:spPr>
      </p:pic>
      <p:sp>
        <p:nvSpPr>
          <p:cNvPr id="446" name="TextBox 445">
            <a:extLst>
              <a:ext uri="{FF2B5EF4-FFF2-40B4-BE49-F238E27FC236}">
                <a16:creationId xmlns:a16="http://schemas.microsoft.com/office/drawing/2014/main" id="{B59E6822-DF9A-BB9B-2825-E4179779DDFF}"/>
              </a:ext>
            </a:extLst>
          </p:cNvPr>
          <p:cNvSpPr txBox="1"/>
          <p:nvPr/>
        </p:nvSpPr>
        <p:spPr>
          <a:xfrm>
            <a:off x="912811" y="26208621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447" name="Google Shape;100;p2">
            <a:extLst>
              <a:ext uri="{FF2B5EF4-FFF2-40B4-BE49-F238E27FC236}">
                <a16:creationId xmlns:a16="http://schemas.microsoft.com/office/drawing/2014/main" id="{5076DEA2-8E92-6C20-5A90-6C3CC9A976BA}"/>
              </a:ext>
            </a:extLst>
          </p:cNvPr>
          <p:cNvSpPr txBox="1"/>
          <p:nvPr/>
        </p:nvSpPr>
        <p:spPr>
          <a:xfrm>
            <a:off x="1189526" y="25935305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Learning One</a:t>
            </a:r>
          </a:p>
        </p:txBody>
      </p:sp>
      <p:pic>
        <p:nvPicPr>
          <p:cNvPr id="512" name="Picture 511">
            <a:extLst>
              <a:ext uri="{FF2B5EF4-FFF2-40B4-BE49-F238E27FC236}">
                <a16:creationId xmlns:a16="http://schemas.microsoft.com/office/drawing/2014/main" id="{D829CACE-70F9-3BE4-65E8-3D5442DE26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931" y="25955509"/>
            <a:ext cx="200599" cy="200599"/>
          </a:xfrm>
          <a:prstGeom prst="rect">
            <a:avLst/>
          </a:prstGeom>
        </p:spPr>
      </p:pic>
      <p:sp>
        <p:nvSpPr>
          <p:cNvPr id="513" name="TextBox 512">
            <a:extLst>
              <a:ext uri="{FF2B5EF4-FFF2-40B4-BE49-F238E27FC236}">
                <a16:creationId xmlns:a16="http://schemas.microsoft.com/office/drawing/2014/main" id="{AC1B4F46-F3F0-AEAF-71D1-AF3276C6A90A}"/>
              </a:ext>
            </a:extLst>
          </p:cNvPr>
          <p:cNvSpPr txBox="1"/>
          <p:nvPr/>
        </p:nvSpPr>
        <p:spPr>
          <a:xfrm>
            <a:off x="912811" y="27136447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14" name="Google Shape;100;p2">
            <a:extLst>
              <a:ext uri="{FF2B5EF4-FFF2-40B4-BE49-F238E27FC236}">
                <a16:creationId xmlns:a16="http://schemas.microsoft.com/office/drawing/2014/main" id="{FD754FC2-6275-985E-2598-4267D058CE8D}"/>
              </a:ext>
            </a:extLst>
          </p:cNvPr>
          <p:cNvSpPr txBox="1"/>
          <p:nvPr/>
        </p:nvSpPr>
        <p:spPr>
          <a:xfrm>
            <a:off x="1189526" y="26862722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Learning Two</a:t>
            </a:r>
          </a:p>
        </p:txBody>
      </p:sp>
      <p:pic>
        <p:nvPicPr>
          <p:cNvPr id="515" name="Picture 514">
            <a:extLst>
              <a:ext uri="{FF2B5EF4-FFF2-40B4-BE49-F238E27FC236}">
                <a16:creationId xmlns:a16="http://schemas.microsoft.com/office/drawing/2014/main" id="{6C5CDAA6-3BC2-883D-AC2B-ABFBABEA90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931" y="26883335"/>
            <a:ext cx="200599" cy="200599"/>
          </a:xfrm>
          <a:prstGeom prst="rect">
            <a:avLst/>
          </a:prstGeom>
        </p:spPr>
      </p:pic>
      <p:sp>
        <p:nvSpPr>
          <p:cNvPr id="516" name="TextBox 515">
            <a:extLst>
              <a:ext uri="{FF2B5EF4-FFF2-40B4-BE49-F238E27FC236}">
                <a16:creationId xmlns:a16="http://schemas.microsoft.com/office/drawing/2014/main" id="{475BB828-3828-1915-BBE3-23398987C39C}"/>
              </a:ext>
            </a:extLst>
          </p:cNvPr>
          <p:cNvSpPr txBox="1"/>
          <p:nvPr/>
        </p:nvSpPr>
        <p:spPr>
          <a:xfrm>
            <a:off x="912811" y="28072023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17" name="Google Shape;100;p2">
            <a:extLst>
              <a:ext uri="{FF2B5EF4-FFF2-40B4-BE49-F238E27FC236}">
                <a16:creationId xmlns:a16="http://schemas.microsoft.com/office/drawing/2014/main" id="{515F5177-F871-4114-9477-49966D247ECD}"/>
              </a:ext>
            </a:extLst>
          </p:cNvPr>
          <p:cNvSpPr txBox="1"/>
          <p:nvPr/>
        </p:nvSpPr>
        <p:spPr>
          <a:xfrm>
            <a:off x="1189526" y="27791977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Learning Three</a:t>
            </a:r>
          </a:p>
        </p:txBody>
      </p:sp>
      <p:pic>
        <p:nvPicPr>
          <p:cNvPr id="518" name="Picture 517">
            <a:extLst>
              <a:ext uri="{FF2B5EF4-FFF2-40B4-BE49-F238E27FC236}">
                <a16:creationId xmlns:a16="http://schemas.microsoft.com/office/drawing/2014/main" id="{C5FF5F3E-4D5D-30EB-E612-BA6AA73E9C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931" y="27818911"/>
            <a:ext cx="200599" cy="200599"/>
          </a:xfrm>
          <a:prstGeom prst="rect">
            <a:avLst/>
          </a:prstGeom>
        </p:spPr>
      </p:pic>
      <p:sp>
        <p:nvSpPr>
          <p:cNvPr id="519" name="TextBox 518">
            <a:extLst>
              <a:ext uri="{FF2B5EF4-FFF2-40B4-BE49-F238E27FC236}">
                <a16:creationId xmlns:a16="http://schemas.microsoft.com/office/drawing/2014/main" id="{4C56A59E-6803-D827-022D-BE62E3474A89}"/>
              </a:ext>
            </a:extLst>
          </p:cNvPr>
          <p:cNvSpPr txBox="1"/>
          <p:nvPr/>
        </p:nvSpPr>
        <p:spPr>
          <a:xfrm>
            <a:off x="912811" y="24669265"/>
            <a:ext cx="38956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Learnings &amp; Recommendations.</a:t>
            </a:r>
          </a:p>
        </p:txBody>
      </p:sp>
      <p:pic>
        <p:nvPicPr>
          <p:cNvPr id="520" name="Picture 519">
            <a:extLst>
              <a:ext uri="{FF2B5EF4-FFF2-40B4-BE49-F238E27FC236}">
                <a16:creationId xmlns:a16="http://schemas.microsoft.com/office/drawing/2014/main" id="{A477256C-A1B1-E78C-7FF3-B2F950655E6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7804" t="34429" r="10565" b="33342"/>
          <a:stretch>
            <a:fillRect/>
          </a:stretch>
        </p:blipFill>
        <p:spPr>
          <a:xfrm>
            <a:off x="1016858" y="24312520"/>
            <a:ext cx="967589" cy="177818"/>
          </a:xfrm>
          <a:prstGeom prst="rect">
            <a:avLst/>
          </a:prstGeom>
        </p:spPr>
      </p:pic>
      <p:pic>
        <p:nvPicPr>
          <p:cNvPr id="459" name="Picture 458">
            <a:extLst>
              <a:ext uri="{FF2B5EF4-FFF2-40B4-BE49-F238E27FC236}">
                <a16:creationId xmlns:a16="http://schemas.microsoft.com/office/drawing/2014/main" id="{6161D1A5-86A0-CA48-F98F-4F3009AC7EB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3981" b="23981"/>
          <a:stretch/>
        </p:blipFill>
        <p:spPr>
          <a:xfrm>
            <a:off x="779459" y="20118752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60" name="Rounded Rectangle 459">
            <a:extLst>
              <a:ext uri="{FF2B5EF4-FFF2-40B4-BE49-F238E27FC236}">
                <a16:creationId xmlns:a16="http://schemas.microsoft.com/office/drawing/2014/main" id="{F5F129B9-0DF9-4D9E-3043-368283D657CD}"/>
              </a:ext>
            </a:extLst>
          </p:cNvPr>
          <p:cNvSpPr/>
          <p:nvPr/>
        </p:nvSpPr>
        <p:spPr>
          <a:xfrm>
            <a:off x="1136695" y="20965061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1" name="Graphic 460">
            <a:extLst>
              <a:ext uri="{FF2B5EF4-FFF2-40B4-BE49-F238E27FC236}">
                <a16:creationId xmlns:a16="http://schemas.microsoft.com/office/drawing/2014/main" id="{B3F0DE34-9A06-52B4-619A-5DAD6A3FF9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34312" y="19517220"/>
            <a:ext cx="1908894" cy="296653"/>
          </a:xfrm>
          <a:prstGeom prst="rect">
            <a:avLst/>
          </a:prstGeom>
        </p:spPr>
      </p:pic>
      <p:sp>
        <p:nvSpPr>
          <p:cNvPr id="462" name="Google Shape;114;p2">
            <a:extLst>
              <a:ext uri="{FF2B5EF4-FFF2-40B4-BE49-F238E27FC236}">
                <a16:creationId xmlns:a16="http://schemas.microsoft.com/office/drawing/2014/main" id="{9100A31C-E0D3-9DDD-EC17-5D12C16E68E6}"/>
              </a:ext>
            </a:extLst>
          </p:cNvPr>
          <p:cNvSpPr txBox="1"/>
          <p:nvPr/>
        </p:nvSpPr>
        <p:spPr>
          <a:xfrm>
            <a:off x="1142154" y="20581368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Attribution</a:t>
            </a:r>
          </a:p>
        </p:txBody>
      </p:sp>
      <p:sp>
        <p:nvSpPr>
          <p:cNvPr id="463" name="Google Shape;110;p2">
            <a:extLst>
              <a:ext uri="{FF2B5EF4-FFF2-40B4-BE49-F238E27FC236}">
                <a16:creationId xmlns:a16="http://schemas.microsoft.com/office/drawing/2014/main" id="{750E1234-1681-40C4-75B6-5D52658D7BFF}"/>
              </a:ext>
            </a:extLst>
          </p:cNvPr>
          <p:cNvSpPr txBox="1"/>
          <p:nvPr/>
        </p:nvSpPr>
        <p:spPr>
          <a:xfrm>
            <a:off x="3468625" y="20461546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20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lang="en-GB" sz="2000" b="1" spc="100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sz="1600" b="1" spc="1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64" name="Google Shape;114;p2">
            <a:extLst>
              <a:ext uri="{FF2B5EF4-FFF2-40B4-BE49-F238E27FC236}">
                <a16:creationId xmlns:a16="http://schemas.microsoft.com/office/drawing/2014/main" id="{F0CF4B23-9AB1-B36F-7D77-42F43A59FAE5}"/>
              </a:ext>
            </a:extLst>
          </p:cNvPr>
          <p:cNvSpPr txBox="1"/>
          <p:nvPr/>
        </p:nvSpPr>
        <p:spPr>
          <a:xfrm>
            <a:off x="1247099" y="21329173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65" name="Google Shape;100;p2">
            <a:extLst>
              <a:ext uri="{FF2B5EF4-FFF2-40B4-BE49-F238E27FC236}">
                <a16:creationId xmlns:a16="http://schemas.microsoft.com/office/drawing/2014/main" id="{4DF567B0-C46B-53BF-C9AF-266D1801FABC}"/>
              </a:ext>
            </a:extLst>
          </p:cNvPr>
          <p:cNvSpPr txBox="1"/>
          <p:nvPr/>
        </p:nvSpPr>
        <p:spPr>
          <a:xfrm>
            <a:off x="1142154" y="20434282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5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Creative Diagnosis</a:t>
            </a:r>
          </a:p>
        </p:txBody>
      </p:sp>
      <p:sp>
        <p:nvSpPr>
          <p:cNvPr id="466" name="Google Shape;114;p2">
            <a:extLst>
              <a:ext uri="{FF2B5EF4-FFF2-40B4-BE49-F238E27FC236}">
                <a16:creationId xmlns:a16="http://schemas.microsoft.com/office/drawing/2014/main" id="{B7077C27-F1E2-4CA1-768C-003C0481E201}"/>
              </a:ext>
            </a:extLst>
          </p:cNvPr>
          <p:cNvSpPr txBox="1"/>
          <p:nvPr/>
        </p:nvSpPr>
        <p:spPr>
          <a:xfrm>
            <a:off x="3596458" y="21329173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F4AD58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67" name="Google Shape;110;p2">
            <a:extLst>
              <a:ext uri="{FF2B5EF4-FFF2-40B4-BE49-F238E27FC236}">
                <a16:creationId xmlns:a16="http://schemas.microsoft.com/office/drawing/2014/main" id="{C6FE0F4D-D8C0-16CA-696F-605E07546FA2}"/>
              </a:ext>
            </a:extLst>
          </p:cNvPr>
          <p:cNvSpPr txBox="1"/>
          <p:nvPr/>
        </p:nvSpPr>
        <p:spPr>
          <a:xfrm>
            <a:off x="1247099" y="21033309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68" name="Google Shape;110;p2">
            <a:extLst>
              <a:ext uri="{FF2B5EF4-FFF2-40B4-BE49-F238E27FC236}">
                <a16:creationId xmlns:a16="http://schemas.microsoft.com/office/drawing/2014/main" id="{576FC86B-AB67-BE12-A99D-BC97ACCB101C}"/>
              </a:ext>
            </a:extLst>
          </p:cNvPr>
          <p:cNvSpPr txBox="1"/>
          <p:nvPr/>
        </p:nvSpPr>
        <p:spPr>
          <a:xfrm>
            <a:off x="3596458" y="21032866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F4AD58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69" name="Rounded Rectangle 468">
            <a:extLst>
              <a:ext uri="{FF2B5EF4-FFF2-40B4-BE49-F238E27FC236}">
                <a16:creationId xmlns:a16="http://schemas.microsoft.com/office/drawing/2014/main" id="{68C7B06B-F039-9A8D-44F2-614B7B2016C2}"/>
              </a:ext>
            </a:extLst>
          </p:cNvPr>
          <p:cNvSpPr/>
          <p:nvPr/>
        </p:nvSpPr>
        <p:spPr>
          <a:xfrm>
            <a:off x="6418724" y="20959824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0" name="Google Shape;114;p2">
            <a:extLst>
              <a:ext uri="{FF2B5EF4-FFF2-40B4-BE49-F238E27FC236}">
                <a16:creationId xmlns:a16="http://schemas.microsoft.com/office/drawing/2014/main" id="{C66C10D5-0BAD-C9F3-673A-627C46A86170}"/>
              </a:ext>
            </a:extLst>
          </p:cNvPr>
          <p:cNvSpPr txBox="1"/>
          <p:nvPr/>
        </p:nvSpPr>
        <p:spPr>
          <a:xfrm>
            <a:off x="6424183" y="20576131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Consideration</a:t>
            </a:r>
          </a:p>
        </p:txBody>
      </p:sp>
      <p:sp>
        <p:nvSpPr>
          <p:cNvPr id="471" name="Google Shape;110;p2">
            <a:extLst>
              <a:ext uri="{FF2B5EF4-FFF2-40B4-BE49-F238E27FC236}">
                <a16:creationId xmlns:a16="http://schemas.microsoft.com/office/drawing/2014/main" id="{077809D0-21A7-C781-40FF-366039C148C6}"/>
              </a:ext>
            </a:extLst>
          </p:cNvPr>
          <p:cNvSpPr txBox="1"/>
          <p:nvPr/>
        </p:nvSpPr>
        <p:spPr>
          <a:xfrm>
            <a:off x="8750654" y="20456309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20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lang="en-GB" sz="2000" b="1" spc="100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sz="1600" b="1" spc="1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72" name="Google Shape;114;p2">
            <a:extLst>
              <a:ext uri="{FF2B5EF4-FFF2-40B4-BE49-F238E27FC236}">
                <a16:creationId xmlns:a16="http://schemas.microsoft.com/office/drawing/2014/main" id="{4FAD9E70-FB29-4A4D-ADC0-A2B37938C168}"/>
              </a:ext>
            </a:extLst>
          </p:cNvPr>
          <p:cNvSpPr txBox="1"/>
          <p:nvPr/>
        </p:nvSpPr>
        <p:spPr>
          <a:xfrm>
            <a:off x="6529128" y="21323936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73" name="Google Shape;100;p2">
            <a:extLst>
              <a:ext uri="{FF2B5EF4-FFF2-40B4-BE49-F238E27FC236}">
                <a16:creationId xmlns:a16="http://schemas.microsoft.com/office/drawing/2014/main" id="{4579EC06-7D42-6BBD-0444-23AD9F2AD761}"/>
              </a:ext>
            </a:extLst>
          </p:cNvPr>
          <p:cNvSpPr txBox="1"/>
          <p:nvPr/>
        </p:nvSpPr>
        <p:spPr>
          <a:xfrm>
            <a:off x="6424183" y="20429045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5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474" name="Google Shape;114;p2">
            <a:extLst>
              <a:ext uri="{FF2B5EF4-FFF2-40B4-BE49-F238E27FC236}">
                <a16:creationId xmlns:a16="http://schemas.microsoft.com/office/drawing/2014/main" id="{AF32B8F1-D864-AD24-2437-7CD1F47A1B37}"/>
              </a:ext>
            </a:extLst>
          </p:cNvPr>
          <p:cNvSpPr txBox="1"/>
          <p:nvPr/>
        </p:nvSpPr>
        <p:spPr>
          <a:xfrm>
            <a:off x="8878487" y="21323936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F4AD58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75" name="Google Shape;110;p2">
            <a:extLst>
              <a:ext uri="{FF2B5EF4-FFF2-40B4-BE49-F238E27FC236}">
                <a16:creationId xmlns:a16="http://schemas.microsoft.com/office/drawing/2014/main" id="{7677DE4C-20C1-ED78-309A-39098933E76B}"/>
              </a:ext>
            </a:extLst>
          </p:cNvPr>
          <p:cNvSpPr txBox="1"/>
          <p:nvPr/>
        </p:nvSpPr>
        <p:spPr>
          <a:xfrm>
            <a:off x="6529128" y="21028072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92" name="Google Shape;110;p2">
            <a:extLst>
              <a:ext uri="{FF2B5EF4-FFF2-40B4-BE49-F238E27FC236}">
                <a16:creationId xmlns:a16="http://schemas.microsoft.com/office/drawing/2014/main" id="{085DFF6C-9BEC-A835-16DA-32D4EF8CB782}"/>
              </a:ext>
            </a:extLst>
          </p:cNvPr>
          <p:cNvSpPr txBox="1"/>
          <p:nvPr/>
        </p:nvSpPr>
        <p:spPr>
          <a:xfrm>
            <a:off x="8878487" y="21027629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F4AD58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93" name="Rounded Rectangle 492">
            <a:extLst>
              <a:ext uri="{FF2B5EF4-FFF2-40B4-BE49-F238E27FC236}">
                <a16:creationId xmlns:a16="http://schemas.microsoft.com/office/drawing/2014/main" id="{254AB5D8-B737-ABB8-1001-7A6387B36199}"/>
              </a:ext>
            </a:extLst>
          </p:cNvPr>
          <p:cNvSpPr/>
          <p:nvPr/>
        </p:nvSpPr>
        <p:spPr>
          <a:xfrm>
            <a:off x="1136695" y="22305346"/>
            <a:ext cx="4578439" cy="685982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" name="Google Shape;114;p2">
            <a:extLst>
              <a:ext uri="{FF2B5EF4-FFF2-40B4-BE49-F238E27FC236}">
                <a16:creationId xmlns:a16="http://schemas.microsoft.com/office/drawing/2014/main" id="{5C89ECE9-EBF3-F2B0-8052-BB8C0ECB50FE}"/>
              </a:ext>
            </a:extLst>
          </p:cNvPr>
          <p:cNvSpPr txBox="1"/>
          <p:nvPr/>
        </p:nvSpPr>
        <p:spPr>
          <a:xfrm>
            <a:off x="1142154" y="21921653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Brand Familiarity</a:t>
            </a:r>
          </a:p>
        </p:txBody>
      </p:sp>
      <p:sp>
        <p:nvSpPr>
          <p:cNvPr id="495" name="Google Shape;110;p2">
            <a:extLst>
              <a:ext uri="{FF2B5EF4-FFF2-40B4-BE49-F238E27FC236}">
                <a16:creationId xmlns:a16="http://schemas.microsoft.com/office/drawing/2014/main" id="{85973842-A889-B86D-EC97-0709B17AB32A}"/>
              </a:ext>
            </a:extLst>
          </p:cNvPr>
          <p:cNvSpPr txBox="1"/>
          <p:nvPr/>
        </p:nvSpPr>
        <p:spPr>
          <a:xfrm>
            <a:off x="3468625" y="21801831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20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lang="en-GB" sz="2000" b="1" spc="100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sz="1600" b="1" spc="1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96" name="Google Shape;114;p2">
            <a:extLst>
              <a:ext uri="{FF2B5EF4-FFF2-40B4-BE49-F238E27FC236}">
                <a16:creationId xmlns:a16="http://schemas.microsoft.com/office/drawing/2014/main" id="{A6E1886C-7C05-E43D-A7E2-142535C371C2}"/>
              </a:ext>
            </a:extLst>
          </p:cNvPr>
          <p:cNvSpPr txBox="1"/>
          <p:nvPr/>
        </p:nvSpPr>
        <p:spPr>
          <a:xfrm>
            <a:off x="1247099" y="22669458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97" name="Google Shape;100;p2">
            <a:extLst>
              <a:ext uri="{FF2B5EF4-FFF2-40B4-BE49-F238E27FC236}">
                <a16:creationId xmlns:a16="http://schemas.microsoft.com/office/drawing/2014/main" id="{AEC20A32-58CA-F781-0D91-F1C469CA090C}"/>
              </a:ext>
            </a:extLst>
          </p:cNvPr>
          <p:cNvSpPr txBox="1"/>
          <p:nvPr/>
        </p:nvSpPr>
        <p:spPr>
          <a:xfrm>
            <a:off x="1142154" y="21774567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5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498" name="Google Shape;114;p2">
            <a:extLst>
              <a:ext uri="{FF2B5EF4-FFF2-40B4-BE49-F238E27FC236}">
                <a16:creationId xmlns:a16="http://schemas.microsoft.com/office/drawing/2014/main" id="{228099EC-0813-E9E6-29ED-9AB60C4CFA99}"/>
              </a:ext>
            </a:extLst>
          </p:cNvPr>
          <p:cNvSpPr txBox="1"/>
          <p:nvPr/>
        </p:nvSpPr>
        <p:spPr>
          <a:xfrm>
            <a:off x="3596458" y="22669458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F4AD58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99" name="Google Shape;110;p2">
            <a:extLst>
              <a:ext uri="{FF2B5EF4-FFF2-40B4-BE49-F238E27FC236}">
                <a16:creationId xmlns:a16="http://schemas.microsoft.com/office/drawing/2014/main" id="{BFFD00CD-5674-CEB0-3B77-13894BF62859}"/>
              </a:ext>
            </a:extLst>
          </p:cNvPr>
          <p:cNvSpPr txBox="1"/>
          <p:nvPr/>
        </p:nvSpPr>
        <p:spPr>
          <a:xfrm>
            <a:off x="1247099" y="22373594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0" name="Google Shape;110;p2">
            <a:extLst>
              <a:ext uri="{FF2B5EF4-FFF2-40B4-BE49-F238E27FC236}">
                <a16:creationId xmlns:a16="http://schemas.microsoft.com/office/drawing/2014/main" id="{294C2E73-07A2-A298-8B53-6690E0EC1B86}"/>
              </a:ext>
            </a:extLst>
          </p:cNvPr>
          <p:cNvSpPr txBox="1"/>
          <p:nvPr/>
        </p:nvSpPr>
        <p:spPr>
          <a:xfrm>
            <a:off x="3596458" y="22373151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F4AD58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1" name="Rounded Rectangle 500">
            <a:extLst>
              <a:ext uri="{FF2B5EF4-FFF2-40B4-BE49-F238E27FC236}">
                <a16:creationId xmlns:a16="http://schemas.microsoft.com/office/drawing/2014/main" id="{8CF7DE18-4E6C-2577-E8D1-5CA96A618097}"/>
              </a:ext>
            </a:extLst>
          </p:cNvPr>
          <p:cNvSpPr/>
          <p:nvPr/>
        </p:nvSpPr>
        <p:spPr>
          <a:xfrm>
            <a:off x="6418724" y="22300109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2" name="Google Shape;114;p2">
            <a:extLst>
              <a:ext uri="{FF2B5EF4-FFF2-40B4-BE49-F238E27FC236}">
                <a16:creationId xmlns:a16="http://schemas.microsoft.com/office/drawing/2014/main" id="{53F71281-2FD8-BA3E-D3F9-F79613DCB71B}"/>
              </a:ext>
            </a:extLst>
          </p:cNvPr>
          <p:cNvSpPr txBox="1"/>
          <p:nvPr/>
        </p:nvSpPr>
        <p:spPr>
          <a:xfrm>
            <a:off x="6424183" y="21916416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Preference</a:t>
            </a:r>
          </a:p>
        </p:txBody>
      </p:sp>
      <p:sp>
        <p:nvSpPr>
          <p:cNvPr id="503" name="Google Shape;110;p2">
            <a:extLst>
              <a:ext uri="{FF2B5EF4-FFF2-40B4-BE49-F238E27FC236}">
                <a16:creationId xmlns:a16="http://schemas.microsoft.com/office/drawing/2014/main" id="{D62336AF-0195-8619-0820-74505F5B94AE}"/>
              </a:ext>
            </a:extLst>
          </p:cNvPr>
          <p:cNvSpPr txBox="1"/>
          <p:nvPr/>
        </p:nvSpPr>
        <p:spPr>
          <a:xfrm>
            <a:off x="8750654" y="21796594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20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lang="en-GB" sz="2000" b="1" spc="100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sz="1600" b="1" spc="1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4" name="Google Shape;114;p2">
            <a:extLst>
              <a:ext uri="{FF2B5EF4-FFF2-40B4-BE49-F238E27FC236}">
                <a16:creationId xmlns:a16="http://schemas.microsoft.com/office/drawing/2014/main" id="{DC041142-8CBC-7851-0DC4-F0600D5D993F}"/>
              </a:ext>
            </a:extLst>
          </p:cNvPr>
          <p:cNvSpPr txBox="1"/>
          <p:nvPr/>
        </p:nvSpPr>
        <p:spPr>
          <a:xfrm>
            <a:off x="6529128" y="22664221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505" name="Google Shape;100;p2">
            <a:extLst>
              <a:ext uri="{FF2B5EF4-FFF2-40B4-BE49-F238E27FC236}">
                <a16:creationId xmlns:a16="http://schemas.microsoft.com/office/drawing/2014/main" id="{EFDB92DC-7AC0-C6AB-43B4-4309FE493E83}"/>
              </a:ext>
            </a:extLst>
          </p:cNvPr>
          <p:cNvSpPr txBox="1"/>
          <p:nvPr/>
        </p:nvSpPr>
        <p:spPr>
          <a:xfrm>
            <a:off x="6424183" y="21769330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5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506" name="Google Shape;114;p2">
            <a:extLst>
              <a:ext uri="{FF2B5EF4-FFF2-40B4-BE49-F238E27FC236}">
                <a16:creationId xmlns:a16="http://schemas.microsoft.com/office/drawing/2014/main" id="{22E0643E-1759-E534-54ED-E938296868CC}"/>
              </a:ext>
            </a:extLst>
          </p:cNvPr>
          <p:cNvSpPr txBox="1"/>
          <p:nvPr/>
        </p:nvSpPr>
        <p:spPr>
          <a:xfrm>
            <a:off x="8878487" y="22664221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F4AD58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507" name="Google Shape;110;p2">
            <a:extLst>
              <a:ext uri="{FF2B5EF4-FFF2-40B4-BE49-F238E27FC236}">
                <a16:creationId xmlns:a16="http://schemas.microsoft.com/office/drawing/2014/main" id="{1F4C113B-7B62-C22F-E4B0-F71BB92E4A99}"/>
              </a:ext>
            </a:extLst>
          </p:cNvPr>
          <p:cNvSpPr txBox="1"/>
          <p:nvPr/>
        </p:nvSpPr>
        <p:spPr>
          <a:xfrm>
            <a:off x="6529128" y="22368357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8" name="Google Shape;110;p2">
            <a:extLst>
              <a:ext uri="{FF2B5EF4-FFF2-40B4-BE49-F238E27FC236}">
                <a16:creationId xmlns:a16="http://schemas.microsoft.com/office/drawing/2014/main" id="{12B1C282-2C80-EE09-9D75-17B0598EA1D3}"/>
              </a:ext>
            </a:extLst>
          </p:cNvPr>
          <p:cNvSpPr txBox="1"/>
          <p:nvPr/>
        </p:nvSpPr>
        <p:spPr>
          <a:xfrm>
            <a:off x="8878487" y="22367914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F4AD58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602C0729-90D1-6C86-F1D5-6229FED4F213}"/>
              </a:ext>
            </a:extLst>
          </p:cNvPr>
          <p:cNvSpPr txBox="1"/>
          <p:nvPr/>
        </p:nvSpPr>
        <p:spPr>
          <a:xfrm>
            <a:off x="912807" y="19316745"/>
            <a:ext cx="6357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3203</TotalTime>
  <Words>813</Words>
  <Application>Microsoft Macintosh PowerPoint</Application>
  <PresentationFormat>Custom</PresentationFormat>
  <Paragraphs>123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Inter</vt:lpstr>
      <vt:lpstr>Aptos</vt:lpstr>
      <vt:lpstr>Calibri</vt:lpstr>
      <vt:lpstr>Inter SemiBold</vt:lpstr>
      <vt:lpstr>Calibri Light</vt:lpstr>
      <vt:lpstr>Poppins</vt:lpstr>
      <vt:lpstr>Arial</vt:lpstr>
      <vt:lpstr>MOBKOI 2024 Colour Palette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72</cp:revision>
  <dcterms:created xsi:type="dcterms:W3CDTF">2025-02-28T16:34:04Z</dcterms:created>
  <dcterms:modified xsi:type="dcterms:W3CDTF">2026-05-07T12:10:53Z</dcterms:modified>
</cp:coreProperties>
</file>