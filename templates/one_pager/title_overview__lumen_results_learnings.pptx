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696" r:id="rId1"/>
  </p:sldMasterIdLst>
  <p:notesMasterIdLst>
    <p:notesMasterId r:id="rId3"/>
  </p:notesMasterIdLst>
  <p:sldIdLst>
    <p:sldId id="257" r:id="rId2"/>
  </p:sldIdLst>
  <p:sldSz cx="12192000" cy="30959425"/>
  <p:notesSz cx="6858000" cy="9144000"/>
  <p:embeddedFontLst>
    <p:embeddedFont>
      <p:font typeface="Inter" panose="02000503000000020004" pitchFamily="2" charset="0"/>
      <p:regular r:id="rId4"/>
      <p:bold r:id="rId4"/>
      <p:italic r:id="rId5"/>
      <p:boldItalic r:id="rId5"/>
    </p:embeddedFont>
    <p:embeddedFont>
      <p:font typeface="Inter Medium" panose="02000503000000020004" pitchFamily="2" charset="0"/>
      <p:regular r:id="rId6"/>
      <p:italic r:id="rId7"/>
    </p:embeddedFont>
    <p:embeddedFont>
      <p:font typeface="Inter SemiBold" panose="02000503000000020004" pitchFamily="2" charset="0"/>
      <p:regular r:id="rId5"/>
      <p:bold r:id="rId5"/>
      <p:italic r:id="rId5"/>
      <p:boldItalic r:id="rId8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363FF"/>
    <a:srgbClr val="EDF1FA"/>
    <a:srgbClr val="F4AD58"/>
    <a:srgbClr val="7E47F6"/>
    <a:srgbClr val="FFFFFF"/>
    <a:srgbClr val="99DFFC"/>
    <a:srgbClr val="FFC09B"/>
    <a:srgbClr val="743DD5"/>
    <a:srgbClr val="F59AC1"/>
    <a:srgbClr val="C1A8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521"/>
    <p:restoredTop sz="96846"/>
  </p:normalViewPr>
  <p:slideViewPr>
    <p:cSldViewPr snapToGrid="0">
      <p:cViewPr>
        <p:scale>
          <a:sx n="90" d="100"/>
          <a:sy n="90" d="100"/>
        </p:scale>
        <p:origin x="792" y="-10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theme" Target="theme/theme1.xml"/><Relationship Id="rId5" Type="http://schemas.openxmlformats.org/officeDocument/2006/relationships/font" Target="fonts/font2.fntdata"/><Relationship Id="rId10" Type="http://schemas.openxmlformats.org/officeDocument/2006/relationships/viewProps" Target="viewProps.xml"/><Relationship Id="rId4" Type="http://schemas.openxmlformats.org/officeDocument/2006/relationships/font" Target="fonts/font1.fntdata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687F88-BEAB-6644-B915-00A943FB8A4E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20988" y="1143000"/>
            <a:ext cx="12160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FD7DA0-5E00-7349-828C-9EC62B17858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89037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2" name="Google Shape;9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820988" y="1143000"/>
            <a:ext cx="1216025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5066748"/>
            <a:ext cx="9144000" cy="10778467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16260871"/>
            <a:ext cx="9144000" cy="747469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06591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878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7718373"/>
            <a:ext cx="10515600" cy="12878258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20718458"/>
            <a:ext cx="10515600" cy="6772373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5534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8241522"/>
            <a:ext cx="5181600" cy="196434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8241522"/>
            <a:ext cx="5181600" cy="1964347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2688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1648307"/>
            <a:ext cx="10515600" cy="5984059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91" y="7589368"/>
            <a:ext cx="5157787" cy="37194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91" y="11308799"/>
            <a:ext cx="5157787" cy="1663352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7589368"/>
            <a:ext cx="5183188" cy="3719429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11308799"/>
            <a:ext cx="5183188" cy="1663352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05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92191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975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063966"/>
            <a:ext cx="3932237" cy="72238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4457592"/>
            <a:ext cx="6172200" cy="22001258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287834"/>
            <a:ext cx="3932237" cy="172068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6632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9" y="2063966"/>
            <a:ext cx="3932237" cy="7223867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4457592"/>
            <a:ext cx="6172200" cy="22001258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9" y="9287834"/>
            <a:ext cx="3932237" cy="1720685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44495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34253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1648308"/>
            <a:ext cx="2628900" cy="26236682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1648308"/>
            <a:ext cx="7734300" cy="26236682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540238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4_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icture Placeholder 12"/>
          <p:cNvSpPr>
            <a:spLocks noGrp="1"/>
          </p:cNvSpPr>
          <p:nvPr>
            <p:ph type="pic" sz="quarter" idx="10" hasCustomPrompt="1"/>
          </p:nvPr>
        </p:nvSpPr>
        <p:spPr>
          <a:xfrm>
            <a:off x="2668694" y="10"/>
            <a:ext cx="8231633" cy="26344580"/>
          </a:xfrm>
          <a:custGeom>
            <a:avLst/>
            <a:gdLst>
              <a:gd name="connsiteX0" fmla="*/ 0 w 8231633"/>
              <a:gd name="connsiteY0" fmla="*/ 0 h 5835739"/>
              <a:gd name="connsiteX1" fmla="*/ 4791789 w 8231633"/>
              <a:gd name="connsiteY1" fmla="*/ 0 h 5835739"/>
              <a:gd name="connsiteX2" fmla="*/ 8231633 w 8231633"/>
              <a:gd name="connsiteY2" fmla="*/ 3439845 h 5835739"/>
              <a:gd name="connsiteX3" fmla="*/ 5835739 w 8231633"/>
              <a:gd name="connsiteY3" fmla="*/ 5835739 h 5835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231633" h="5835739">
                <a:moveTo>
                  <a:pt x="0" y="0"/>
                </a:moveTo>
                <a:lnTo>
                  <a:pt x="4791789" y="0"/>
                </a:lnTo>
                <a:lnTo>
                  <a:pt x="8231633" y="3439845"/>
                </a:lnTo>
                <a:lnTo>
                  <a:pt x="5835739" y="5835739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1" name="Picture Placeholder 20"/>
          <p:cNvSpPr>
            <a:spLocks noGrp="1"/>
          </p:cNvSpPr>
          <p:nvPr>
            <p:ph type="pic" sz="quarter" idx="12" hasCustomPrompt="1"/>
          </p:nvPr>
        </p:nvSpPr>
        <p:spPr>
          <a:xfrm>
            <a:off x="8172123" y="6"/>
            <a:ext cx="4019883" cy="18341242"/>
          </a:xfrm>
          <a:custGeom>
            <a:avLst/>
            <a:gdLst>
              <a:gd name="connsiteX0" fmla="*/ 4019882 w 4019883"/>
              <a:gd name="connsiteY0" fmla="*/ 2818042 h 4062873"/>
              <a:gd name="connsiteX1" fmla="*/ 4019882 w 4019883"/>
              <a:gd name="connsiteY1" fmla="*/ 4062873 h 4062873"/>
              <a:gd name="connsiteX2" fmla="*/ 3397466 w 4019883"/>
              <a:gd name="connsiteY2" fmla="*/ 3440458 h 4062873"/>
              <a:gd name="connsiteX3" fmla="*/ 0 w 4019883"/>
              <a:gd name="connsiteY3" fmla="*/ 0 h 4062873"/>
              <a:gd name="connsiteX4" fmla="*/ 4019883 w 4019883"/>
              <a:gd name="connsiteY4" fmla="*/ 0 h 4062873"/>
              <a:gd name="connsiteX5" fmla="*/ 4019883 w 4019883"/>
              <a:gd name="connsiteY5" fmla="*/ 2131129 h 4062873"/>
              <a:gd name="connsiteX6" fmla="*/ 3075506 w 4019883"/>
              <a:gd name="connsiteY6" fmla="*/ 3075506 h 406287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019883" h="4062873">
                <a:moveTo>
                  <a:pt x="4019882" y="2818042"/>
                </a:moveTo>
                <a:lnTo>
                  <a:pt x="4019882" y="4062873"/>
                </a:lnTo>
                <a:lnTo>
                  <a:pt x="3397466" y="3440458"/>
                </a:lnTo>
                <a:close/>
                <a:moveTo>
                  <a:pt x="0" y="0"/>
                </a:moveTo>
                <a:lnTo>
                  <a:pt x="4019883" y="0"/>
                </a:lnTo>
                <a:lnTo>
                  <a:pt x="4019883" y="2131129"/>
                </a:lnTo>
                <a:lnTo>
                  <a:pt x="3075506" y="3075506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  <p:sp>
        <p:nvSpPr>
          <p:cNvPr id="20" name="Picture Placeholder 19"/>
          <p:cNvSpPr>
            <a:spLocks noGrp="1"/>
          </p:cNvSpPr>
          <p:nvPr>
            <p:ph type="pic" sz="quarter" idx="13" hasCustomPrompt="1"/>
          </p:nvPr>
        </p:nvSpPr>
        <p:spPr>
          <a:xfrm>
            <a:off x="8852363" y="17048955"/>
            <a:ext cx="3339661" cy="13910485"/>
          </a:xfrm>
          <a:custGeom>
            <a:avLst/>
            <a:gdLst>
              <a:gd name="connsiteX0" fmla="*/ 2395894 w 3339661"/>
              <a:gd name="connsiteY0" fmla="*/ 0 h 3081391"/>
              <a:gd name="connsiteX1" fmla="*/ 3339661 w 3339661"/>
              <a:gd name="connsiteY1" fmla="*/ 943767 h 3081391"/>
              <a:gd name="connsiteX2" fmla="*/ 3339661 w 3339661"/>
              <a:gd name="connsiteY2" fmla="*/ 3081391 h 3081391"/>
              <a:gd name="connsiteX3" fmla="*/ 685497 w 3339661"/>
              <a:gd name="connsiteY3" fmla="*/ 3081391 h 3081391"/>
              <a:gd name="connsiteX4" fmla="*/ 0 w 3339661"/>
              <a:gd name="connsiteY4" fmla="*/ 2395894 h 30813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339661" h="3081391">
                <a:moveTo>
                  <a:pt x="2395894" y="0"/>
                </a:moveTo>
                <a:lnTo>
                  <a:pt x="3339661" y="943767"/>
                </a:lnTo>
                <a:lnTo>
                  <a:pt x="3339661" y="3081391"/>
                </a:lnTo>
                <a:lnTo>
                  <a:pt x="685497" y="3081391"/>
                </a:lnTo>
                <a:lnTo>
                  <a:pt x="0" y="2395894"/>
                </a:lnTo>
                <a:close/>
              </a:path>
            </a:pathLst>
          </a:custGeom>
          <a:pattFill prst="pct5">
            <a:fgClr>
              <a:schemeClr val="bg1">
                <a:lumMod val="75000"/>
              </a:schemeClr>
            </a:fgClr>
            <a:bgClr>
              <a:schemeClr val="bg1"/>
            </a:bgClr>
          </a:pattFill>
        </p:spPr>
        <p:txBody>
          <a:bodyPr wrap="square" lIns="71309" tIns="35655" rIns="71309" bIns="35655" anchor="ctr">
            <a:noAutofit/>
          </a:bodyPr>
          <a:lstStyle>
            <a:lvl1pPr algn="ctr">
              <a:defRPr sz="900"/>
            </a:lvl1pPr>
          </a:lstStyle>
          <a:p>
            <a:r>
              <a:rPr lang="en-US"/>
              <a:t>Drag and Drop image</a:t>
            </a:r>
          </a:p>
        </p:txBody>
      </p:sp>
    </p:spTree>
    <p:extLst>
      <p:ext uri="{BB962C8B-B14F-4D97-AF65-F5344CB8AC3E}">
        <p14:creationId xmlns:p14="http://schemas.microsoft.com/office/powerpoint/2010/main" val="4206671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1648307"/>
            <a:ext cx="10515600" cy="598405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8241522"/>
            <a:ext cx="10515600" cy="19643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28694806"/>
            <a:ext cx="2743200" cy="16483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E0EE29-3307-AF4D-AEA0-7A98CB5648C5}" type="datetimeFigureOut">
              <a:rPr lang="en-US" smtClean="0"/>
              <a:t>5/7/26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28694806"/>
            <a:ext cx="4114800" cy="16483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28694806"/>
            <a:ext cx="2743200" cy="16483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7B1D9DF-2CD3-4749-82FD-F539F64368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81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jpeg"/><Relationship Id="rId3" Type="http://schemas.openxmlformats.org/officeDocument/2006/relationships/image" Target="../media/image1.jpeg"/><Relationship Id="rId7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5" Type="http://schemas.openxmlformats.org/officeDocument/2006/relationships/image" Target="../media/image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TextBox 391">
            <a:extLst>
              <a:ext uri="{FF2B5EF4-FFF2-40B4-BE49-F238E27FC236}">
                <a16:creationId xmlns:a16="http://schemas.microsoft.com/office/drawing/2014/main" id="{C2B10E42-81CF-2FCE-5172-2501A90F46FB}"/>
              </a:ext>
            </a:extLst>
          </p:cNvPr>
          <p:cNvSpPr txBox="1"/>
          <p:nvPr/>
        </p:nvSpPr>
        <p:spPr>
          <a:xfrm>
            <a:off x="912822" y="3843326"/>
            <a:ext cx="6045777" cy="2757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{{EXEC_SUMMARY}}</a:t>
            </a:r>
          </a:p>
        </p:txBody>
      </p:sp>
      <p:pic>
        <p:nvPicPr>
          <p:cNvPr id="393" name="Picture 392">
            <a:extLst>
              <a:ext uri="{FF2B5EF4-FFF2-40B4-BE49-F238E27FC236}">
                <a16:creationId xmlns:a16="http://schemas.microsoft.com/office/drawing/2014/main" id="{C6F735C1-8933-D108-8DF1-3FD33BA3B67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70" y="6054109"/>
            <a:ext cx="10632989" cy="2419731"/>
          </a:xfrm>
          <a:custGeom>
            <a:avLst/>
            <a:gdLst>
              <a:gd name="csX0" fmla="*/ 181286 w 10632989"/>
              <a:gd name="csY0" fmla="*/ 0 h 2419731"/>
              <a:gd name="csX1" fmla="*/ 7479094 w 10632989"/>
              <a:gd name="csY1" fmla="*/ 0 h 2419731"/>
              <a:gd name="csX2" fmla="*/ 7479094 w 10632989"/>
              <a:gd name="csY2" fmla="*/ 1293802 h 2419731"/>
              <a:gd name="csX3" fmla="*/ 7817666 w 10632989"/>
              <a:gd name="csY3" fmla="*/ 1632374 h 2419731"/>
              <a:gd name="csX4" fmla="*/ 9618546 w 10632989"/>
              <a:gd name="csY4" fmla="*/ 1632374 h 2419731"/>
              <a:gd name="csX5" fmla="*/ 9957118 w 10632989"/>
              <a:gd name="csY5" fmla="*/ 1293802 h 2419731"/>
              <a:gd name="csX6" fmla="*/ 9957118 w 10632989"/>
              <a:gd name="csY6" fmla="*/ 0 h 2419731"/>
              <a:gd name="csX7" fmla="*/ 10451703 w 10632989"/>
              <a:gd name="csY7" fmla="*/ 0 h 2419731"/>
              <a:gd name="csX8" fmla="*/ 10632989 w 10632989"/>
              <a:gd name="csY8" fmla="*/ 181286 h 2419731"/>
              <a:gd name="csX9" fmla="*/ 10632989 w 10632989"/>
              <a:gd name="csY9" fmla="*/ 2238445 h 2419731"/>
              <a:gd name="csX10" fmla="*/ 10451703 w 10632989"/>
              <a:gd name="csY10" fmla="*/ 2419731 h 2419731"/>
              <a:gd name="csX11" fmla="*/ 181286 w 10632989"/>
              <a:gd name="csY11" fmla="*/ 2419731 h 2419731"/>
              <a:gd name="csX12" fmla="*/ 0 w 10632989"/>
              <a:gd name="csY12" fmla="*/ 2238445 h 2419731"/>
              <a:gd name="csX13" fmla="*/ 0 w 10632989"/>
              <a:gd name="csY13" fmla="*/ 181286 h 2419731"/>
              <a:gd name="csX14" fmla="*/ 181286 w 10632989"/>
              <a:gd name="csY14" fmla="*/ 0 h 2419731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10632989" h="2419731">
                <a:moveTo>
                  <a:pt x="181286" y="0"/>
                </a:moveTo>
                <a:lnTo>
                  <a:pt x="7479094" y="0"/>
                </a:lnTo>
                <a:lnTo>
                  <a:pt x="7479094" y="1293802"/>
                </a:lnTo>
                <a:cubicBezTo>
                  <a:pt x="7479094" y="1480790"/>
                  <a:pt x="7630678" y="1632374"/>
                  <a:pt x="7817666" y="1632374"/>
                </a:cubicBezTo>
                <a:lnTo>
                  <a:pt x="9618546" y="1632374"/>
                </a:lnTo>
                <a:cubicBezTo>
                  <a:pt x="9805534" y="1632374"/>
                  <a:pt x="9957118" y="1480790"/>
                  <a:pt x="9957118" y="1293802"/>
                </a:cubicBezTo>
                <a:lnTo>
                  <a:pt x="9957118" y="0"/>
                </a:lnTo>
                <a:lnTo>
                  <a:pt x="10451703" y="0"/>
                </a:lnTo>
                <a:cubicBezTo>
                  <a:pt x="10551824" y="0"/>
                  <a:pt x="10632989" y="81165"/>
                  <a:pt x="10632989" y="181286"/>
                </a:cubicBezTo>
                <a:lnTo>
                  <a:pt x="10632989" y="2238445"/>
                </a:lnTo>
                <a:cubicBezTo>
                  <a:pt x="10632989" y="2338566"/>
                  <a:pt x="10551824" y="2419731"/>
                  <a:pt x="10451703" y="2419731"/>
                </a:cubicBezTo>
                <a:lnTo>
                  <a:pt x="181286" y="2419731"/>
                </a:lnTo>
                <a:cubicBezTo>
                  <a:pt x="81165" y="2419731"/>
                  <a:pt x="0" y="2338566"/>
                  <a:pt x="0" y="2238445"/>
                </a:cubicBezTo>
                <a:lnTo>
                  <a:pt x="0" y="181286"/>
                </a:lnTo>
                <a:cubicBezTo>
                  <a:pt x="0" y="81165"/>
                  <a:pt x="81165" y="0"/>
                  <a:pt x="181286" y="0"/>
                </a:cubicBezTo>
                <a:close/>
              </a:path>
            </a:pathLst>
          </a:custGeom>
        </p:spPr>
      </p:pic>
      <p:pic>
        <p:nvPicPr>
          <p:cNvPr id="394" name="Picture 2">
            <a:extLst>
              <a:ext uri="{FF2B5EF4-FFF2-40B4-BE49-F238E27FC236}">
                <a16:creationId xmlns:a16="http://schemas.microsoft.com/office/drawing/2014/main" id="{C576E943-4F78-5274-911C-F8147F006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/>
          <a:srcRect/>
          <a:stretch/>
        </p:blipFill>
        <p:spPr bwMode="auto">
          <a:xfrm>
            <a:off x="1036327" y="6282744"/>
            <a:ext cx="1962463" cy="1962463"/>
          </a:xfrm>
          <a:prstGeom prst="roundRect">
            <a:avLst>
              <a:gd name="adj" fmla="val 4729"/>
            </a:avLst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5" name="TextBox 394">
            <a:extLst>
              <a:ext uri="{FF2B5EF4-FFF2-40B4-BE49-F238E27FC236}">
                <a16:creationId xmlns:a16="http://schemas.microsoft.com/office/drawing/2014/main" id="{76E3DA24-7D65-1C16-0181-88AC926CD9B1}"/>
              </a:ext>
            </a:extLst>
          </p:cNvPr>
          <p:cNvSpPr txBox="1"/>
          <p:nvPr/>
        </p:nvSpPr>
        <p:spPr>
          <a:xfrm>
            <a:off x="912813" y="2559370"/>
            <a:ext cx="6760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396" name="TextBox 395">
            <a:extLst>
              <a:ext uri="{FF2B5EF4-FFF2-40B4-BE49-F238E27FC236}">
                <a16:creationId xmlns:a16="http://schemas.microsoft.com/office/drawing/2014/main" id="{11910A78-D85B-12CA-3880-C8CE7420C473}"/>
              </a:ext>
            </a:extLst>
          </p:cNvPr>
          <p:cNvSpPr txBox="1"/>
          <p:nvPr/>
        </p:nvSpPr>
        <p:spPr>
          <a:xfrm>
            <a:off x="912822" y="3233419"/>
            <a:ext cx="416853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b="1" spc="6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PCA Reporting Results</a:t>
            </a:r>
          </a:p>
        </p:txBody>
      </p:sp>
      <p:pic>
        <p:nvPicPr>
          <p:cNvPr id="397" name="Picture 396" descr="A hand holding a cell phone&#10;&#10;AI-generated content may be incorrect.">
            <a:extLst>
              <a:ext uri="{FF2B5EF4-FFF2-40B4-BE49-F238E27FC236}">
                <a16:creationId xmlns:a16="http://schemas.microsoft.com/office/drawing/2014/main" id="{4CFFE30C-D67D-F046-80E8-F97EA2A0218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r="25405" b="12112"/>
          <a:stretch>
            <a:fillRect/>
          </a:stretch>
        </p:blipFill>
        <p:spPr>
          <a:xfrm>
            <a:off x="6803141" y="1615826"/>
            <a:ext cx="5388871" cy="6858000"/>
          </a:xfrm>
          <a:prstGeom prst="rect">
            <a:avLst/>
          </a:prstGeom>
        </p:spPr>
      </p:pic>
      <p:sp>
        <p:nvSpPr>
          <p:cNvPr id="398" name="TextBox 397">
            <a:extLst>
              <a:ext uri="{FF2B5EF4-FFF2-40B4-BE49-F238E27FC236}">
                <a16:creationId xmlns:a16="http://schemas.microsoft.com/office/drawing/2014/main" id="{F0B1782E-7AEC-0AF9-44F5-91998EDD9FB5}"/>
              </a:ext>
            </a:extLst>
          </p:cNvPr>
          <p:cNvSpPr txBox="1"/>
          <p:nvPr/>
        </p:nvSpPr>
        <p:spPr>
          <a:xfrm>
            <a:off x="3272082" y="6743181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Client: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399" name="Google Shape;100;p2">
            <a:extLst>
              <a:ext uri="{FF2B5EF4-FFF2-40B4-BE49-F238E27FC236}">
                <a16:creationId xmlns:a16="http://schemas.microsoft.com/office/drawing/2014/main" id="{253A304F-D04D-4DF4-578A-7B7BD8A6F236}"/>
              </a:ext>
            </a:extLst>
          </p:cNvPr>
          <p:cNvSpPr txBox="1"/>
          <p:nvPr/>
        </p:nvSpPr>
        <p:spPr>
          <a:xfrm>
            <a:off x="3268344" y="6338949"/>
            <a:ext cx="226232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Details</a:t>
            </a:r>
          </a:p>
        </p:txBody>
      </p:sp>
      <p:sp>
        <p:nvSpPr>
          <p:cNvPr id="400" name="TextBox 399">
            <a:extLst>
              <a:ext uri="{FF2B5EF4-FFF2-40B4-BE49-F238E27FC236}">
                <a16:creationId xmlns:a16="http://schemas.microsoft.com/office/drawing/2014/main" id="{53EE3C85-ADD2-E430-2C0F-5A1FBA457ADE}"/>
              </a:ext>
            </a:extLst>
          </p:cNvPr>
          <p:cNvSpPr txBox="1"/>
          <p:nvPr/>
        </p:nvSpPr>
        <p:spPr>
          <a:xfrm>
            <a:off x="912822" y="5354512"/>
            <a:ext cx="6357491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Creative Formats:</a:t>
            </a:r>
            <a:endParaRPr lang="en-GB" sz="900" b="1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pic>
        <p:nvPicPr>
          <p:cNvPr id="401" name="Graphic 400">
            <a:extLst>
              <a:ext uri="{FF2B5EF4-FFF2-40B4-BE49-F238E27FC236}">
                <a16:creationId xmlns:a16="http://schemas.microsoft.com/office/drawing/2014/main" id="{E5740DFC-C20D-288E-0FF8-B1B9B90275B7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46984" y="1326250"/>
            <a:ext cx="1758433" cy="289576"/>
          </a:xfrm>
          <a:prstGeom prst="rect">
            <a:avLst/>
          </a:prstGeom>
        </p:spPr>
      </p:pic>
      <p:sp>
        <p:nvSpPr>
          <p:cNvPr id="402" name="TextBox 401">
            <a:extLst>
              <a:ext uri="{FF2B5EF4-FFF2-40B4-BE49-F238E27FC236}">
                <a16:creationId xmlns:a16="http://schemas.microsoft.com/office/drawing/2014/main" id="{A074AAAA-7284-C7F1-4339-C16203B60E59}"/>
              </a:ext>
            </a:extLst>
          </p:cNvPr>
          <p:cNvSpPr txBox="1"/>
          <p:nvPr/>
        </p:nvSpPr>
        <p:spPr>
          <a:xfrm>
            <a:off x="912806" y="9259184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Overview: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03" name="Google Shape;100;p2">
            <a:extLst>
              <a:ext uri="{FF2B5EF4-FFF2-40B4-BE49-F238E27FC236}">
                <a16:creationId xmlns:a16="http://schemas.microsoft.com/office/drawing/2014/main" id="{AEA17BD8-97B7-E935-ED5E-174302307367}"/>
              </a:ext>
            </a:extLst>
          </p:cNvPr>
          <p:cNvSpPr txBox="1"/>
          <p:nvPr/>
        </p:nvSpPr>
        <p:spPr>
          <a:xfrm>
            <a:off x="912807" y="8847441"/>
            <a:ext cx="2929728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4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Campaign Objectives</a:t>
            </a:r>
          </a:p>
        </p:txBody>
      </p:sp>
      <p:sp>
        <p:nvSpPr>
          <p:cNvPr id="404" name="TextBox 403">
            <a:extLst>
              <a:ext uri="{FF2B5EF4-FFF2-40B4-BE49-F238E27FC236}">
                <a16:creationId xmlns:a16="http://schemas.microsoft.com/office/drawing/2014/main" id="{6E0D167D-EF1D-4C88-B6B2-93E929F5AB8F}"/>
              </a:ext>
            </a:extLst>
          </p:cNvPr>
          <p:cNvSpPr txBox="1"/>
          <p:nvPr/>
        </p:nvSpPr>
        <p:spPr>
          <a:xfrm>
            <a:off x="912819" y="2267140"/>
            <a:ext cx="4168537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b="1" spc="60" dirty="0"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</a:rPr>
              <a:t>{{CAMPAIGN_PERIOD}}</a:t>
            </a:r>
          </a:p>
        </p:txBody>
      </p:sp>
      <p:pic>
        <p:nvPicPr>
          <p:cNvPr id="405" name="Picture 404">
            <a:extLst>
              <a:ext uri="{FF2B5EF4-FFF2-40B4-BE49-F238E27FC236}">
                <a16:creationId xmlns:a16="http://schemas.microsoft.com/office/drawing/2014/main" id="{27F2A592-D4FE-C8A7-E376-EEF8AE78984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2" b="52847"/>
          <a:stretch>
            <a:fillRect/>
          </a:stretch>
        </p:blipFill>
        <p:spPr>
          <a:xfrm>
            <a:off x="779470" y="10523464"/>
            <a:ext cx="10632989" cy="1243369"/>
          </a:xfrm>
          <a:prstGeom prst="roundRect">
            <a:avLst>
              <a:gd name="adj" fmla="val 13262"/>
            </a:avLst>
          </a:prstGeom>
        </p:spPr>
      </p:pic>
      <p:sp>
        <p:nvSpPr>
          <p:cNvPr id="408" name="Google Shape;100;p2">
            <a:extLst>
              <a:ext uri="{FF2B5EF4-FFF2-40B4-BE49-F238E27FC236}">
                <a16:creationId xmlns:a16="http://schemas.microsoft.com/office/drawing/2014/main" id="{9709243B-C066-0709-419C-A4566B37E8F6}"/>
              </a:ext>
            </a:extLst>
          </p:cNvPr>
          <p:cNvSpPr txBox="1"/>
          <p:nvPr/>
        </p:nvSpPr>
        <p:spPr>
          <a:xfrm>
            <a:off x="1202057" y="11033911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{{DELIVERED_IMPRESSIONS}}</a:t>
            </a:r>
          </a:p>
        </p:txBody>
      </p:sp>
      <p:sp>
        <p:nvSpPr>
          <p:cNvPr id="409" name="Google Shape;100;p2">
            <a:extLst>
              <a:ext uri="{FF2B5EF4-FFF2-40B4-BE49-F238E27FC236}">
                <a16:creationId xmlns:a16="http://schemas.microsoft.com/office/drawing/2014/main" id="{47F95B79-C1F7-5EA3-A38B-483D5DCE828C}"/>
              </a:ext>
            </a:extLst>
          </p:cNvPr>
          <p:cNvSpPr txBox="1"/>
          <p:nvPr/>
        </p:nvSpPr>
        <p:spPr>
          <a:xfrm>
            <a:off x="1202062" y="10791010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Impressions</a:t>
            </a:r>
          </a:p>
        </p:txBody>
      </p:sp>
      <p:sp>
        <p:nvSpPr>
          <p:cNvPr id="410" name="Google Shape;100;p2">
            <a:extLst>
              <a:ext uri="{FF2B5EF4-FFF2-40B4-BE49-F238E27FC236}">
                <a16:creationId xmlns:a16="http://schemas.microsoft.com/office/drawing/2014/main" id="{D33424F1-6EA3-5530-9A11-A5F23BE8251E}"/>
              </a:ext>
            </a:extLst>
          </p:cNvPr>
          <p:cNvSpPr txBox="1"/>
          <p:nvPr/>
        </p:nvSpPr>
        <p:spPr>
          <a:xfrm>
            <a:off x="3175359" y="11033911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{{IO_OVERALL_IMPRESSIONS}}</a:t>
            </a:r>
          </a:p>
        </p:txBody>
      </p:sp>
      <p:sp>
        <p:nvSpPr>
          <p:cNvPr id="411" name="Google Shape;100;p2">
            <a:extLst>
              <a:ext uri="{FF2B5EF4-FFF2-40B4-BE49-F238E27FC236}">
                <a16:creationId xmlns:a16="http://schemas.microsoft.com/office/drawing/2014/main" id="{8DCE84D6-EF62-6400-A911-72793EC7969B}"/>
              </a:ext>
            </a:extLst>
          </p:cNvPr>
          <p:cNvSpPr txBox="1"/>
          <p:nvPr/>
        </p:nvSpPr>
        <p:spPr>
          <a:xfrm>
            <a:off x="3175364" y="10791010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IO Overall Impressions</a:t>
            </a:r>
          </a:p>
        </p:txBody>
      </p:sp>
      <p:sp>
        <p:nvSpPr>
          <p:cNvPr id="412" name="Google Shape;100;p2">
            <a:extLst>
              <a:ext uri="{FF2B5EF4-FFF2-40B4-BE49-F238E27FC236}">
                <a16:creationId xmlns:a16="http://schemas.microsoft.com/office/drawing/2014/main" id="{575EB7B2-3632-2476-A821-A2286152AB85}"/>
              </a:ext>
            </a:extLst>
          </p:cNvPr>
          <p:cNvSpPr txBox="1"/>
          <p:nvPr/>
        </p:nvSpPr>
        <p:spPr>
          <a:xfrm>
            <a:off x="5148661" y="11033911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{{ADDED_VALUE_IMPRESSIONS}}</a:t>
            </a:r>
          </a:p>
        </p:txBody>
      </p:sp>
      <p:sp>
        <p:nvSpPr>
          <p:cNvPr id="413" name="Google Shape;100;p2">
            <a:extLst>
              <a:ext uri="{FF2B5EF4-FFF2-40B4-BE49-F238E27FC236}">
                <a16:creationId xmlns:a16="http://schemas.microsoft.com/office/drawing/2014/main" id="{8EB38F4D-2158-5D53-748C-18D50D4673EC}"/>
              </a:ext>
            </a:extLst>
          </p:cNvPr>
          <p:cNvSpPr txBox="1"/>
          <p:nvPr/>
        </p:nvSpPr>
        <p:spPr>
          <a:xfrm>
            <a:off x="5148666" y="10791010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Delivered Overall AV</a:t>
            </a:r>
          </a:p>
        </p:txBody>
      </p:sp>
      <p:sp>
        <p:nvSpPr>
          <p:cNvPr id="414" name="Google Shape;100;p2">
            <a:extLst>
              <a:ext uri="{FF2B5EF4-FFF2-40B4-BE49-F238E27FC236}">
                <a16:creationId xmlns:a16="http://schemas.microsoft.com/office/drawing/2014/main" id="{994E5174-452F-E16C-5578-55F2B261BDD7}"/>
              </a:ext>
            </a:extLst>
          </p:cNvPr>
          <p:cNvSpPr txBox="1"/>
          <p:nvPr/>
        </p:nvSpPr>
        <p:spPr>
          <a:xfrm>
            <a:off x="7121963" y="11033911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{{DELIVERY_WITH_AV_PERCENT}}</a:t>
            </a:r>
          </a:p>
        </p:txBody>
      </p:sp>
      <p:sp>
        <p:nvSpPr>
          <p:cNvPr id="415" name="Google Shape;100;p2">
            <a:extLst>
              <a:ext uri="{FF2B5EF4-FFF2-40B4-BE49-F238E27FC236}">
                <a16:creationId xmlns:a16="http://schemas.microsoft.com/office/drawing/2014/main" id="{8E394DBB-D6E5-7D94-07E1-0F083D0BB33C}"/>
              </a:ext>
            </a:extLst>
          </p:cNvPr>
          <p:cNvSpPr txBox="1"/>
          <p:nvPr/>
        </p:nvSpPr>
        <p:spPr>
          <a:xfrm>
            <a:off x="7121968" y="10791010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Delivery incl. AV Imps</a:t>
            </a:r>
          </a:p>
        </p:txBody>
      </p:sp>
      <p:sp>
        <p:nvSpPr>
          <p:cNvPr id="416" name="Google Shape;100;p2">
            <a:extLst>
              <a:ext uri="{FF2B5EF4-FFF2-40B4-BE49-F238E27FC236}">
                <a16:creationId xmlns:a16="http://schemas.microsoft.com/office/drawing/2014/main" id="{E0625D47-A615-6228-4B76-6D527FBED386}"/>
              </a:ext>
            </a:extLst>
          </p:cNvPr>
          <p:cNvSpPr txBox="1"/>
          <p:nvPr/>
        </p:nvSpPr>
        <p:spPr>
          <a:xfrm>
            <a:off x="9095266" y="11033911"/>
            <a:ext cx="2317178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4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{{ADDED_VALUE_WORTH}}</a:t>
            </a:r>
          </a:p>
        </p:txBody>
      </p:sp>
      <p:sp>
        <p:nvSpPr>
          <p:cNvPr id="417" name="Google Shape;100;p2">
            <a:extLst>
              <a:ext uri="{FF2B5EF4-FFF2-40B4-BE49-F238E27FC236}">
                <a16:creationId xmlns:a16="http://schemas.microsoft.com/office/drawing/2014/main" id="{8BE09201-602A-1FAE-2E26-34445B4E3F4C}"/>
              </a:ext>
            </a:extLst>
          </p:cNvPr>
          <p:cNvSpPr txBox="1"/>
          <p:nvPr/>
        </p:nvSpPr>
        <p:spPr>
          <a:xfrm>
            <a:off x="9095271" y="10791010"/>
            <a:ext cx="2317179" cy="23079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9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Worth of Added Value</a:t>
            </a:r>
          </a:p>
        </p:txBody>
      </p:sp>
      <p:sp>
        <p:nvSpPr>
          <p:cNvPr id="418" name="Google Shape;114;p2">
            <a:extLst>
              <a:ext uri="{FF2B5EF4-FFF2-40B4-BE49-F238E27FC236}">
                <a16:creationId xmlns:a16="http://schemas.microsoft.com/office/drawing/2014/main" id="{1BC503D8-AAED-D053-3E7B-442475A3EF96}"/>
              </a:ext>
            </a:extLst>
          </p:cNvPr>
          <p:cNvSpPr txBox="1"/>
          <p:nvPr/>
        </p:nvSpPr>
        <p:spPr>
          <a:xfrm>
            <a:off x="912821" y="12687846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On Screen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19" name="Google Shape;100;p2">
            <a:extLst>
              <a:ext uri="{FF2B5EF4-FFF2-40B4-BE49-F238E27FC236}">
                <a16:creationId xmlns:a16="http://schemas.microsoft.com/office/drawing/2014/main" id="{9A5A244A-4F76-DA51-DC72-9F2A188EF717}"/>
              </a:ext>
            </a:extLst>
          </p:cNvPr>
          <p:cNvSpPr txBox="1"/>
          <p:nvPr/>
        </p:nvSpPr>
        <p:spPr>
          <a:xfrm>
            <a:off x="912821" y="12964233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60 - 70% Benchmark</a:t>
            </a:r>
          </a:p>
        </p:txBody>
      </p:sp>
      <p:sp>
        <p:nvSpPr>
          <p:cNvPr id="420" name="Google Shape;110;p2">
            <a:extLst>
              <a:ext uri="{FF2B5EF4-FFF2-40B4-BE49-F238E27FC236}">
                <a16:creationId xmlns:a16="http://schemas.microsoft.com/office/drawing/2014/main" id="{699FF2DB-F1BE-08D1-21DD-1F5276E4A1ED}"/>
              </a:ext>
            </a:extLst>
          </p:cNvPr>
          <p:cNvSpPr txBox="1"/>
          <p:nvPr/>
        </p:nvSpPr>
        <p:spPr>
          <a:xfrm>
            <a:off x="3677698" y="12115384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{{PERFORMANCE_CTR}}</a:t>
            </a:r>
          </a:p>
        </p:txBody>
      </p:sp>
      <p:sp>
        <p:nvSpPr>
          <p:cNvPr id="421" name="Google Shape;114;p2">
            <a:extLst>
              <a:ext uri="{FF2B5EF4-FFF2-40B4-BE49-F238E27FC236}">
                <a16:creationId xmlns:a16="http://schemas.microsoft.com/office/drawing/2014/main" id="{EAD3A6ED-2AA0-C67B-1E90-2E38BFC31020}"/>
              </a:ext>
            </a:extLst>
          </p:cNvPr>
          <p:cNvSpPr txBox="1"/>
          <p:nvPr/>
        </p:nvSpPr>
        <p:spPr>
          <a:xfrm>
            <a:off x="3677698" y="12687846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2" name="Google Shape;100;p2">
            <a:extLst>
              <a:ext uri="{FF2B5EF4-FFF2-40B4-BE49-F238E27FC236}">
                <a16:creationId xmlns:a16="http://schemas.microsoft.com/office/drawing/2014/main" id="{121CE68E-24F4-80DE-30D9-4A4802C858A0}"/>
              </a:ext>
            </a:extLst>
          </p:cNvPr>
          <p:cNvSpPr txBox="1"/>
          <p:nvPr/>
        </p:nvSpPr>
        <p:spPr>
          <a:xfrm>
            <a:off x="3677698" y="12964233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0.3-0.5 % Benchmark</a:t>
            </a:r>
          </a:p>
        </p:txBody>
      </p:sp>
      <p:sp>
        <p:nvSpPr>
          <p:cNvPr id="423" name="Google Shape;110;p2">
            <a:extLst>
              <a:ext uri="{FF2B5EF4-FFF2-40B4-BE49-F238E27FC236}">
                <a16:creationId xmlns:a16="http://schemas.microsoft.com/office/drawing/2014/main" id="{5C859FC7-30D4-8AD4-5315-4EA495F3F491}"/>
              </a:ext>
            </a:extLst>
          </p:cNvPr>
          <p:cNvSpPr txBox="1"/>
          <p:nvPr/>
        </p:nvSpPr>
        <p:spPr>
          <a:xfrm>
            <a:off x="6386488" y="12115391"/>
            <a:ext cx="2041799" cy="25545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{{PERFORMANCE_ENGAGEMENT_RATE}}</a:t>
            </a:r>
          </a:p>
        </p:txBody>
      </p:sp>
      <p:sp>
        <p:nvSpPr>
          <p:cNvPr id="424" name="Google Shape;114;p2">
            <a:extLst>
              <a:ext uri="{FF2B5EF4-FFF2-40B4-BE49-F238E27FC236}">
                <a16:creationId xmlns:a16="http://schemas.microsoft.com/office/drawing/2014/main" id="{F8BCCCAB-D578-B145-2BE3-40B71A8F4742}"/>
              </a:ext>
            </a:extLst>
          </p:cNvPr>
          <p:cNvSpPr txBox="1"/>
          <p:nvPr/>
        </p:nvSpPr>
        <p:spPr>
          <a:xfrm>
            <a:off x="6386488" y="12687846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Engagement Rate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5" name="Google Shape;100;p2">
            <a:extLst>
              <a:ext uri="{FF2B5EF4-FFF2-40B4-BE49-F238E27FC236}">
                <a16:creationId xmlns:a16="http://schemas.microsoft.com/office/drawing/2014/main" id="{5DB39B8E-0583-32B3-B2EF-FAF613F9E95E}"/>
              </a:ext>
            </a:extLst>
          </p:cNvPr>
          <p:cNvSpPr txBox="1"/>
          <p:nvPr/>
        </p:nvSpPr>
        <p:spPr>
          <a:xfrm>
            <a:off x="6386488" y="12964233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0.3 – 0.5% Benchmark</a:t>
            </a:r>
          </a:p>
        </p:txBody>
      </p:sp>
      <p:sp>
        <p:nvSpPr>
          <p:cNvPr id="426" name="Google Shape;110;p2">
            <a:extLst>
              <a:ext uri="{FF2B5EF4-FFF2-40B4-BE49-F238E27FC236}">
                <a16:creationId xmlns:a16="http://schemas.microsoft.com/office/drawing/2014/main" id="{B7A8358F-2D7F-20EC-9A0C-34DCA352F15C}"/>
              </a:ext>
            </a:extLst>
          </p:cNvPr>
          <p:cNvSpPr txBox="1"/>
          <p:nvPr/>
        </p:nvSpPr>
        <p:spPr>
          <a:xfrm>
            <a:off x="9095279" y="12115384"/>
            <a:ext cx="2041799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{{PERFORMANCE_VCR}}</a:t>
            </a:r>
          </a:p>
        </p:txBody>
      </p:sp>
      <p:sp>
        <p:nvSpPr>
          <p:cNvPr id="427" name="Google Shape;114;p2">
            <a:extLst>
              <a:ext uri="{FF2B5EF4-FFF2-40B4-BE49-F238E27FC236}">
                <a16:creationId xmlns:a16="http://schemas.microsoft.com/office/drawing/2014/main" id="{AB551049-013A-CA4F-D78D-97C7000D8F02}"/>
              </a:ext>
            </a:extLst>
          </p:cNvPr>
          <p:cNvSpPr txBox="1"/>
          <p:nvPr/>
        </p:nvSpPr>
        <p:spPr>
          <a:xfrm>
            <a:off x="9095279" y="12687846"/>
            <a:ext cx="204179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6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  <a:endParaRPr sz="1100" b="1" spc="60" dirty="0">
              <a:latin typeface="Inter" panose="02000503000000020004" pitchFamily="2" charset="0"/>
              <a:ea typeface="Inter" panose="02000503000000020004" pitchFamily="2" charset="0"/>
              <a:cs typeface="Inter" panose="02000503000000020004" pitchFamily="2" charset="0"/>
            </a:endParaRPr>
          </a:p>
        </p:txBody>
      </p:sp>
      <p:sp>
        <p:nvSpPr>
          <p:cNvPr id="428" name="Google Shape;100;p2">
            <a:extLst>
              <a:ext uri="{FF2B5EF4-FFF2-40B4-BE49-F238E27FC236}">
                <a16:creationId xmlns:a16="http://schemas.microsoft.com/office/drawing/2014/main" id="{461E03D2-9909-7269-CA9E-B6B7714CC548}"/>
              </a:ext>
            </a:extLst>
          </p:cNvPr>
          <p:cNvSpPr txBox="1"/>
          <p:nvPr/>
        </p:nvSpPr>
        <p:spPr>
          <a:xfrm>
            <a:off x="9095279" y="12964233"/>
            <a:ext cx="2041799" cy="21540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8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25 – 35% Benchmark</a:t>
            </a:r>
          </a:p>
        </p:txBody>
      </p:sp>
      <p:sp>
        <p:nvSpPr>
          <p:cNvPr id="429" name="TextBox 428">
            <a:extLst>
              <a:ext uri="{FF2B5EF4-FFF2-40B4-BE49-F238E27FC236}">
                <a16:creationId xmlns:a16="http://schemas.microsoft.com/office/drawing/2014/main" id="{3539AAA7-FF12-24BA-92F5-AE12A163DEB6}"/>
              </a:ext>
            </a:extLst>
          </p:cNvPr>
          <p:cNvSpPr txBox="1"/>
          <p:nvPr/>
        </p:nvSpPr>
        <p:spPr>
          <a:xfrm>
            <a:off x="912806" y="13510841"/>
            <a:ext cx="9949158" cy="4835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lnSpc>
                <a:spcPct val="150000"/>
              </a:lnSpc>
              <a:defRPr/>
            </a:pP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Lorem ipsum dolor sit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amet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consectetur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adipiscing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sed do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eiusmod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tempor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incididunt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labore et dolore magna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Ut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enim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ad minim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veniam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, quis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nostrud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exercitation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ullamco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laboris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nisi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ut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aliquip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ex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commodo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consequat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 Duis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aute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irure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reprehenderit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in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voluptate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velit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esse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cillum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dolore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eu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fugiat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nulla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 </a:t>
            </a:r>
            <a:r>
              <a:rPr lang="en-US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pariatur</a:t>
            </a:r>
            <a:r>
              <a:rPr lang="en-US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Poppins" pitchFamily="2" charset="77"/>
              </a:rPr>
              <a:t>.</a:t>
            </a:r>
          </a:p>
        </p:txBody>
      </p:sp>
      <p:pic>
        <p:nvPicPr>
          <p:cNvPr id="431" name="Picture 430" descr="A black and grey gradient&#10;&#10;Description automatically generated">
            <a:extLst>
              <a:ext uri="{FF2B5EF4-FFF2-40B4-BE49-F238E27FC236}">
                <a16:creationId xmlns:a16="http://schemas.microsoft.com/office/drawing/2014/main" id="{48595802-83E2-EBB9-1C38-6463AB40C7C1}"/>
              </a:ext>
            </a:extLst>
          </p:cNvPr>
          <p:cNvPicPr/>
          <p:nvPr/>
        </p:nvPicPr>
        <p:blipFill>
          <a:blip r:embed="rId7"/>
          <a:srcRect t="43945" b="55489"/>
          <a:stretch/>
        </p:blipFill>
        <p:spPr>
          <a:xfrm>
            <a:off x="2" y="30890478"/>
            <a:ext cx="12191999" cy="68947"/>
          </a:xfrm>
          <a:prstGeom prst="rect">
            <a:avLst/>
          </a:prstGeom>
        </p:spPr>
      </p:pic>
      <p:pic>
        <p:nvPicPr>
          <p:cNvPr id="432" name="Graphic 431">
            <a:extLst>
              <a:ext uri="{FF2B5EF4-FFF2-40B4-BE49-F238E27FC236}">
                <a16:creationId xmlns:a16="http://schemas.microsoft.com/office/drawing/2014/main" id="{3B5A6298-999D-3C33-1D01-A27434F9619E}"/>
              </a:ext>
            </a:extLst>
          </p:cNvPr>
          <p:cNvPicPr/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969894" y="30614972"/>
            <a:ext cx="897684" cy="147829"/>
          </a:xfrm>
          <a:prstGeom prst="rect">
            <a:avLst/>
          </a:prstGeom>
        </p:spPr>
      </p:pic>
      <p:sp>
        <p:nvSpPr>
          <p:cNvPr id="476" name="TextBox 475">
            <a:extLst>
              <a:ext uri="{FF2B5EF4-FFF2-40B4-BE49-F238E27FC236}">
                <a16:creationId xmlns:a16="http://schemas.microsoft.com/office/drawing/2014/main" id="{5F570EFC-20C7-D966-9280-14322971D465}"/>
              </a:ext>
            </a:extLst>
          </p:cNvPr>
          <p:cNvSpPr txBox="1"/>
          <p:nvPr/>
        </p:nvSpPr>
        <p:spPr>
          <a:xfrm>
            <a:off x="2070796" y="5354512"/>
            <a:ext cx="5199517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{{CAMPAIGN_FORMATS}}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35D94E2A-ECD6-D407-B0FF-00A793C21860}"/>
              </a:ext>
            </a:extLst>
          </p:cNvPr>
          <p:cNvSpPr txBox="1"/>
          <p:nvPr/>
        </p:nvSpPr>
        <p:spPr>
          <a:xfrm>
            <a:off x="4399504" y="6743180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{{CLIENT_NAME}}</a:t>
            </a:r>
          </a:p>
        </p:txBody>
      </p:sp>
      <p:sp>
        <p:nvSpPr>
          <p:cNvPr id="478" name="TextBox 477">
            <a:extLst>
              <a:ext uri="{FF2B5EF4-FFF2-40B4-BE49-F238E27FC236}">
                <a16:creationId xmlns:a16="http://schemas.microsoft.com/office/drawing/2014/main" id="{4ECBEC7F-EA34-769F-C8B4-F3A306438E35}"/>
              </a:ext>
            </a:extLst>
          </p:cNvPr>
          <p:cNvSpPr txBox="1"/>
          <p:nvPr/>
        </p:nvSpPr>
        <p:spPr>
          <a:xfrm>
            <a:off x="3272082" y="7020506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Campaign:</a:t>
            </a:r>
          </a:p>
        </p:txBody>
      </p:sp>
      <p:sp>
        <p:nvSpPr>
          <p:cNvPr id="479" name="TextBox 478">
            <a:extLst>
              <a:ext uri="{FF2B5EF4-FFF2-40B4-BE49-F238E27FC236}">
                <a16:creationId xmlns:a16="http://schemas.microsoft.com/office/drawing/2014/main" id="{15D2CFAE-F8A6-29CF-D39E-56FAD40CEBCA}"/>
              </a:ext>
            </a:extLst>
          </p:cNvPr>
          <p:cNvSpPr txBox="1"/>
          <p:nvPr/>
        </p:nvSpPr>
        <p:spPr>
          <a:xfrm>
            <a:off x="3272082" y="7297832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Markets: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7BD52762-1E31-A2CD-A111-E609F9DD0606}"/>
              </a:ext>
            </a:extLst>
          </p:cNvPr>
          <p:cNvSpPr txBox="1"/>
          <p:nvPr/>
        </p:nvSpPr>
        <p:spPr>
          <a:xfrm>
            <a:off x="3272082" y="7575158"/>
            <a:ext cx="1078267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4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Live Dates: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1" name="TextBox 480">
            <a:extLst>
              <a:ext uri="{FF2B5EF4-FFF2-40B4-BE49-F238E27FC236}">
                <a16:creationId xmlns:a16="http://schemas.microsoft.com/office/drawing/2014/main" id="{E903EDC0-2C3C-BCB5-2182-5F511A5FED9D}"/>
              </a:ext>
            </a:extLst>
          </p:cNvPr>
          <p:cNvSpPr txBox="1"/>
          <p:nvPr/>
        </p:nvSpPr>
        <p:spPr>
          <a:xfrm>
            <a:off x="3272075" y="7852483"/>
            <a:ext cx="1381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lphaUcPeriod" startAt="5"/>
            </a:pPr>
            <a:r>
              <a:rPr lang="en-GB" sz="900" b="1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Actual Spend:</a:t>
            </a:r>
            <a:endParaRPr lang="en-GB" sz="900" spc="30" dirty="0">
              <a:solidFill>
                <a:schemeClr val="accent6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2" name="TextBox 481">
            <a:extLst>
              <a:ext uri="{FF2B5EF4-FFF2-40B4-BE49-F238E27FC236}">
                <a16:creationId xmlns:a16="http://schemas.microsoft.com/office/drawing/2014/main" id="{F2F165A4-5C55-1786-584A-70045829211E}"/>
              </a:ext>
            </a:extLst>
          </p:cNvPr>
          <p:cNvSpPr txBox="1"/>
          <p:nvPr/>
        </p:nvSpPr>
        <p:spPr>
          <a:xfrm>
            <a:off x="4399504" y="7019188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{{CAMPAIGN_NAME}}</a:t>
            </a:r>
          </a:p>
        </p:txBody>
      </p:sp>
      <p:sp>
        <p:nvSpPr>
          <p:cNvPr id="483" name="TextBox 482">
            <a:extLst>
              <a:ext uri="{FF2B5EF4-FFF2-40B4-BE49-F238E27FC236}">
                <a16:creationId xmlns:a16="http://schemas.microsoft.com/office/drawing/2014/main" id="{27BFB6F9-CB20-81EE-51D5-046FB795ECED}"/>
              </a:ext>
            </a:extLst>
          </p:cNvPr>
          <p:cNvSpPr txBox="1"/>
          <p:nvPr/>
        </p:nvSpPr>
        <p:spPr>
          <a:xfrm>
            <a:off x="4399504" y="7295196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{{CAMPAIGN_MARKETS}}</a:t>
            </a:r>
          </a:p>
        </p:txBody>
      </p:sp>
      <p:sp>
        <p:nvSpPr>
          <p:cNvPr id="484" name="TextBox 483">
            <a:extLst>
              <a:ext uri="{FF2B5EF4-FFF2-40B4-BE49-F238E27FC236}">
                <a16:creationId xmlns:a16="http://schemas.microsoft.com/office/drawing/2014/main" id="{F8299FCC-8D01-5CA9-A4E0-FC287CE3D153}"/>
              </a:ext>
            </a:extLst>
          </p:cNvPr>
          <p:cNvSpPr txBox="1"/>
          <p:nvPr/>
        </p:nvSpPr>
        <p:spPr>
          <a:xfrm>
            <a:off x="4399510" y="7571204"/>
            <a:ext cx="3746383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{{LIVE_DATES_FULL}}</a:t>
            </a:r>
          </a:p>
        </p:txBody>
      </p:sp>
      <p:sp>
        <p:nvSpPr>
          <p:cNvPr id="485" name="TextBox 484">
            <a:extLst>
              <a:ext uri="{FF2B5EF4-FFF2-40B4-BE49-F238E27FC236}">
                <a16:creationId xmlns:a16="http://schemas.microsoft.com/office/drawing/2014/main" id="{273FEA4B-F1FF-89DE-7C4B-75A0B7026E2F}"/>
              </a:ext>
            </a:extLst>
          </p:cNvPr>
          <p:cNvSpPr txBox="1"/>
          <p:nvPr/>
        </p:nvSpPr>
        <p:spPr>
          <a:xfrm>
            <a:off x="4399504" y="7847211"/>
            <a:ext cx="333162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900" spc="3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{{CAMPAIGN_BUDGET}}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E5A69948-112A-9A36-761E-A84A4E5ECDBB}"/>
              </a:ext>
            </a:extLst>
          </p:cNvPr>
          <p:cNvSpPr txBox="1"/>
          <p:nvPr/>
        </p:nvSpPr>
        <p:spPr>
          <a:xfrm>
            <a:off x="912806" y="9598290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2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Audience:</a:t>
            </a:r>
            <a:endParaRPr lang="en-GB" sz="900" spc="30" dirty="0">
              <a:solidFill>
                <a:schemeClr val="tx2"/>
              </a:solidFill>
              <a:latin typeface="Inter" panose="02000503000000020004" pitchFamily="2" charset="0"/>
              <a:ea typeface="Inter" panose="02000503000000020004" pitchFamily="2" charset="0"/>
              <a:cs typeface="Arial" panose="020B0604020202020204" pitchFamily="34" charset="0"/>
            </a:endParaRPr>
          </a:p>
        </p:txBody>
      </p:sp>
      <p:sp>
        <p:nvSpPr>
          <p:cNvPr id="487" name="TextBox 486">
            <a:extLst>
              <a:ext uri="{FF2B5EF4-FFF2-40B4-BE49-F238E27FC236}">
                <a16:creationId xmlns:a16="http://schemas.microsoft.com/office/drawing/2014/main" id="{A8B807CB-8A3D-FF50-D86D-C03CCA74F61B}"/>
              </a:ext>
            </a:extLst>
          </p:cNvPr>
          <p:cNvSpPr txBox="1"/>
          <p:nvPr/>
        </p:nvSpPr>
        <p:spPr>
          <a:xfrm>
            <a:off x="912806" y="9932204"/>
            <a:ext cx="1230318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marL="228600" indent="-228600">
              <a:buFont typeface="+mj-lt"/>
              <a:buAutoNum type="alphaUcPeriod" startAt="3"/>
            </a:pPr>
            <a:r>
              <a:rPr lang="en-GB" sz="900" b="1" spc="30" dirty="0">
                <a:solidFill>
                  <a:schemeClr val="bg1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KPIs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:</a:t>
            </a:r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BD437F0C-3840-9637-648E-558990F5AB6F}"/>
              </a:ext>
            </a:extLst>
          </p:cNvPr>
          <p:cNvSpPr txBox="1"/>
          <p:nvPr/>
        </p:nvSpPr>
        <p:spPr>
          <a:xfrm>
            <a:off x="1851548" y="9259184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900" spc="3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</a:t>
            </a:r>
          </a:p>
        </p:txBody>
      </p:sp>
      <p:sp>
        <p:nvSpPr>
          <p:cNvPr id="489" name="TextBox 488">
            <a:extLst>
              <a:ext uri="{FF2B5EF4-FFF2-40B4-BE49-F238E27FC236}">
                <a16:creationId xmlns:a16="http://schemas.microsoft.com/office/drawing/2014/main" id="{83A22464-D1C8-E57E-8F92-14632A107F5A}"/>
              </a:ext>
            </a:extLst>
          </p:cNvPr>
          <p:cNvSpPr txBox="1"/>
          <p:nvPr/>
        </p:nvSpPr>
        <p:spPr>
          <a:xfrm>
            <a:off x="1845328" y="9598290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Audience Type</a:t>
            </a:r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6C9A1FD0-30E2-165F-B054-5229A3501BD5}"/>
              </a:ext>
            </a:extLst>
          </p:cNvPr>
          <p:cNvSpPr txBox="1"/>
          <p:nvPr/>
        </p:nvSpPr>
        <p:spPr>
          <a:xfrm>
            <a:off x="1558615" y="9932204"/>
            <a:ext cx="9655732" cy="230832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r>
              <a:rPr lang="en-GB" sz="900" spc="3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KPI 1, KPI 2, KPI 3</a:t>
            </a:r>
          </a:p>
        </p:txBody>
      </p:sp>
      <p:sp>
        <p:nvSpPr>
          <p:cNvPr id="491" name="Google Shape;110;p2">
            <a:extLst>
              <a:ext uri="{FF2B5EF4-FFF2-40B4-BE49-F238E27FC236}">
                <a16:creationId xmlns:a16="http://schemas.microsoft.com/office/drawing/2014/main" id="{3B3BE1EC-6C4E-7FE9-AE29-DF3B20FFA1A0}"/>
              </a:ext>
            </a:extLst>
          </p:cNvPr>
          <p:cNvSpPr txBox="1"/>
          <p:nvPr/>
        </p:nvSpPr>
        <p:spPr>
          <a:xfrm>
            <a:off x="912821" y="12115391"/>
            <a:ext cx="2041799" cy="2062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r>
              <a:rPr lang="en-GB" sz="3200" b="1" spc="100" dirty="0">
                <a:solidFill>
                  <a:schemeClr val="dk1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 ExtraBold"/>
              </a:rPr>
              <a:t>{{PERFORMANCE_ON_SCREEN}}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CC5713D-5181-4897-1F12-66FE406E6E1F}"/>
              </a:ext>
            </a:extLst>
          </p:cNvPr>
          <p:cNvSpPr txBox="1"/>
          <p:nvPr/>
        </p:nvSpPr>
        <p:spPr>
          <a:xfrm>
            <a:off x="912821" y="14793342"/>
            <a:ext cx="89382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Top Performing Titles.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453934-4508-BB56-2197-8AA07A89560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8373" b="23830"/>
          <a:stretch>
            <a:fillRect/>
          </a:stretch>
        </p:blipFill>
        <p:spPr>
          <a:xfrm>
            <a:off x="779467" y="15498719"/>
            <a:ext cx="10632989" cy="3164448"/>
          </a:xfrm>
          <a:prstGeom prst="roundRect">
            <a:avLst>
              <a:gd name="adj" fmla="val 7425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B697C9AE-F6D4-E7AF-6B6D-874F7EE72049}"/>
              </a:ext>
            </a:extLst>
          </p:cNvPr>
          <p:cNvSpPr/>
          <p:nvPr/>
        </p:nvSpPr>
        <p:spPr>
          <a:xfrm>
            <a:off x="779468" y="16810036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E171154-E22E-0F8F-DB4C-15B8E09B8FBC}"/>
              </a:ext>
            </a:extLst>
          </p:cNvPr>
          <p:cNvSpPr/>
          <p:nvPr/>
        </p:nvSpPr>
        <p:spPr>
          <a:xfrm>
            <a:off x="779468" y="17374013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Google Shape;100;p2">
            <a:extLst>
              <a:ext uri="{FF2B5EF4-FFF2-40B4-BE49-F238E27FC236}">
                <a16:creationId xmlns:a16="http://schemas.microsoft.com/office/drawing/2014/main" id="{C2FBA442-B94E-3812-BD66-FD49EA084DC8}"/>
              </a:ext>
            </a:extLst>
          </p:cNvPr>
          <p:cNvSpPr txBox="1"/>
          <p:nvPr/>
        </p:nvSpPr>
        <p:spPr>
          <a:xfrm>
            <a:off x="1202057" y="15829917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CTR</a:t>
            </a:r>
          </a:p>
        </p:txBody>
      </p:sp>
      <p:sp>
        <p:nvSpPr>
          <p:cNvPr id="7" name="Google Shape;100;p2">
            <a:extLst>
              <a:ext uri="{FF2B5EF4-FFF2-40B4-BE49-F238E27FC236}">
                <a16:creationId xmlns:a16="http://schemas.microsoft.com/office/drawing/2014/main" id="{7ADA8C1F-25DF-DAE3-F6F1-6B769147FE87}"/>
              </a:ext>
            </a:extLst>
          </p:cNvPr>
          <p:cNvSpPr txBox="1"/>
          <p:nvPr/>
        </p:nvSpPr>
        <p:spPr>
          <a:xfrm>
            <a:off x="1202067" y="16476755"/>
            <a:ext cx="2317179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Performers.</a:t>
            </a:r>
          </a:p>
        </p:txBody>
      </p:sp>
      <p:sp>
        <p:nvSpPr>
          <p:cNvPr id="8" name="Google Shape;100;p2">
            <a:extLst>
              <a:ext uri="{FF2B5EF4-FFF2-40B4-BE49-F238E27FC236}">
                <a16:creationId xmlns:a16="http://schemas.microsoft.com/office/drawing/2014/main" id="{B56DC389-FEEC-F2D7-F028-35B6CE5AAC66}"/>
              </a:ext>
            </a:extLst>
          </p:cNvPr>
          <p:cNvSpPr txBox="1"/>
          <p:nvPr/>
        </p:nvSpPr>
        <p:spPr>
          <a:xfrm>
            <a:off x="4489543" y="15829917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VCR</a:t>
            </a:r>
          </a:p>
        </p:txBody>
      </p:sp>
      <p:sp>
        <p:nvSpPr>
          <p:cNvPr id="9" name="Google Shape;100;p2">
            <a:extLst>
              <a:ext uri="{FF2B5EF4-FFF2-40B4-BE49-F238E27FC236}">
                <a16:creationId xmlns:a16="http://schemas.microsoft.com/office/drawing/2014/main" id="{163A2BB2-D48B-1647-080C-D932C77ED619}"/>
              </a:ext>
            </a:extLst>
          </p:cNvPr>
          <p:cNvSpPr txBox="1"/>
          <p:nvPr/>
        </p:nvSpPr>
        <p:spPr>
          <a:xfrm>
            <a:off x="7950993" y="15829917"/>
            <a:ext cx="2317178" cy="4000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2000" b="1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ER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E433DFA-7DF2-F4C3-EC54-04C443B1ED60}"/>
              </a:ext>
            </a:extLst>
          </p:cNvPr>
          <p:cNvSpPr txBox="1"/>
          <p:nvPr/>
        </p:nvSpPr>
        <p:spPr>
          <a:xfrm>
            <a:off x="1202068" y="1684584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{{TOP_TITLES_CTR_1_NAME}}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8C92DA7-739B-87C8-6D14-705368AAA733}"/>
              </a:ext>
            </a:extLst>
          </p:cNvPr>
          <p:cNvSpPr txBox="1"/>
          <p:nvPr/>
        </p:nvSpPr>
        <p:spPr>
          <a:xfrm>
            <a:off x="1202068" y="1712460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{{TOP_TITLES_CTR_2_NAME}}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9C8E9C8-CBD7-D55D-786F-07622CFCC3A4}"/>
              </a:ext>
            </a:extLst>
          </p:cNvPr>
          <p:cNvSpPr txBox="1"/>
          <p:nvPr/>
        </p:nvSpPr>
        <p:spPr>
          <a:xfrm>
            <a:off x="1202068" y="1740336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{{TOP_TITLES_CTR_3_NAME}}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F3CFB76-C327-9D68-8341-440AEDBCB464}"/>
              </a:ext>
            </a:extLst>
          </p:cNvPr>
          <p:cNvSpPr txBox="1"/>
          <p:nvPr/>
        </p:nvSpPr>
        <p:spPr>
          <a:xfrm>
            <a:off x="2441075" y="1684262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{{TOP_TITLES_CTR_1_VALUE}}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3708249-5771-66B3-9753-CFB91A4BB9A4}"/>
              </a:ext>
            </a:extLst>
          </p:cNvPr>
          <p:cNvSpPr txBox="1"/>
          <p:nvPr/>
        </p:nvSpPr>
        <p:spPr>
          <a:xfrm>
            <a:off x="2441075" y="1712139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{{TOP_TITLES_CTR_2_VALUE}}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CE39801-9276-D19B-2C79-9E8C728A7A14}"/>
              </a:ext>
            </a:extLst>
          </p:cNvPr>
          <p:cNvSpPr txBox="1"/>
          <p:nvPr/>
        </p:nvSpPr>
        <p:spPr>
          <a:xfrm>
            <a:off x="2441075" y="1740015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{{TOP_TITLES_CTR_3_VALUE}}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A17043C-6CE9-4379-DBDE-ACDE397DE24B}"/>
              </a:ext>
            </a:extLst>
          </p:cNvPr>
          <p:cNvSpPr txBox="1"/>
          <p:nvPr/>
        </p:nvSpPr>
        <p:spPr>
          <a:xfrm>
            <a:off x="4489555" y="1684584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{{TOP_TITLES_VCR_1_NAME}}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DD47804-876F-E8B3-F98D-49D3C1D1606A}"/>
              </a:ext>
            </a:extLst>
          </p:cNvPr>
          <p:cNvSpPr txBox="1"/>
          <p:nvPr/>
        </p:nvSpPr>
        <p:spPr>
          <a:xfrm>
            <a:off x="4489555" y="1712460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{{TOP_TITLES_VCR_2_NAME}}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674EFDD-C8B7-2CC2-CBF6-2F8FE6823299}"/>
              </a:ext>
            </a:extLst>
          </p:cNvPr>
          <p:cNvSpPr txBox="1"/>
          <p:nvPr/>
        </p:nvSpPr>
        <p:spPr>
          <a:xfrm>
            <a:off x="4489555" y="1740336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{{TOP_TITLES_VCR_3_NAME}}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34D1B30-92BF-B55E-C77F-4C712F30E120}"/>
              </a:ext>
            </a:extLst>
          </p:cNvPr>
          <p:cNvSpPr txBox="1"/>
          <p:nvPr/>
        </p:nvSpPr>
        <p:spPr>
          <a:xfrm>
            <a:off x="5880368" y="1684262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{{TOP_TITLES_VCR_1_VALUE}}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D03DDB6-60DE-2AB8-C0F7-83B10D871906}"/>
              </a:ext>
            </a:extLst>
          </p:cNvPr>
          <p:cNvSpPr txBox="1"/>
          <p:nvPr/>
        </p:nvSpPr>
        <p:spPr>
          <a:xfrm>
            <a:off x="5880368" y="1712139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{{TOP_TITLES_VCR_2_VALUE}}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86B10610-479A-33C1-B704-D0F8770D059D}"/>
              </a:ext>
            </a:extLst>
          </p:cNvPr>
          <p:cNvSpPr txBox="1"/>
          <p:nvPr/>
        </p:nvSpPr>
        <p:spPr>
          <a:xfrm>
            <a:off x="5880368" y="1740015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{{TOP_TITLES_VCR_3_VALUE}}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2C807655-BF54-B024-0649-48FA44E86255}"/>
              </a:ext>
            </a:extLst>
          </p:cNvPr>
          <p:cNvSpPr txBox="1"/>
          <p:nvPr/>
        </p:nvSpPr>
        <p:spPr>
          <a:xfrm>
            <a:off x="7951006" y="16845840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{{TOP_TITLES_ER_1_NAME}}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F9E165-ABD0-92C8-E3E1-892B6A034D40}"/>
              </a:ext>
            </a:extLst>
          </p:cNvPr>
          <p:cNvSpPr txBox="1"/>
          <p:nvPr/>
        </p:nvSpPr>
        <p:spPr>
          <a:xfrm>
            <a:off x="7951006" y="1712460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{{TOP_TITLES_ER_2_NAME}}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3E8F4B4-A064-E8E3-A912-27CDC77EB558}"/>
              </a:ext>
            </a:extLst>
          </p:cNvPr>
          <p:cNvSpPr txBox="1"/>
          <p:nvPr/>
        </p:nvSpPr>
        <p:spPr>
          <a:xfrm>
            <a:off x="7951006" y="1740336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{{TOP_TITLES_ER_3_NAME}}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04A3DF8A-B2CA-55BC-B83C-2C7D490F733E}"/>
              </a:ext>
            </a:extLst>
          </p:cNvPr>
          <p:cNvSpPr txBox="1"/>
          <p:nvPr/>
        </p:nvSpPr>
        <p:spPr>
          <a:xfrm>
            <a:off x="9335395" y="16842628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{{TOP_TITLES_ER_1_VALUE}}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8F68FCFB-6E77-10AF-1772-B453D4E68677}"/>
              </a:ext>
            </a:extLst>
          </p:cNvPr>
          <p:cNvSpPr txBox="1"/>
          <p:nvPr/>
        </p:nvSpPr>
        <p:spPr>
          <a:xfrm>
            <a:off x="9335395" y="17121392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{{TOP_TITLES_ER_2_VALUE}}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2115255-5455-5012-A018-C16D014AD256}"/>
              </a:ext>
            </a:extLst>
          </p:cNvPr>
          <p:cNvSpPr txBox="1"/>
          <p:nvPr/>
        </p:nvSpPr>
        <p:spPr>
          <a:xfrm>
            <a:off x="9335395" y="17400155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{{TOP_TITLES_ER_3_VALUE}}</a:t>
            </a:r>
          </a:p>
        </p:txBody>
      </p:sp>
      <p:sp>
        <p:nvSpPr>
          <p:cNvPr id="28" name="Google Shape;100;p2">
            <a:extLst>
              <a:ext uri="{FF2B5EF4-FFF2-40B4-BE49-F238E27FC236}">
                <a16:creationId xmlns:a16="http://schemas.microsoft.com/office/drawing/2014/main" id="{FBF9AEE1-7211-F376-40BC-5F33D529AD61}"/>
              </a:ext>
            </a:extLst>
          </p:cNvPr>
          <p:cNvSpPr txBox="1"/>
          <p:nvPr/>
        </p:nvSpPr>
        <p:spPr>
          <a:xfrm>
            <a:off x="1202066" y="16167232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Click-through Rate</a:t>
            </a:r>
          </a:p>
        </p:txBody>
      </p:sp>
      <p:sp>
        <p:nvSpPr>
          <p:cNvPr id="29" name="Google Shape;100;p2">
            <a:extLst>
              <a:ext uri="{FF2B5EF4-FFF2-40B4-BE49-F238E27FC236}">
                <a16:creationId xmlns:a16="http://schemas.microsoft.com/office/drawing/2014/main" id="{DA9C25B2-678F-8E86-5FE1-835B63B59B8A}"/>
              </a:ext>
            </a:extLst>
          </p:cNvPr>
          <p:cNvSpPr txBox="1"/>
          <p:nvPr/>
        </p:nvSpPr>
        <p:spPr>
          <a:xfrm>
            <a:off x="4489553" y="16161789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Video Completion Rate</a:t>
            </a:r>
          </a:p>
        </p:txBody>
      </p:sp>
      <p:sp>
        <p:nvSpPr>
          <p:cNvPr id="30" name="Google Shape;100;p2">
            <a:extLst>
              <a:ext uri="{FF2B5EF4-FFF2-40B4-BE49-F238E27FC236}">
                <a16:creationId xmlns:a16="http://schemas.microsoft.com/office/drawing/2014/main" id="{A46804C8-24BA-F5E1-3C6E-5F6A1FDAC69D}"/>
              </a:ext>
            </a:extLst>
          </p:cNvPr>
          <p:cNvSpPr txBox="1"/>
          <p:nvPr/>
        </p:nvSpPr>
        <p:spPr>
          <a:xfrm>
            <a:off x="7951005" y="16163469"/>
            <a:ext cx="2317179" cy="2000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700" b="1" spc="40" dirty="0">
                <a:solidFill>
                  <a:schemeClr val="accent1"/>
                </a:solidFill>
                <a:latin typeface="Inter SemiBold" panose="02000503000000020004" pitchFamily="2" charset="0"/>
                <a:ea typeface="Inter SemiBold" panose="02000503000000020004" pitchFamily="2" charset="0"/>
                <a:cs typeface="Inter SemiBold" panose="02000503000000020004" pitchFamily="2" charset="0"/>
                <a:sym typeface="Inter"/>
              </a:rPr>
              <a:t>Engagement Rate</a:t>
            </a: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6976899B-DB0A-6ECF-CC4D-693B5CECEEAF}"/>
              </a:ext>
            </a:extLst>
          </p:cNvPr>
          <p:cNvCxnSpPr>
            <a:cxnSpLocks/>
          </p:cNvCxnSpPr>
          <p:nvPr/>
        </p:nvCxnSpPr>
        <p:spPr>
          <a:xfrm>
            <a:off x="4232365" y="15829905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D1873FB9-1CE5-0AA9-2C5F-DEE74E903CE1}"/>
              </a:ext>
            </a:extLst>
          </p:cNvPr>
          <p:cNvCxnSpPr>
            <a:cxnSpLocks/>
          </p:cNvCxnSpPr>
          <p:nvPr/>
        </p:nvCxnSpPr>
        <p:spPr>
          <a:xfrm>
            <a:off x="7673608" y="15829905"/>
            <a:ext cx="0" cy="2598370"/>
          </a:xfrm>
          <a:prstGeom prst="line">
            <a:avLst/>
          </a:prstGeom>
          <a:ln>
            <a:solidFill>
              <a:schemeClr val="accent6">
                <a:alpha val="29613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>
            <a:extLst>
              <a:ext uri="{FF2B5EF4-FFF2-40B4-BE49-F238E27FC236}">
                <a16:creationId xmlns:a16="http://schemas.microsoft.com/office/drawing/2014/main" id="{1FC0748E-0371-396E-4293-FF6CD3AD12CD}"/>
              </a:ext>
            </a:extLst>
          </p:cNvPr>
          <p:cNvSpPr/>
          <p:nvPr/>
        </p:nvSpPr>
        <p:spPr>
          <a:xfrm>
            <a:off x="779466" y="17940215"/>
            <a:ext cx="10632989" cy="282828"/>
          </a:xfrm>
          <a:prstGeom prst="rect">
            <a:avLst/>
          </a:prstGeom>
          <a:solidFill>
            <a:schemeClr val="accent6">
              <a:alpha val="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A8A4E26-6C6C-4BF0-9B6D-3920CE52AA47}"/>
              </a:ext>
            </a:extLst>
          </p:cNvPr>
          <p:cNvSpPr txBox="1"/>
          <p:nvPr/>
        </p:nvSpPr>
        <p:spPr>
          <a:xfrm>
            <a:off x="1202066" y="176908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{{TOP_TITLES_CTR_4_NAME}}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010F25ED-0EE0-0C08-0D7C-B06EBBD20DF2}"/>
              </a:ext>
            </a:extLst>
          </p:cNvPr>
          <p:cNvSpPr txBox="1"/>
          <p:nvPr/>
        </p:nvSpPr>
        <p:spPr>
          <a:xfrm>
            <a:off x="1202066" y="1796956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{{TOP_TITLES_CTR_5_NAME}}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ED49CFE7-F482-6E69-5EAF-33336B5ABB3A}"/>
              </a:ext>
            </a:extLst>
          </p:cNvPr>
          <p:cNvSpPr txBox="1"/>
          <p:nvPr/>
        </p:nvSpPr>
        <p:spPr>
          <a:xfrm>
            <a:off x="2441073" y="1768759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{{TOP_TITLES_CTR_4_VALUE}}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AEE91E-6553-B933-4311-0B3A8617790C}"/>
              </a:ext>
            </a:extLst>
          </p:cNvPr>
          <p:cNvSpPr txBox="1"/>
          <p:nvPr/>
        </p:nvSpPr>
        <p:spPr>
          <a:xfrm>
            <a:off x="2441073" y="1796635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{{TOP_TITLES_CTR_5_VALUE}}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8FE61F05-72EA-4FEF-5855-6AB08E27FF0C}"/>
              </a:ext>
            </a:extLst>
          </p:cNvPr>
          <p:cNvSpPr txBox="1"/>
          <p:nvPr/>
        </p:nvSpPr>
        <p:spPr>
          <a:xfrm>
            <a:off x="4489553" y="176908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{{TOP_TITLES_VCR_4_NAME}}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1CB1F7F3-97AC-B8E4-5754-017969464EA7}"/>
              </a:ext>
            </a:extLst>
          </p:cNvPr>
          <p:cNvSpPr txBox="1"/>
          <p:nvPr/>
        </p:nvSpPr>
        <p:spPr>
          <a:xfrm>
            <a:off x="4489553" y="1796956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{{TOP_TITLES_VCR_5_NAME}}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FE25E45D-94BB-9DCC-A88B-D922A3792793}"/>
              </a:ext>
            </a:extLst>
          </p:cNvPr>
          <p:cNvSpPr txBox="1"/>
          <p:nvPr/>
        </p:nvSpPr>
        <p:spPr>
          <a:xfrm>
            <a:off x="5880366" y="1768759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{{TOP_TITLES_VCR_4_VALUE}}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9C197D87-4663-E794-AA73-BE08D79BFABA}"/>
              </a:ext>
            </a:extLst>
          </p:cNvPr>
          <p:cNvSpPr txBox="1"/>
          <p:nvPr/>
        </p:nvSpPr>
        <p:spPr>
          <a:xfrm>
            <a:off x="5880366" y="1796635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{{TOP_TITLES_VCR_5_VALUE}}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CBB9A1A8-49F0-BAC6-14F1-D7DFA6DE61DF}"/>
              </a:ext>
            </a:extLst>
          </p:cNvPr>
          <p:cNvSpPr txBox="1"/>
          <p:nvPr/>
        </p:nvSpPr>
        <p:spPr>
          <a:xfrm>
            <a:off x="7951004" y="17690806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{{TOP_TITLES_ER_4_NAME}}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E685870A-7AAB-AE06-61D0-A879BF3445D3}"/>
              </a:ext>
            </a:extLst>
          </p:cNvPr>
          <p:cNvSpPr txBox="1"/>
          <p:nvPr/>
        </p:nvSpPr>
        <p:spPr>
          <a:xfrm>
            <a:off x="7951004" y="17969569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{{TOP_TITLES_ER_5_NAME}}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669D358-8A49-AECC-34EA-1E59FE9A12E2}"/>
              </a:ext>
            </a:extLst>
          </p:cNvPr>
          <p:cNvSpPr txBox="1"/>
          <p:nvPr/>
        </p:nvSpPr>
        <p:spPr>
          <a:xfrm>
            <a:off x="9335393" y="17687594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{{TOP_TITLES_ER_4_VALUE}}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59834753-8ACC-595D-2EB6-B5B04625FEB2}"/>
              </a:ext>
            </a:extLst>
          </p:cNvPr>
          <p:cNvSpPr txBox="1"/>
          <p:nvPr/>
        </p:nvSpPr>
        <p:spPr>
          <a:xfrm>
            <a:off x="9335393" y="17966357"/>
            <a:ext cx="16545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GB" sz="800" spc="4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{{TOP_TITLES_ER_5_VALUE}}</a:t>
            </a:r>
          </a:p>
        </p:txBody>
      </p:sp>
      <p:pic>
        <p:nvPicPr>
          <p:cNvPr id="510" name="Picture 509">
            <a:extLst>
              <a:ext uri="{FF2B5EF4-FFF2-40B4-BE49-F238E27FC236}">
                <a16:creationId xmlns:a16="http://schemas.microsoft.com/office/drawing/2014/main" id="{508654DE-3877-20B9-4422-44DEB6B44B93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37" r="60491"/>
          <a:stretch>
            <a:fillRect/>
          </a:stretch>
        </p:blipFill>
        <p:spPr>
          <a:xfrm>
            <a:off x="779556" y="20045675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511" name="Rounded Rectangle 510">
            <a:extLst>
              <a:ext uri="{FF2B5EF4-FFF2-40B4-BE49-F238E27FC236}">
                <a16:creationId xmlns:a16="http://schemas.microsoft.com/office/drawing/2014/main" id="{9ABE6F7D-690B-7B9E-F177-9AA6125C3D0D}"/>
              </a:ext>
            </a:extLst>
          </p:cNvPr>
          <p:cNvSpPr/>
          <p:nvPr/>
        </p:nvSpPr>
        <p:spPr>
          <a:xfrm>
            <a:off x="899020" y="22039310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1" name="Google Shape;114;p2">
            <a:extLst>
              <a:ext uri="{FF2B5EF4-FFF2-40B4-BE49-F238E27FC236}">
                <a16:creationId xmlns:a16="http://schemas.microsoft.com/office/drawing/2014/main" id="{320E83FB-A667-A523-DABF-353FBE238C56}"/>
              </a:ext>
            </a:extLst>
          </p:cNvPr>
          <p:cNvSpPr txBox="1"/>
          <p:nvPr/>
        </p:nvSpPr>
        <p:spPr>
          <a:xfrm>
            <a:off x="912808" y="20307625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6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Attention</a:t>
            </a:r>
          </a:p>
        </p:txBody>
      </p:sp>
      <p:sp>
        <p:nvSpPr>
          <p:cNvPr id="522" name="Google Shape;100;p2">
            <a:extLst>
              <a:ext uri="{FF2B5EF4-FFF2-40B4-BE49-F238E27FC236}">
                <a16:creationId xmlns:a16="http://schemas.microsoft.com/office/drawing/2014/main" id="{3DCCC025-6BAA-5CA9-3494-94BA7CC56821}"/>
              </a:ext>
            </a:extLst>
          </p:cNvPr>
          <p:cNvSpPr txBox="1"/>
          <p:nvPr/>
        </p:nvSpPr>
        <p:spPr>
          <a:xfrm>
            <a:off x="912807" y="20692828"/>
            <a:ext cx="22537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523" name="Picture 522">
            <a:extLst>
              <a:ext uri="{FF2B5EF4-FFF2-40B4-BE49-F238E27FC236}">
                <a16:creationId xmlns:a16="http://schemas.microsoft.com/office/drawing/2014/main" id="{B05D53B9-F6E4-04F3-E36A-2A18403BA81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 l="7804" t="34429" r="10565" b="33342"/>
          <a:stretch>
            <a:fillRect/>
          </a:stretch>
        </p:blipFill>
        <p:spPr>
          <a:xfrm>
            <a:off x="9760930" y="19500753"/>
            <a:ext cx="1343791" cy="246954"/>
          </a:xfrm>
          <a:prstGeom prst="rect">
            <a:avLst/>
          </a:prstGeom>
        </p:spPr>
      </p:pic>
      <p:sp>
        <p:nvSpPr>
          <p:cNvPr id="524" name="Google Shape;100;p2">
            <a:extLst>
              <a:ext uri="{FF2B5EF4-FFF2-40B4-BE49-F238E27FC236}">
                <a16:creationId xmlns:a16="http://schemas.microsoft.com/office/drawing/2014/main" id="{B181DB33-7B66-AA63-FDA0-9802A500EA7F}"/>
              </a:ext>
            </a:extLst>
          </p:cNvPr>
          <p:cNvSpPr txBox="1"/>
          <p:nvPr/>
        </p:nvSpPr>
        <p:spPr>
          <a:xfrm>
            <a:off x="912807" y="22102305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525" name="Picture 524">
            <a:extLst>
              <a:ext uri="{FF2B5EF4-FFF2-40B4-BE49-F238E27FC236}">
                <a16:creationId xmlns:a16="http://schemas.microsoft.com/office/drawing/2014/main" id="{6FA40301-0267-3F55-0E2D-626AD1F25ED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37" r="60491"/>
          <a:stretch>
            <a:fillRect/>
          </a:stretch>
        </p:blipFill>
        <p:spPr>
          <a:xfrm>
            <a:off x="3487491" y="20045675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526" name="Rounded Rectangle 525">
            <a:extLst>
              <a:ext uri="{FF2B5EF4-FFF2-40B4-BE49-F238E27FC236}">
                <a16:creationId xmlns:a16="http://schemas.microsoft.com/office/drawing/2014/main" id="{7D46295E-CAE1-784D-2EFC-32B436DFBD40}"/>
              </a:ext>
            </a:extLst>
          </p:cNvPr>
          <p:cNvSpPr/>
          <p:nvPr/>
        </p:nvSpPr>
        <p:spPr>
          <a:xfrm>
            <a:off x="3606955" y="22039310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7" name="Google Shape;114;p2">
            <a:extLst>
              <a:ext uri="{FF2B5EF4-FFF2-40B4-BE49-F238E27FC236}">
                <a16:creationId xmlns:a16="http://schemas.microsoft.com/office/drawing/2014/main" id="{6271E520-BBC2-FF77-D802-B41E46DBC057}"/>
              </a:ext>
            </a:extLst>
          </p:cNvPr>
          <p:cNvSpPr txBox="1"/>
          <p:nvPr/>
        </p:nvSpPr>
        <p:spPr>
          <a:xfrm>
            <a:off x="3620743" y="20307625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6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Recall</a:t>
            </a:r>
          </a:p>
        </p:txBody>
      </p:sp>
      <p:sp>
        <p:nvSpPr>
          <p:cNvPr id="528" name="Google Shape;100;p2">
            <a:extLst>
              <a:ext uri="{FF2B5EF4-FFF2-40B4-BE49-F238E27FC236}">
                <a16:creationId xmlns:a16="http://schemas.microsoft.com/office/drawing/2014/main" id="{10D10C1C-6241-AA3F-5BB4-DB319333AFD4}"/>
              </a:ext>
            </a:extLst>
          </p:cNvPr>
          <p:cNvSpPr txBox="1"/>
          <p:nvPr/>
        </p:nvSpPr>
        <p:spPr>
          <a:xfrm>
            <a:off x="3620742" y="20692828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529" name="Google Shape;100;p2">
            <a:extLst>
              <a:ext uri="{FF2B5EF4-FFF2-40B4-BE49-F238E27FC236}">
                <a16:creationId xmlns:a16="http://schemas.microsoft.com/office/drawing/2014/main" id="{95ED1C21-8010-C5F7-CF7B-979FA0335005}"/>
              </a:ext>
            </a:extLst>
          </p:cNvPr>
          <p:cNvSpPr txBox="1"/>
          <p:nvPr/>
        </p:nvSpPr>
        <p:spPr>
          <a:xfrm>
            <a:off x="3620742" y="22102305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530" name="Picture 529">
            <a:extLst>
              <a:ext uri="{FF2B5EF4-FFF2-40B4-BE49-F238E27FC236}">
                <a16:creationId xmlns:a16="http://schemas.microsoft.com/office/drawing/2014/main" id="{71E54BD4-AC5B-4498-247F-CE1C4F1932A8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37" r="60491"/>
          <a:stretch>
            <a:fillRect/>
          </a:stretch>
        </p:blipFill>
        <p:spPr>
          <a:xfrm>
            <a:off x="6195430" y="20045675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531" name="Rounded Rectangle 530">
            <a:extLst>
              <a:ext uri="{FF2B5EF4-FFF2-40B4-BE49-F238E27FC236}">
                <a16:creationId xmlns:a16="http://schemas.microsoft.com/office/drawing/2014/main" id="{D4F50923-8CBA-79ED-1A1D-B1AF55E82154}"/>
              </a:ext>
            </a:extLst>
          </p:cNvPr>
          <p:cNvSpPr/>
          <p:nvPr/>
        </p:nvSpPr>
        <p:spPr>
          <a:xfrm>
            <a:off x="6314894" y="22039310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2" name="Google Shape;114;p2">
            <a:extLst>
              <a:ext uri="{FF2B5EF4-FFF2-40B4-BE49-F238E27FC236}">
                <a16:creationId xmlns:a16="http://schemas.microsoft.com/office/drawing/2014/main" id="{B0E092D1-020B-8180-5441-948F50986CE5}"/>
              </a:ext>
            </a:extLst>
          </p:cNvPr>
          <p:cNvSpPr txBox="1"/>
          <p:nvPr/>
        </p:nvSpPr>
        <p:spPr>
          <a:xfrm>
            <a:off x="6328682" y="20307625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6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Brand Choice</a:t>
            </a:r>
          </a:p>
        </p:txBody>
      </p:sp>
      <p:sp>
        <p:nvSpPr>
          <p:cNvPr id="533" name="Google Shape;100;p2">
            <a:extLst>
              <a:ext uri="{FF2B5EF4-FFF2-40B4-BE49-F238E27FC236}">
                <a16:creationId xmlns:a16="http://schemas.microsoft.com/office/drawing/2014/main" id="{4214BC8B-90DA-EFDA-2B31-14E9CC8AD2C6}"/>
              </a:ext>
            </a:extLst>
          </p:cNvPr>
          <p:cNvSpPr txBox="1"/>
          <p:nvPr/>
        </p:nvSpPr>
        <p:spPr>
          <a:xfrm>
            <a:off x="6328681" y="20692828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534" name="Google Shape;100;p2">
            <a:extLst>
              <a:ext uri="{FF2B5EF4-FFF2-40B4-BE49-F238E27FC236}">
                <a16:creationId xmlns:a16="http://schemas.microsoft.com/office/drawing/2014/main" id="{5C0C5C9C-94D3-677E-EE77-E5D75E16B957}"/>
              </a:ext>
            </a:extLst>
          </p:cNvPr>
          <p:cNvSpPr txBox="1"/>
          <p:nvPr/>
        </p:nvSpPr>
        <p:spPr>
          <a:xfrm>
            <a:off x="6328681" y="22102305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pic>
        <p:nvPicPr>
          <p:cNvPr id="535" name="Picture 534">
            <a:extLst>
              <a:ext uri="{FF2B5EF4-FFF2-40B4-BE49-F238E27FC236}">
                <a16:creationId xmlns:a16="http://schemas.microsoft.com/office/drawing/2014/main" id="{D0779794-E391-7C9F-FCC1-2BB2E413568D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l="837" r="60491"/>
          <a:stretch>
            <a:fillRect/>
          </a:stretch>
        </p:blipFill>
        <p:spPr>
          <a:xfrm>
            <a:off x="8903368" y="20045675"/>
            <a:ext cx="2509076" cy="3633322"/>
          </a:xfrm>
          <a:prstGeom prst="roundRect">
            <a:avLst>
              <a:gd name="adj" fmla="val 7921"/>
            </a:avLst>
          </a:prstGeom>
        </p:spPr>
      </p:pic>
      <p:sp>
        <p:nvSpPr>
          <p:cNvPr id="536" name="Rounded Rectangle 535">
            <a:extLst>
              <a:ext uri="{FF2B5EF4-FFF2-40B4-BE49-F238E27FC236}">
                <a16:creationId xmlns:a16="http://schemas.microsoft.com/office/drawing/2014/main" id="{876FB643-B818-31FC-4F06-E71CF64621E2}"/>
              </a:ext>
            </a:extLst>
          </p:cNvPr>
          <p:cNvSpPr/>
          <p:nvPr/>
        </p:nvSpPr>
        <p:spPr>
          <a:xfrm>
            <a:off x="9022832" y="22039310"/>
            <a:ext cx="2270146" cy="1522913"/>
          </a:xfrm>
          <a:prstGeom prst="roundRect">
            <a:avLst>
              <a:gd name="adj" fmla="val 8415"/>
            </a:avLst>
          </a:prstGeom>
          <a:solidFill>
            <a:schemeClr val="accent6"/>
          </a:solidFill>
          <a:ln>
            <a:noFill/>
          </a:ln>
          <a:effectLst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7" name="Google Shape;114;p2">
            <a:extLst>
              <a:ext uri="{FF2B5EF4-FFF2-40B4-BE49-F238E27FC236}">
                <a16:creationId xmlns:a16="http://schemas.microsoft.com/office/drawing/2014/main" id="{19C88954-9AF3-C6C5-83BF-26A2CCF68C27}"/>
              </a:ext>
            </a:extLst>
          </p:cNvPr>
          <p:cNvSpPr txBox="1"/>
          <p:nvPr/>
        </p:nvSpPr>
        <p:spPr>
          <a:xfrm>
            <a:off x="9036620" y="20307625"/>
            <a:ext cx="2232550" cy="33851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600" b="1" spc="50" dirty="0">
                <a:solidFill>
                  <a:schemeClr val="accent6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</a:t>
            </a:r>
          </a:p>
        </p:txBody>
      </p:sp>
      <p:sp>
        <p:nvSpPr>
          <p:cNvPr id="538" name="Google Shape;100;p2">
            <a:extLst>
              <a:ext uri="{FF2B5EF4-FFF2-40B4-BE49-F238E27FC236}">
                <a16:creationId xmlns:a16="http://schemas.microsoft.com/office/drawing/2014/main" id="{70FBBAA5-1232-00D4-47B7-69BB471B30A1}"/>
              </a:ext>
            </a:extLst>
          </p:cNvPr>
          <p:cNvSpPr txBox="1"/>
          <p:nvPr/>
        </p:nvSpPr>
        <p:spPr>
          <a:xfrm>
            <a:off x="9036619" y="20692828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accent5"/>
                </a:solidFill>
                <a:latin typeface="Inter Medium" panose="02000503000000020004" pitchFamily="2" charset="0"/>
                <a:ea typeface="Inter Medium" panose="02000503000000020004" pitchFamily="2" charset="0"/>
                <a:cs typeface="Inter Medium" panose="02000503000000020004" pitchFamily="2" charset="0"/>
                <a:sym typeface="Inter"/>
              </a:rPr>
              <a:t>.</a:t>
            </a:r>
          </a:p>
        </p:txBody>
      </p:sp>
      <p:sp>
        <p:nvSpPr>
          <p:cNvPr id="539" name="Google Shape;100;p2">
            <a:extLst>
              <a:ext uri="{FF2B5EF4-FFF2-40B4-BE49-F238E27FC236}">
                <a16:creationId xmlns:a16="http://schemas.microsoft.com/office/drawing/2014/main" id="{A66BFFBD-71E9-3605-0BEC-1725E6A3678F}"/>
              </a:ext>
            </a:extLst>
          </p:cNvPr>
          <p:cNvSpPr txBox="1"/>
          <p:nvPr/>
        </p:nvSpPr>
        <p:spPr>
          <a:xfrm>
            <a:off x="9036619" y="22102305"/>
            <a:ext cx="2222526" cy="116951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ts val="1160"/>
              </a:lnSpc>
              <a:defRPr/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.</a:t>
            </a:r>
          </a:p>
        </p:txBody>
      </p:sp>
      <p:sp>
        <p:nvSpPr>
          <p:cNvPr id="540" name="TextBox 539">
            <a:extLst>
              <a:ext uri="{FF2B5EF4-FFF2-40B4-BE49-F238E27FC236}">
                <a16:creationId xmlns:a16="http://schemas.microsoft.com/office/drawing/2014/main" id="{FEFEEE1B-E914-8A14-85AA-7784B9207D31}"/>
              </a:ext>
            </a:extLst>
          </p:cNvPr>
          <p:cNvSpPr txBox="1"/>
          <p:nvPr/>
        </p:nvSpPr>
        <p:spPr>
          <a:xfrm>
            <a:off x="912808" y="19266521"/>
            <a:ext cx="635749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Brand Study Results.</a:t>
            </a:r>
          </a:p>
        </p:txBody>
      </p:sp>
      <p:sp>
        <p:nvSpPr>
          <p:cNvPr id="541" name="TextBox 540">
            <a:extLst>
              <a:ext uri="{FF2B5EF4-FFF2-40B4-BE49-F238E27FC236}">
                <a16:creationId xmlns:a16="http://schemas.microsoft.com/office/drawing/2014/main" id="{D9AA2BD3-C00C-FC2B-37BB-9133ABB89565}"/>
              </a:ext>
            </a:extLst>
          </p:cNvPr>
          <p:cNvSpPr txBox="1"/>
          <p:nvPr/>
        </p:nvSpPr>
        <p:spPr>
          <a:xfrm>
            <a:off x="912810" y="26535600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42" name="Google Shape;100;p2">
            <a:extLst>
              <a:ext uri="{FF2B5EF4-FFF2-40B4-BE49-F238E27FC236}">
                <a16:creationId xmlns:a16="http://schemas.microsoft.com/office/drawing/2014/main" id="{F135A0A0-25AC-EDB9-4F82-F4235A80FB0F}"/>
              </a:ext>
            </a:extLst>
          </p:cNvPr>
          <p:cNvSpPr txBox="1"/>
          <p:nvPr/>
        </p:nvSpPr>
        <p:spPr>
          <a:xfrm>
            <a:off x="912807" y="26280760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Overall</a:t>
            </a:r>
          </a:p>
        </p:txBody>
      </p:sp>
      <p:sp>
        <p:nvSpPr>
          <p:cNvPr id="543" name="TextBox 542">
            <a:extLst>
              <a:ext uri="{FF2B5EF4-FFF2-40B4-BE49-F238E27FC236}">
                <a16:creationId xmlns:a16="http://schemas.microsoft.com/office/drawing/2014/main" id="{AA3F35EF-2B94-4950-5914-612B580DEF83}"/>
              </a:ext>
            </a:extLst>
          </p:cNvPr>
          <p:cNvSpPr txBox="1"/>
          <p:nvPr/>
        </p:nvSpPr>
        <p:spPr>
          <a:xfrm>
            <a:off x="912810" y="27463426"/>
            <a:ext cx="6357491" cy="624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Best Performing Sites – XXX</a:t>
            </a:r>
          </a:p>
        </p:txBody>
      </p:sp>
      <p:sp>
        <p:nvSpPr>
          <p:cNvPr id="544" name="Google Shape;100;p2">
            <a:extLst>
              <a:ext uri="{FF2B5EF4-FFF2-40B4-BE49-F238E27FC236}">
                <a16:creationId xmlns:a16="http://schemas.microsoft.com/office/drawing/2014/main" id="{8C81ECDE-4E72-50D4-2CE2-E6F1176A3EC5}"/>
              </a:ext>
            </a:extLst>
          </p:cNvPr>
          <p:cNvSpPr txBox="1"/>
          <p:nvPr/>
        </p:nvSpPr>
        <p:spPr>
          <a:xfrm>
            <a:off x="912807" y="27208177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Publishers</a:t>
            </a:r>
          </a:p>
        </p:txBody>
      </p:sp>
      <p:sp>
        <p:nvSpPr>
          <p:cNvPr id="545" name="TextBox 544">
            <a:extLst>
              <a:ext uri="{FF2B5EF4-FFF2-40B4-BE49-F238E27FC236}">
                <a16:creationId xmlns:a16="http://schemas.microsoft.com/office/drawing/2014/main" id="{2C308C73-B798-FD36-45DE-2E5F45B35321}"/>
              </a:ext>
            </a:extLst>
          </p:cNvPr>
          <p:cNvSpPr txBox="1"/>
          <p:nvPr/>
        </p:nvSpPr>
        <p:spPr>
          <a:xfrm>
            <a:off x="912810" y="28575918"/>
            <a:ext cx="6357491" cy="439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Lorem ipsum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dolor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sit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amet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consectetur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adipiscing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elit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sed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do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eiusmod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tempor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incididunt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labore et dolore magna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Ut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enim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ad minim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veniam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, quis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nostrud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exercitation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ullamco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laboris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nisi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ut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aliquip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ex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ea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commodo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 </a:t>
            </a:r>
            <a:r>
              <a:rPr lang="en-GB" sz="800" spc="40" dirty="0" err="1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consequat</a:t>
            </a:r>
            <a:r>
              <a:rPr lang="en-GB" sz="800" spc="40" dirty="0">
                <a:solidFill>
                  <a:schemeClr val="tx2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. </a:t>
            </a:r>
          </a:p>
        </p:txBody>
      </p:sp>
      <p:sp>
        <p:nvSpPr>
          <p:cNvPr id="546" name="Google Shape;100;p2">
            <a:extLst>
              <a:ext uri="{FF2B5EF4-FFF2-40B4-BE49-F238E27FC236}">
                <a16:creationId xmlns:a16="http://schemas.microsoft.com/office/drawing/2014/main" id="{0086F041-163F-459D-C2A4-0192379D2DAE}"/>
              </a:ext>
            </a:extLst>
          </p:cNvPr>
          <p:cNvSpPr txBox="1"/>
          <p:nvPr/>
        </p:nvSpPr>
        <p:spPr>
          <a:xfrm>
            <a:off x="912807" y="28314348"/>
            <a:ext cx="2262320" cy="2615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defRPr/>
            </a:pPr>
            <a:r>
              <a:rPr lang="en-GB" sz="1100" b="1" spc="40" dirty="0">
                <a:latin typeface="Inter" panose="02000503000000020004" pitchFamily="2" charset="0"/>
                <a:ea typeface="Inter" panose="02000503000000020004" pitchFamily="2" charset="0"/>
                <a:cs typeface="Inter" panose="02000503000000020004" pitchFamily="2" charset="0"/>
                <a:sym typeface="Inter"/>
              </a:rPr>
              <a:t>Creative</a:t>
            </a:r>
          </a:p>
        </p:txBody>
      </p:sp>
      <p:sp>
        <p:nvSpPr>
          <p:cNvPr id="547" name="TextBox 546">
            <a:extLst>
              <a:ext uri="{FF2B5EF4-FFF2-40B4-BE49-F238E27FC236}">
                <a16:creationId xmlns:a16="http://schemas.microsoft.com/office/drawing/2014/main" id="{9284BF09-CAB9-23C7-EC91-86FDEDAB77A0}"/>
              </a:ext>
            </a:extLst>
          </p:cNvPr>
          <p:cNvSpPr txBox="1"/>
          <p:nvPr/>
        </p:nvSpPr>
        <p:spPr>
          <a:xfrm>
            <a:off x="912811" y="25090285"/>
            <a:ext cx="331955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2400" b="1" spc="100" dirty="0">
                <a:solidFill>
                  <a:srgbClr val="000000"/>
                </a:solidFill>
                <a:latin typeface="Inter" panose="02000503000000020004" pitchFamily="2" charset="0"/>
                <a:ea typeface="Inter" panose="02000503000000020004" pitchFamily="2" charset="0"/>
                <a:cs typeface="Arial" panose="020B0604020202020204" pitchFamily="34" charset="0"/>
              </a:rPr>
              <a:t>Learnings &amp; Recommendations.</a:t>
            </a:r>
          </a:p>
        </p:txBody>
      </p:sp>
      <p:pic>
        <p:nvPicPr>
          <p:cNvPr id="548" name="Picture 547">
            <a:extLst>
              <a:ext uri="{FF2B5EF4-FFF2-40B4-BE49-F238E27FC236}">
                <a16:creationId xmlns:a16="http://schemas.microsoft.com/office/drawing/2014/main" id="{65744879-920A-BBA9-399F-BC1363724A9B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8539285" y="24461510"/>
            <a:ext cx="2623452" cy="538655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MOBKOI 2024 Colour Palette">
  <a:themeElements>
    <a:clrScheme name="MOBKOI_OneScreen 1">
      <a:dk1>
        <a:srgbClr val="000000"/>
      </a:dk1>
      <a:lt1>
        <a:srgbClr val="1D1D1D"/>
      </a:lt1>
      <a:dk2>
        <a:srgbClr val="565656"/>
      </a:dk2>
      <a:lt2>
        <a:srgbClr val="7E7E7E"/>
      </a:lt2>
      <a:accent1>
        <a:srgbClr val="A6A6A6"/>
      </a:accent1>
      <a:accent2>
        <a:srgbClr val="C7C7C7"/>
      </a:accent2>
      <a:accent3>
        <a:srgbClr val="8E93A1"/>
      </a:accent3>
      <a:accent4>
        <a:srgbClr val="306FDB"/>
      </a:accent4>
      <a:accent5>
        <a:srgbClr val="F2F2F2"/>
      </a:accent5>
      <a:accent6>
        <a:srgbClr val="FFFFFF"/>
      </a:accent6>
      <a:hlink>
        <a:srgbClr val="416ED3"/>
      </a:hlink>
      <a:folHlink>
        <a:srgbClr val="9D7AD9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MOBKOI_OneScreen" id="{C06E6BF5-ACE0-5B44-AA3E-CB88FB098B5B}" vid="{6EFA9A89-F561-2A4B-A65D-81DED623B75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MOBKOI_OneScreen</Template>
  <TotalTime>3207</TotalTime>
  <Words>1047</Words>
  <Application>Microsoft Macintosh PowerPoint</Application>
  <PresentationFormat>Custom</PresentationFormat>
  <Paragraphs>107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Inter</vt:lpstr>
      <vt:lpstr>Aptos</vt:lpstr>
      <vt:lpstr>Calibri</vt:lpstr>
      <vt:lpstr>Inter SemiBold</vt:lpstr>
      <vt:lpstr>Calibri Light</vt:lpstr>
      <vt:lpstr>Inter Medium</vt:lpstr>
      <vt:lpstr>Arial</vt:lpstr>
      <vt:lpstr>MOBKOI 2024 Colour Palette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Crittenden</dc:creator>
  <cp:lastModifiedBy>Daniel Crittenden</cp:lastModifiedBy>
  <cp:revision>74</cp:revision>
  <dcterms:created xsi:type="dcterms:W3CDTF">2025-02-28T16:34:04Z</dcterms:created>
  <dcterms:modified xsi:type="dcterms:W3CDTF">2026-05-07T12:14:57Z</dcterms:modified>
</cp:coreProperties>
</file>