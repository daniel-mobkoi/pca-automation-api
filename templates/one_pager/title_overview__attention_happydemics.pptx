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29160788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SemiBold" panose="02000503000000020004" pitchFamily="2" charset="0"/>
      <p:regular r:id="rId5"/>
      <p:bold r:id="rId5"/>
      <p:italic r:id="rId5"/>
      <p:boldItalic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2"/>
    <p:restoredTop sz="96846"/>
  </p:normalViewPr>
  <p:slideViewPr>
    <p:cSldViewPr snapToGrid="0">
      <p:cViewPr>
        <p:scale>
          <a:sx n="40" d="100"/>
          <a:sy n="40" d="100"/>
        </p:scale>
        <p:origin x="40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772386"/>
            <a:ext cx="9144000" cy="101522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316169"/>
            <a:ext cx="9144000" cy="70404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269961"/>
            <a:ext cx="10515600" cy="121300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9514786"/>
            <a:ext cx="10515600" cy="637892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7762717"/>
            <a:ext cx="5181600" cy="185022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7762717"/>
            <a:ext cx="5181600" cy="185022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552545"/>
            <a:ext cx="10515600" cy="563640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7148451"/>
            <a:ext cx="5157787" cy="3503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10651796"/>
            <a:ext cx="5157787" cy="156671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7148451"/>
            <a:ext cx="5183188" cy="3503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0651796"/>
            <a:ext cx="5183188" cy="156671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944056"/>
            <a:ext cx="3932237" cy="680418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198621"/>
            <a:ext cx="6172200" cy="207230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748241"/>
            <a:ext cx="3932237" cy="16207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944056"/>
            <a:ext cx="3932237" cy="680418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198621"/>
            <a:ext cx="6172200" cy="2072306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748241"/>
            <a:ext cx="3932237" cy="16207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552546"/>
            <a:ext cx="2628900" cy="24712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552546"/>
            <a:ext cx="7734300" cy="2471242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9"/>
            <a:ext cx="8231633" cy="24814049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4"/>
            <a:ext cx="4019883" cy="17275679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61" y="16058468"/>
            <a:ext cx="3339661" cy="13102333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552545"/>
            <a:ext cx="10515600" cy="5636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762717"/>
            <a:ext cx="10515600" cy="18502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7027735"/>
            <a:ext cx="2743200" cy="15525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7027735"/>
            <a:ext cx="4114800" cy="15525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7027735"/>
            <a:ext cx="2743200" cy="15525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20" y="3648320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8" y="5859103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5" y="6087738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11" y="2364364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20" y="3038415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39" y="1420822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80" y="6548177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143945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20" y="5159508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82" y="1131246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064180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652437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7" y="2072136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8" y="10328458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60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62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4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6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69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19" y="1249284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19" y="12769227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6" y="11920380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6" y="1249284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6" y="12769227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6" y="11920385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6" y="1249284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6" y="12769227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7" y="11920380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7" y="1249284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7" y="12769227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315837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0" y="29091841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894" y="28816335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4" y="5159508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548176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80" y="6825502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80" y="7102828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80" y="7380154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657479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6824184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100192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08" y="7376200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652207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403286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9737200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064180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403286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9737200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19" y="11920385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19" y="14598336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5" y="15303715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6" y="16615032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6" y="1717900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634911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5" y="16281751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634911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634911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6" y="166508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6" y="169296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6" y="172083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3" y="1664762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3" y="1692638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3" y="1720515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3" y="166508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3" y="169296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3" y="172083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6" y="1664762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6" y="1692638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6" y="1720515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4" y="166508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4" y="169296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4" y="172083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3" y="1664762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3" y="1692638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3" y="1720515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4" y="15972228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51" y="15966785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3" y="15968465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634901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634901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4" y="17745211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4" y="174958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4" y="177745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71" y="1749259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71" y="1777135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51" y="174958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51" y="177745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4" y="1749259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4" y="1777135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1002" y="174958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1002" y="177745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91" y="1749259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91" y="1777135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E2DA7B4-7501-1BCC-1F6C-17828DF34F7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3680" b="23680"/>
          <a:stretch/>
        </p:blipFill>
        <p:spPr>
          <a:xfrm>
            <a:off x="779463" y="19903157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7A162C8-BE8B-9B0E-1086-D54951B5710A}"/>
              </a:ext>
            </a:extLst>
          </p:cNvPr>
          <p:cNvSpPr/>
          <p:nvPr/>
        </p:nvSpPr>
        <p:spPr>
          <a:xfrm>
            <a:off x="1136699" y="20596815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1A70D05-0309-36E0-FDFE-13C38974C4CF}"/>
              </a:ext>
            </a:extLst>
          </p:cNvPr>
          <p:cNvSpPr/>
          <p:nvPr/>
        </p:nvSpPr>
        <p:spPr>
          <a:xfrm>
            <a:off x="6418728" y="20591578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Google Shape;110;p2">
            <a:extLst>
              <a:ext uri="{FF2B5EF4-FFF2-40B4-BE49-F238E27FC236}">
                <a16:creationId xmlns:a16="http://schemas.microsoft.com/office/drawing/2014/main" id="{B0A08259-2A0E-9D04-CE8A-572ACC57B6EA}"/>
              </a:ext>
            </a:extLst>
          </p:cNvPr>
          <p:cNvSpPr txBox="1"/>
          <p:nvPr/>
        </p:nvSpPr>
        <p:spPr>
          <a:xfrm>
            <a:off x="1244917" y="20702174"/>
            <a:ext cx="438280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XX.XXXM</a:t>
            </a:r>
            <a:endParaRPr b="1" spc="1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pic>
        <p:nvPicPr>
          <p:cNvPr id="50" name="Picture 2" descr="logo-placeholder - Shop at RaceYa">
            <a:extLst>
              <a:ext uri="{FF2B5EF4-FFF2-40B4-BE49-F238E27FC236}">
                <a16:creationId xmlns:a16="http://schemas.microsoft.com/office/drawing/2014/main" id="{3AE4DCF6-52AA-010B-6545-2CD7D9A35D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6746823" y="20737091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logo-placeholder - Shop at RaceYa">
            <a:extLst>
              <a:ext uri="{FF2B5EF4-FFF2-40B4-BE49-F238E27FC236}">
                <a16:creationId xmlns:a16="http://schemas.microsoft.com/office/drawing/2014/main" id="{1A721560-8751-F161-89D0-B17C299CB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8245950" y="20737091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logo-placeholder - Shop at RaceYa">
            <a:extLst>
              <a:ext uri="{FF2B5EF4-FFF2-40B4-BE49-F238E27FC236}">
                <a16:creationId xmlns:a16="http://schemas.microsoft.com/office/drawing/2014/main" id="{E620D096-D288-1B5A-B7AA-CD1CEE2FE3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9745076" y="20732509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Google Shape;114;p2">
            <a:extLst>
              <a:ext uri="{FF2B5EF4-FFF2-40B4-BE49-F238E27FC236}">
                <a16:creationId xmlns:a16="http://schemas.microsoft.com/office/drawing/2014/main" id="{1051C995-A8FC-4E88-F9F4-9066EEDD2AEC}"/>
              </a:ext>
            </a:extLst>
          </p:cNvPr>
          <p:cNvSpPr txBox="1"/>
          <p:nvPr/>
        </p:nvSpPr>
        <p:spPr>
          <a:xfrm>
            <a:off x="1247103" y="22423489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4" name="Google Shape;110;p2">
            <a:extLst>
              <a:ext uri="{FF2B5EF4-FFF2-40B4-BE49-F238E27FC236}">
                <a16:creationId xmlns:a16="http://schemas.microsoft.com/office/drawing/2014/main" id="{E090C9F1-8CFD-6277-FB5B-FCEDC38A964C}"/>
              </a:ext>
            </a:extLst>
          </p:cNvPr>
          <p:cNvSpPr txBox="1"/>
          <p:nvPr/>
        </p:nvSpPr>
        <p:spPr>
          <a:xfrm>
            <a:off x="1247103" y="22127629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AC1090C-A8E4-FC28-FDAB-F966714A4F44}"/>
              </a:ext>
            </a:extLst>
          </p:cNvPr>
          <p:cNvSpPr/>
          <p:nvPr/>
        </p:nvSpPr>
        <p:spPr>
          <a:xfrm>
            <a:off x="1136700" y="21839269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2385620-1205-6AFD-EB8D-D181DD4A98E6}"/>
              </a:ext>
            </a:extLst>
          </p:cNvPr>
          <p:cNvSpPr/>
          <p:nvPr/>
        </p:nvSpPr>
        <p:spPr>
          <a:xfrm>
            <a:off x="3790496" y="21839269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E90C9136-5FD9-BA6A-1B12-CF3B9615C0F9}"/>
              </a:ext>
            </a:extLst>
          </p:cNvPr>
          <p:cNvSpPr/>
          <p:nvPr/>
        </p:nvSpPr>
        <p:spPr>
          <a:xfrm>
            <a:off x="6418728" y="21821032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B05ED9CA-3FD9-E5D6-348F-AEA7C376C1FD}"/>
              </a:ext>
            </a:extLst>
          </p:cNvPr>
          <p:cNvSpPr/>
          <p:nvPr/>
        </p:nvSpPr>
        <p:spPr>
          <a:xfrm>
            <a:off x="9072524" y="21821032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Google Shape;114;p2">
            <a:extLst>
              <a:ext uri="{FF2B5EF4-FFF2-40B4-BE49-F238E27FC236}">
                <a16:creationId xmlns:a16="http://schemas.microsoft.com/office/drawing/2014/main" id="{11D6D7A7-FC50-2F2C-82DF-5729FF29C49E}"/>
              </a:ext>
            </a:extLst>
          </p:cNvPr>
          <p:cNvSpPr txBox="1"/>
          <p:nvPr/>
        </p:nvSpPr>
        <p:spPr>
          <a:xfrm>
            <a:off x="1142158" y="21481021"/>
            <a:ext cx="191918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Viewable Rate</a:t>
            </a:r>
          </a:p>
        </p:txBody>
      </p:sp>
      <p:sp>
        <p:nvSpPr>
          <p:cNvPr id="60" name="Google Shape;114;p2">
            <a:extLst>
              <a:ext uri="{FF2B5EF4-FFF2-40B4-BE49-F238E27FC236}">
                <a16:creationId xmlns:a16="http://schemas.microsoft.com/office/drawing/2014/main" id="{72683F1B-4689-87D0-D7ED-DB46F9F31050}"/>
              </a:ext>
            </a:extLst>
          </p:cNvPr>
          <p:cNvSpPr txBox="1"/>
          <p:nvPr/>
        </p:nvSpPr>
        <p:spPr>
          <a:xfrm>
            <a:off x="6418721" y="21475784"/>
            <a:ext cx="1919186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Rate</a:t>
            </a:r>
          </a:p>
        </p:txBody>
      </p:sp>
      <p:sp>
        <p:nvSpPr>
          <p:cNvPr id="61" name="Google Shape;114;p2">
            <a:extLst>
              <a:ext uri="{FF2B5EF4-FFF2-40B4-BE49-F238E27FC236}">
                <a16:creationId xmlns:a16="http://schemas.microsoft.com/office/drawing/2014/main" id="{227D1633-899E-7BDE-867C-D127CA326DFE}"/>
              </a:ext>
            </a:extLst>
          </p:cNvPr>
          <p:cNvSpPr txBox="1"/>
          <p:nvPr/>
        </p:nvSpPr>
        <p:spPr>
          <a:xfrm>
            <a:off x="3790489" y="21510023"/>
            <a:ext cx="192464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Time</a:t>
            </a:r>
          </a:p>
        </p:txBody>
      </p:sp>
      <p:sp>
        <p:nvSpPr>
          <p:cNvPr id="62" name="Google Shape;114;p2">
            <a:extLst>
              <a:ext uri="{FF2B5EF4-FFF2-40B4-BE49-F238E27FC236}">
                <a16:creationId xmlns:a16="http://schemas.microsoft.com/office/drawing/2014/main" id="{4BC059FC-FAC4-2757-C01A-153C42A371F4}"/>
              </a:ext>
            </a:extLst>
          </p:cNvPr>
          <p:cNvSpPr txBox="1"/>
          <p:nvPr/>
        </p:nvSpPr>
        <p:spPr>
          <a:xfrm>
            <a:off x="9061298" y="21484757"/>
            <a:ext cx="193586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Att. Time on Att. Imps</a:t>
            </a:r>
          </a:p>
        </p:txBody>
      </p:sp>
      <p:sp>
        <p:nvSpPr>
          <p:cNvPr id="63" name="Google Shape;100;p2">
            <a:extLst>
              <a:ext uri="{FF2B5EF4-FFF2-40B4-BE49-F238E27FC236}">
                <a16:creationId xmlns:a16="http://schemas.microsoft.com/office/drawing/2014/main" id="{10667D5D-BAF1-F318-3711-DFC1365AB0DA}"/>
              </a:ext>
            </a:extLst>
          </p:cNvPr>
          <p:cNvSpPr txBox="1"/>
          <p:nvPr/>
        </p:nvSpPr>
        <p:spPr>
          <a:xfrm>
            <a:off x="1194849" y="22366012"/>
            <a:ext cx="1797741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% of viewable impressions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(MRC large unit definition)</a:t>
            </a:r>
          </a:p>
        </p:txBody>
      </p:sp>
      <p:sp>
        <p:nvSpPr>
          <p:cNvPr id="448" name="Google Shape;100;p2">
            <a:extLst>
              <a:ext uri="{FF2B5EF4-FFF2-40B4-BE49-F238E27FC236}">
                <a16:creationId xmlns:a16="http://schemas.microsoft.com/office/drawing/2014/main" id="{4057A76E-12A3-C6C1-4D86-4F52AE4DB8AF}"/>
              </a:ext>
            </a:extLst>
          </p:cNvPr>
          <p:cNvSpPr txBox="1"/>
          <p:nvPr/>
        </p:nvSpPr>
        <p:spPr>
          <a:xfrm>
            <a:off x="6443625" y="22366012"/>
            <a:ext cx="1802325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% of effectively viewed impressions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 (&gt;0.2 second) vs. 50% benchmark</a:t>
            </a:r>
          </a:p>
        </p:txBody>
      </p:sp>
      <p:sp>
        <p:nvSpPr>
          <p:cNvPr id="449" name="Google Shape;100;p2">
            <a:extLst>
              <a:ext uri="{FF2B5EF4-FFF2-40B4-BE49-F238E27FC236}">
                <a16:creationId xmlns:a16="http://schemas.microsoft.com/office/drawing/2014/main" id="{5870D866-3F51-F4CF-C156-CCBAF1B863FE}"/>
              </a:ext>
            </a:extLst>
          </p:cNvPr>
          <p:cNvSpPr txBox="1"/>
          <p:nvPr/>
        </p:nvSpPr>
        <p:spPr>
          <a:xfrm>
            <a:off x="3843179" y="22366012"/>
            <a:ext cx="1784648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Average Viewed Time vs.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1.34” benchmark</a:t>
            </a:r>
          </a:p>
        </p:txBody>
      </p:sp>
      <p:sp>
        <p:nvSpPr>
          <p:cNvPr id="450" name="Google Shape;100;p2">
            <a:extLst>
              <a:ext uri="{FF2B5EF4-FFF2-40B4-BE49-F238E27FC236}">
                <a16:creationId xmlns:a16="http://schemas.microsoft.com/office/drawing/2014/main" id="{2072DA51-67D1-A892-8B34-ED126507D2F5}"/>
              </a:ext>
            </a:extLst>
          </p:cNvPr>
          <p:cNvSpPr txBox="1"/>
          <p:nvPr/>
        </p:nvSpPr>
        <p:spPr>
          <a:xfrm>
            <a:off x="9117962" y="22366012"/>
            <a:ext cx="1826944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average attention time per imps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on attention imps vs. 2.7” benchmark</a:t>
            </a:r>
          </a:p>
        </p:txBody>
      </p:sp>
      <p:sp>
        <p:nvSpPr>
          <p:cNvPr id="451" name="Google Shape;110;p2">
            <a:extLst>
              <a:ext uri="{FF2B5EF4-FFF2-40B4-BE49-F238E27FC236}">
                <a16:creationId xmlns:a16="http://schemas.microsoft.com/office/drawing/2014/main" id="{27257C27-B328-E5C8-9956-4BA554F16F3F}"/>
              </a:ext>
            </a:extLst>
          </p:cNvPr>
          <p:cNvSpPr txBox="1"/>
          <p:nvPr/>
        </p:nvSpPr>
        <p:spPr>
          <a:xfrm>
            <a:off x="9117962" y="21949849"/>
            <a:ext cx="18269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b="1" spc="1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52" name="Google Shape;110;p2">
            <a:extLst>
              <a:ext uri="{FF2B5EF4-FFF2-40B4-BE49-F238E27FC236}">
                <a16:creationId xmlns:a16="http://schemas.microsoft.com/office/drawing/2014/main" id="{65345F3F-853D-B9DA-A7CB-3F6E86F6876B}"/>
              </a:ext>
            </a:extLst>
          </p:cNvPr>
          <p:cNvSpPr txBox="1"/>
          <p:nvPr/>
        </p:nvSpPr>
        <p:spPr>
          <a:xfrm>
            <a:off x="1194849" y="21949849"/>
            <a:ext cx="179774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  <a:endParaRPr b="1" spc="1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53" name="Google Shape;110;p2">
            <a:extLst>
              <a:ext uri="{FF2B5EF4-FFF2-40B4-BE49-F238E27FC236}">
                <a16:creationId xmlns:a16="http://schemas.microsoft.com/office/drawing/2014/main" id="{DA6CB8F3-AA0A-028C-0BA6-25D25F14D97F}"/>
              </a:ext>
            </a:extLst>
          </p:cNvPr>
          <p:cNvSpPr txBox="1"/>
          <p:nvPr/>
        </p:nvSpPr>
        <p:spPr>
          <a:xfrm>
            <a:off x="3839907" y="21949849"/>
            <a:ext cx="17878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</a:p>
        </p:txBody>
      </p:sp>
      <p:sp>
        <p:nvSpPr>
          <p:cNvPr id="454" name="Google Shape;110;p2">
            <a:extLst>
              <a:ext uri="{FF2B5EF4-FFF2-40B4-BE49-F238E27FC236}">
                <a16:creationId xmlns:a16="http://schemas.microsoft.com/office/drawing/2014/main" id="{E4C227C8-8EFA-A1A5-50E4-0452B658ABF6}"/>
              </a:ext>
            </a:extLst>
          </p:cNvPr>
          <p:cNvSpPr txBox="1"/>
          <p:nvPr/>
        </p:nvSpPr>
        <p:spPr>
          <a:xfrm>
            <a:off x="6469550" y="21949849"/>
            <a:ext cx="17763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</a:p>
        </p:txBody>
      </p:sp>
      <p:sp>
        <p:nvSpPr>
          <p:cNvPr id="455" name="Google Shape;114;p2">
            <a:extLst>
              <a:ext uri="{FF2B5EF4-FFF2-40B4-BE49-F238E27FC236}">
                <a16:creationId xmlns:a16="http://schemas.microsoft.com/office/drawing/2014/main" id="{23BA7693-8431-2453-C8BD-3A1098AA04F8}"/>
              </a:ext>
            </a:extLst>
          </p:cNvPr>
          <p:cNvSpPr txBox="1"/>
          <p:nvPr/>
        </p:nvSpPr>
        <p:spPr>
          <a:xfrm>
            <a:off x="1142150" y="20213122"/>
            <a:ext cx="448556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Total Measured Impressions</a:t>
            </a:r>
          </a:p>
        </p:txBody>
      </p:sp>
      <p:sp>
        <p:nvSpPr>
          <p:cNvPr id="456" name="Google Shape;114;p2">
            <a:extLst>
              <a:ext uri="{FF2B5EF4-FFF2-40B4-BE49-F238E27FC236}">
                <a16:creationId xmlns:a16="http://schemas.microsoft.com/office/drawing/2014/main" id="{D5D861DE-A841-C2E1-DEC7-F93193697B64}"/>
              </a:ext>
            </a:extLst>
          </p:cNvPr>
          <p:cNvSpPr txBox="1"/>
          <p:nvPr/>
        </p:nvSpPr>
        <p:spPr>
          <a:xfrm>
            <a:off x="6424187" y="20207885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Top 3 Sites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EF49D2F3-0E14-3688-2707-AB19905454C8}"/>
              </a:ext>
            </a:extLst>
          </p:cNvPr>
          <p:cNvSpPr txBox="1"/>
          <p:nvPr/>
        </p:nvSpPr>
        <p:spPr>
          <a:xfrm>
            <a:off x="912808" y="19151795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Attention Score.</a:t>
            </a:r>
          </a:p>
        </p:txBody>
      </p:sp>
      <p:pic>
        <p:nvPicPr>
          <p:cNvPr id="458" name="Picture 457">
            <a:extLst>
              <a:ext uri="{FF2B5EF4-FFF2-40B4-BE49-F238E27FC236}">
                <a16:creationId xmlns:a16="http://schemas.microsoft.com/office/drawing/2014/main" id="{EE589B1E-4C7B-3EFD-4985-59B513DCD4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7642" y="19370817"/>
            <a:ext cx="1089422" cy="277368"/>
          </a:xfrm>
          <a:prstGeom prst="rect">
            <a:avLst/>
          </a:prstGeom>
        </p:spPr>
      </p:pic>
      <p:pic>
        <p:nvPicPr>
          <p:cNvPr id="459" name="Picture 458">
            <a:extLst>
              <a:ext uri="{FF2B5EF4-FFF2-40B4-BE49-F238E27FC236}">
                <a16:creationId xmlns:a16="http://schemas.microsoft.com/office/drawing/2014/main" id="{A16240ED-2267-FD44-F2C4-376237D82B1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3981" b="23981"/>
          <a:stretch/>
        </p:blipFill>
        <p:spPr>
          <a:xfrm>
            <a:off x="779461" y="24669607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60" name="Rounded Rectangle 459">
            <a:extLst>
              <a:ext uri="{FF2B5EF4-FFF2-40B4-BE49-F238E27FC236}">
                <a16:creationId xmlns:a16="http://schemas.microsoft.com/office/drawing/2014/main" id="{6E023996-97B5-8DB0-A2DC-74A3F3122C8B}"/>
              </a:ext>
            </a:extLst>
          </p:cNvPr>
          <p:cNvSpPr/>
          <p:nvPr/>
        </p:nvSpPr>
        <p:spPr>
          <a:xfrm>
            <a:off x="1136697" y="25515916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1" name="Graphic 460">
            <a:extLst>
              <a:ext uri="{FF2B5EF4-FFF2-40B4-BE49-F238E27FC236}">
                <a16:creationId xmlns:a16="http://schemas.microsoft.com/office/drawing/2014/main" id="{6F3A09FC-2129-9253-5EF2-B563FA351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34312" y="24068077"/>
            <a:ext cx="1908894" cy="296653"/>
          </a:xfrm>
          <a:prstGeom prst="rect">
            <a:avLst/>
          </a:prstGeom>
        </p:spPr>
      </p:pic>
      <p:sp>
        <p:nvSpPr>
          <p:cNvPr id="462" name="Google Shape;114;p2">
            <a:extLst>
              <a:ext uri="{FF2B5EF4-FFF2-40B4-BE49-F238E27FC236}">
                <a16:creationId xmlns:a16="http://schemas.microsoft.com/office/drawing/2014/main" id="{E9E14BD9-8472-DBB5-FD11-3CDD351624BD}"/>
              </a:ext>
            </a:extLst>
          </p:cNvPr>
          <p:cNvSpPr txBox="1"/>
          <p:nvPr/>
        </p:nvSpPr>
        <p:spPr>
          <a:xfrm>
            <a:off x="1142156" y="25132223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Attribution</a:t>
            </a:r>
          </a:p>
        </p:txBody>
      </p:sp>
      <p:sp>
        <p:nvSpPr>
          <p:cNvPr id="463" name="Google Shape;110;p2">
            <a:extLst>
              <a:ext uri="{FF2B5EF4-FFF2-40B4-BE49-F238E27FC236}">
                <a16:creationId xmlns:a16="http://schemas.microsoft.com/office/drawing/2014/main" id="{A5517FE8-B7D9-AAE0-67EA-279037E7BA48}"/>
              </a:ext>
            </a:extLst>
          </p:cNvPr>
          <p:cNvSpPr txBox="1"/>
          <p:nvPr/>
        </p:nvSpPr>
        <p:spPr>
          <a:xfrm>
            <a:off x="3468627" y="25012403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4" name="Google Shape;114;p2">
            <a:extLst>
              <a:ext uri="{FF2B5EF4-FFF2-40B4-BE49-F238E27FC236}">
                <a16:creationId xmlns:a16="http://schemas.microsoft.com/office/drawing/2014/main" id="{DC5FC946-0946-79F4-BAE4-1A498B9F8FF4}"/>
              </a:ext>
            </a:extLst>
          </p:cNvPr>
          <p:cNvSpPr txBox="1"/>
          <p:nvPr/>
        </p:nvSpPr>
        <p:spPr>
          <a:xfrm>
            <a:off x="1247101" y="25880028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65" name="Google Shape;100;p2">
            <a:extLst>
              <a:ext uri="{FF2B5EF4-FFF2-40B4-BE49-F238E27FC236}">
                <a16:creationId xmlns:a16="http://schemas.microsoft.com/office/drawing/2014/main" id="{D46823CB-5EFE-269A-0894-437E66C49F45}"/>
              </a:ext>
            </a:extLst>
          </p:cNvPr>
          <p:cNvSpPr txBox="1"/>
          <p:nvPr/>
        </p:nvSpPr>
        <p:spPr>
          <a:xfrm>
            <a:off x="1142156" y="24985137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Creative Diagnosis</a:t>
            </a:r>
          </a:p>
        </p:txBody>
      </p:sp>
      <p:sp>
        <p:nvSpPr>
          <p:cNvPr id="466" name="Google Shape;114;p2">
            <a:extLst>
              <a:ext uri="{FF2B5EF4-FFF2-40B4-BE49-F238E27FC236}">
                <a16:creationId xmlns:a16="http://schemas.microsoft.com/office/drawing/2014/main" id="{A1D64B08-B811-7DAD-1C97-45BEEDFC6C54}"/>
              </a:ext>
            </a:extLst>
          </p:cNvPr>
          <p:cNvSpPr txBox="1"/>
          <p:nvPr/>
        </p:nvSpPr>
        <p:spPr>
          <a:xfrm>
            <a:off x="3596460" y="25880028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67" name="Google Shape;110;p2">
            <a:extLst>
              <a:ext uri="{FF2B5EF4-FFF2-40B4-BE49-F238E27FC236}">
                <a16:creationId xmlns:a16="http://schemas.microsoft.com/office/drawing/2014/main" id="{1366D5F8-8ED4-442A-C653-E767B934BE39}"/>
              </a:ext>
            </a:extLst>
          </p:cNvPr>
          <p:cNvSpPr txBox="1"/>
          <p:nvPr/>
        </p:nvSpPr>
        <p:spPr>
          <a:xfrm>
            <a:off x="1247101" y="25584166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8" name="Google Shape;110;p2">
            <a:extLst>
              <a:ext uri="{FF2B5EF4-FFF2-40B4-BE49-F238E27FC236}">
                <a16:creationId xmlns:a16="http://schemas.microsoft.com/office/drawing/2014/main" id="{05A43852-C0E9-CAC2-D736-90F169BDAA85}"/>
              </a:ext>
            </a:extLst>
          </p:cNvPr>
          <p:cNvSpPr txBox="1"/>
          <p:nvPr/>
        </p:nvSpPr>
        <p:spPr>
          <a:xfrm>
            <a:off x="3596460" y="25583723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9" name="Rounded Rectangle 468">
            <a:extLst>
              <a:ext uri="{FF2B5EF4-FFF2-40B4-BE49-F238E27FC236}">
                <a16:creationId xmlns:a16="http://schemas.microsoft.com/office/drawing/2014/main" id="{E65BC4A7-43D8-2380-A4DC-813833D50FF4}"/>
              </a:ext>
            </a:extLst>
          </p:cNvPr>
          <p:cNvSpPr/>
          <p:nvPr/>
        </p:nvSpPr>
        <p:spPr>
          <a:xfrm>
            <a:off x="6418726" y="25510679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0" name="Google Shape;114;p2">
            <a:extLst>
              <a:ext uri="{FF2B5EF4-FFF2-40B4-BE49-F238E27FC236}">
                <a16:creationId xmlns:a16="http://schemas.microsoft.com/office/drawing/2014/main" id="{7332C745-C0E8-2683-0E2C-56E7FD6D1F24}"/>
              </a:ext>
            </a:extLst>
          </p:cNvPr>
          <p:cNvSpPr txBox="1"/>
          <p:nvPr/>
        </p:nvSpPr>
        <p:spPr>
          <a:xfrm>
            <a:off x="6424185" y="25126986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Consideration</a:t>
            </a:r>
          </a:p>
        </p:txBody>
      </p:sp>
      <p:sp>
        <p:nvSpPr>
          <p:cNvPr id="471" name="Google Shape;110;p2">
            <a:extLst>
              <a:ext uri="{FF2B5EF4-FFF2-40B4-BE49-F238E27FC236}">
                <a16:creationId xmlns:a16="http://schemas.microsoft.com/office/drawing/2014/main" id="{27EAB87F-A263-1717-0FAE-02BC40B43710}"/>
              </a:ext>
            </a:extLst>
          </p:cNvPr>
          <p:cNvSpPr txBox="1"/>
          <p:nvPr/>
        </p:nvSpPr>
        <p:spPr>
          <a:xfrm>
            <a:off x="8750656" y="25007166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72" name="Google Shape;114;p2">
            <a:extLst>
              <a:ext uri="{FF2B5EF4-FFF2-40B4-BE49-F238E27FC236}">
                <a16:creationId xmlns:a16="http://schemas.microsoft.com/office/drawing/2014/main" id="{CEF2359D-D83B-06E9-2FF3-8B373C604ECA}"/>
              </a:ext>
            </a:extLst>
          </p:cNvPr>
          <p:cNvSpPr txBox="1"/>
          <p:nvPr/>
        </p:nvSpPr>
        <p:spPr>
          <a:xfrm>
            <a:off x="6529130" y="25874791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73" name="Google Shape;100;p2">
            <a:extLst>
              <a:ext uri="{FF2B5EF4-FFF2-40B4-BE49-F238E27FC236}">
                <a16:creationId xmlns:a16="http://schemas.microsoft.com/office/drawing/2014/main" id="{C84F032F-01F4-C299-A431-9E0016B36828}"/>
              </a:ext>
            </a:extLst>
          </p:cNvPr>
          <p:cNvSpPr txBox="1"/>
          <p:nvPr/>
        </p:nvSpPr>
        <p:spPr>
          <a:xfrm>
            <a:off x="6424185" y="24979900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474" name="Google Shape;114;p2">
            <a:extLst>
              <a:ext uri="{FF2B5EF4-FFF2-40B4-BE49-F238E27FC236}">
                <a16:creationId xmlns:a16="http://schemas.microsoft.com/office/drawing/2014/main" id="{C6AB70D7-51C1-2640-8C14-0EF045BF5DC6}"/>
              </a:ext>
            </a:extLst>
          </p:cNvPr>
          <p:cNvSpPr txBox="1"/>
          <p:nvPr/>
        </p:nvSpPr>
        <p:spPr>
          <a:xfrm>
            <a:off x="8878489" y="25874791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75" name="Google Shape;110;p2">
            <a:extLst>
              <a:ext uri="{FF2B5EF4-FFF2-40B4-BE49-F238E27FC236}">
                <a16:creationId xmlns:a16="http://schemas.microsoft.com/office/drawing/2014/main" id="{7DE345F0-726A-1FA0-C621-B7D65026AEC9}"/>
              </a:ext>
            </a:extLst>
          </p:cNvPr>
          <p:cNvSpPr txBox="1"/>
          <p:nvPr/>
        </p:nvSpPr>
        <p:spPr>
          <a:xfrm>
            <a:off x="6529130" y="25578929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2" name="Google Shape;110;p2">
            <a:extLst>
              <a:ext uri="{FF2B5EF4-FFF2-40B4-BE49-F238E27FC236}">
                <a16:creationId xmlns:a16="http://schemas.microsoft.com/office/drawing/2014/main" id="{5CE1CA78-8FDC-0B9C-139F-31CD5C70BC7E}"/>
              </a:ext>
            </a:extLst>
          </p:cNvPr>
          <p:cNvSpPr txBox="1"/>
          <p:nvPr/>
        </p:nvSpPr>
        <p:spPr>
          <a:xfrm>
            <a:off x="8878489" y="25578486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3" name="Rounded Rectangle 492">
            <a:extLst>
              <a:ext uri="{FF2B5EF4-FFF2-40B4-BE49-F238E27FC236}">
                <a16:creationId xmlns:a16="http://schemas.microsoft.com/office/drawing/2014/main" id="{06489057-BB90-5D91-996B-DDC941090ABC}"/>
              </a:ext>
            </a:extLst>
          </p:cNvPr>
          <p:cNvSpPr/>
          <p:nvPr/>
        </p:nvSpPr>
        <p:spPr>
          <a:xfrm>
            <a:off x="1136697" y="26856201"/>
            <a:ext cx="4578439" cy="685982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Google Shape;114;p2">
            <a:extLst>
              <a:ext uri="{FF2B5EF4-FFF2-40B4-BE49-F238E27FC236}">
                <a16:creationId xmlns:a16="http://schemas.microsoft.com/office/drawing/2014/main" id="{E6997E87-2CE2-A887-1B87-AFCBBFA8D649}"/>
              </a:ext>
            </a:extLst>
          </p:cNvPr>
          <p:cNvSpPr txBox="1"/>
          <p:nvPr/>
        </p:nvSpPr>
        <p:spPr>
          <a:xfrm>
            <a:off x="1142156" y="26472508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Brand Familiarity</a:t>
            </a:r>
          </a:p>
        </p:txBody>
      </p:sp>
      <p:sp>
        <p:nvSpPr>
          <p:cNvPr id="495" name="Google Shape;110;p2">
            <a:extLst>
              <a:ext uri="{FF2B5EF4-FFF2-40B4-BE49-F238E27FC236}">
                <a16:creationId xmlns:a16="http://schemas.microsoft.com/office/drawing/2014/main" id="{49F72D38-1B4E-CE9C-147D-4A6FFB94CA7A}"/>
              </a:ext>
            </a:extLst>
          </p:cNvPr>
          <p:cNvSpPr txBox="1"/>
          <p:nvPr/>
        </p:nvSpPr>
        <p:spPr>
          <a:xfrm>
            <a:off x="3468627" y="26352688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6" name="Google Shape;114;p2">
            <a:extLst>
              <a:ext uri="{FF2B5EF4-FFF2-40B4-BE49-F238E27FC236}">
                <a16:creationId xmlns:a16="http://schemas.microsoft.com/office/drawing/2014/main" id="{7C26F0AB-8A34-A81A-9736-68EC78083B11}"/>
              </a:ext>
            </a:extLst>
          </p:cNvPr>
          <p:cNvSpPr txBox="1"/>
          <p:nvPr/>
        </p:nvSpPr>
        <p:spPr>
          <a:xfrm>
            <a:off x="1247101" y="27940244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97" name="Google Shape;100;p2">
            <a:extLst>
              <a:ext uri="{FF2B5EF4-FFF2-40B4-BE49-F238E27FC236}">
                <a16:creationId xmlns:a16="http://schemas.microsoft.com/office/drawing/2014/main" id="{FB9979C7-0DE6-2D9B-8D80-216AF0482A9E}"/>
              </a:ext>
            </a:extLst>
          </p:cNvPr>
          <p:cNvSpPr txBox="1"/>
          <p:nvPr/>
        </p:nvSpPr>
        <p:spPr>
          <a:xfrm>
            <a:off x="1142156" y="26325422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498" name="Google Shape;114;p2">
            <a:extLst>
              <a:ext uri="{FF2B5EF4-FFF2-40B4-BE49-F238E27FC236}">
                <a16:creationId xmlns:a16="http://schemas.microsoft.com/office/drawing/2014/main" id="{0325B501-A2CA-AC41-2AB6-9298AEACBEA7}"/>
              </a:ext>
            </a:extLst>
          </p:cNvPr>
          <p:cNvSpPr txBox="1"/>
          <p:nvPr/>
        </p:nvSpPr>
        <p:spPr>
          <a:xfrm>
            <a:off x="3596460" y="27940244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99" name="Google Shape;110;p2">
            <a:extLst>
              <a:ext uri="{FF2B5EF4-FFF2-40B4-BE49-F238E27FC236}">
                <a16:creationId xmlns:a16="http://schemas.microsoft.com/office/drawing/2014/main" id="{4C50D926-D9A7-93E4-EA19-65A976EB63EC}"/>
              </a:ext>
            </a:extLst>
          </p:cNvPr>
          <p:cNvSpPr txBox="1"/>
          <p:nvPr/>
        </p:nvSpPr>
        <p:spPr>
          <a:xfrm>
            <a:off x="1247101" y="26924451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0" name="Google Shape;110;p2">
            <a:extLst>
              <a:ext uri="{FF2B5EF4-FFF2-40B4-BE49-F238E27FC236}">
                <a16:creationId xmlns:a16="http://schemas.microsoft.com/office/drawing/2014/main" id="{0B2B7E44-BF61-1E02-01CA-E56EF6F6969D}"/>
              </a:ext>
            </a:extLst>
          </p:cNvPr>
          <p:cNvSpPr txBox="1"/>
          <p:nvPr/>
        </p:nvSpPr>
        <p:spPr>
          <a:xfrm>
            <a:off x="3596460" y="26924008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1" name="Rounded Rectangle 500">
            <a:extLst>
              <a:ext uri="{FF2B5EF4-FFF2-40B4-BE49-F238E27FC236}">
                <a16:creationId xmlns:a16="http://schemas.microsoft.com/office/drawing/2014/main" id="{265A8897-37BA-2D95-DD68-3F7B2C475E65}"/>
              </a:ext>
            </a:extLst>
          </p:cNvPr>
          <p:cNvSpPr/>
          <p:nvPr/>
        </p:nvSpPr>
        <p:spPr>
          <a:xfrm>
            <a:off x="6418726" y="26850964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Google Shape;114;p2">
            <a:extLst>
              <a:ext uri="{FF2B5EF4-FFF2-40B4-BE49-F238E27FC236}">
                <a16:creationId xmlns:a16="http://schemas.microsoft.com/office/drawing/2014/main" id="{DB72772A-4250-5A99-FDA8-1F48B73036B0}"/>
              </a:ext>
            </a:extLst>
          </p:cNvPr>
          <p:cNvSpPr txBox="1"/>
          <p:nvPr/>
        </p:nvSpPr>
        <p:spPr>
          <a:xfrm>
            <a:off x="6424185" y="26467271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Preference</a:t>
            </a:r>
          </a:p>
        </p:txBody>
      </p:sp>
      <p:sp>
        <p:nvSpPr>
          <p:cNvPr id="503" name="Google Shape;110;p2">
            <a:extLst>
              <a:ext uri="{FF2B5EF4-FFF2-40B4-BE49-F238E27FC236}">
                <a16:creationId xmlns:a16="http://schemas.microsoft.com/office/drawing/2014/main" id="{C1917763-3D11-30F4-76F8-E9D8FB2E7F3E}"/>
              </a:ext>
            </a:extLst>
          </p:cNvPr>
          <p:cNvSpPr txBox="1"/>
          <p:nvPr/>
        </p:nvSpPr>
        <p:spPr>
          <a:xfrm>
            <a:off x="8750656" y="26347451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4" name="Google Shape;114;p2">
            <a:extLst>
              <a:ext uri="{FF2B5EF4-FFF2-40B4-BE49-F238E27FC236}">
                <a16:creationId xmlns:a16="http://schemas.microsoft.com/office/drawing/2014/main" id="{A0A36063-C2D9-9105-CE09-B548A9B71882}"/>
              </a:ext>
            </a:extLst>
          </p:cNvPr>
          <p:cNvSpPr txBox="1"/>
          <p:nvPr/>
        </p:nvSpPr>
        <p:spPr>
          <a:xfrm>
            <a:off x="6529130" y="27935007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05" name="Google Shape;100;p2">
            <a:extLst>
              <a:ext uri="{FF2B5EF4-FFF2-40B4-BE49-F238E27FC236}">
                <a16:creationId xmlns:a16="http://schemas.microsoft.com/office/drawing/2014/main" id="{9BAD33D3-D1C3-F715-48DC-CBF74FB2B4C1}"/>
              </a:ext>
            </a:extLst>
          </p:cNvPr>
          <p:cNvSpPr txBox="1"/>
          <p:nvPr/>
        </p:nvSpPr>
        <p:spPr>
          <a:xfrm>
            <a:off x="6424185" y="26320185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506" name="Google Shape;114;p2">
            <a:extLst>
              <a:ext uri="{FF2B5EF4-FFF2-40B4-BE49-F238E27FC236}">
                <a16:creationId xmlns:a16="http://schemas.microsoft.com/office/drawing/2014/main" id="{3BC015CE-796A-3537-527E-B6E017EE1ABD}"/>
              </a:ext>
            </a:extLst>
          </p:cNvPr>
          <p:cNvSpPr txBox="1"/>
          <p:nvPr/>
        </p:nvSpPr>
        <p:spPr>
          <a:xfrm>
            <a:off x="8878489" y="27935007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07" name="Google Shape;110;p2">
            <a:extLst>
              <a:ext uri="{FF2B5EF4-FFF2-40B4-BE49-F238E27FC236}">
                <a16:creationId xmlns:a16="http://schemas.microsoft.com/office/drawing/2014/main" id="{7CB0AF06-4742-27A2-5EA4-E6C55C18ED2C}"/>
              </a:ext>
            </a:extLst>
          </p:cNvPr>
          <p:cNvSpPr txBox="1"/>
          <p:nvPr/>
        </p:nvSpPr>
        <p:spPr>
          <a:xfrm>
            <a:off x="6529130" y="26919214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8" name="Google Shape;110;p2">
            <a:extLst>
              <a:ext uri="{FF2B5EF4-FFF2-40B4-BE49-F238E27FC236}">
                <a16:creationId xmlns:a16="http://schemas.microsoft.com/office/drawing/2014/main" id="{941CDE32-0550-9151-C0D9-8D9F0A54BF39}"/>
              </a:ext>
            </a:extLst>
          </p:cNvPr>
          <p:cNvSpPr txBox="1"/>
          <p:nvPr/>
        </p:nvSpPr>
        <p:spPr>
          <a:xfrm>
            <a:off x="8878489" y="26918771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B4B69523-F822-8C09-2541-3D4589BB8238}"/>
              </a:ext>
            </a:extLst>
          </p:cNvPr>
          <p:cNvSpPr txBox="1"/>
          <p:nvPr/>
        </p:nvSpPr>
        <p:spPr>
          <a:xfrm>
            <a:off x="912807" y="23867602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3200</TotalTime>
  <Words>762</Words>
  <Application>Microsoft Macintosh PowerPoint</Application>
  <PresentationFormat>Custom</PresentationFormat>
  <Paragraphs>132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Inter</vt:lpstr>
      <vt:lpstr>Aptos</vt:lpstr>
      <vt:lpstr>Calibri</vt:lpstr>
      <vt:lpstr>Inter SemiBold</vt:lpstr>
      <vt:lpstr>Calibri Light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69</cp:revision>
  <dcterms:created xsi:type="dcterms:W3CDTF">2025-02-28T16:34:04Z</dcterms:created>
  <dcterms:modified xsi:type="dcterms:W3CDTF">2026-05-07T12:04:31Z</dcterms:modified>
</cp:coreProperties>
</file>