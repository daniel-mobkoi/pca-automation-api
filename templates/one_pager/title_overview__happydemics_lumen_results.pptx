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91607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Medium" panose="02000503000000020004" pitchFamily="2" charset="0"/>
      <p:regular r:id="rId6"/>
      <p:italic r:id="rId7"/>
    </p:embeddedFont>
    <p:embeddedFont>
      <p:font typeface="Inter SemiBold" panose="02000503000000020004" pitchFamily="2" charset="0"/>
      <p:regular r:id="rId5"/>
      <p:bold r:id="rId5"/>
      <p:italic r:id="rId5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90" d="100"/>
          <a:sy n="90" d="100"/>
        </p:scale>
        <p:origin x="2136" y="-9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72386"/>
            <a:ext cx="9144000" cy="101522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316169"/>
            <a:ext cx="9144000" cy="70404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69961"/>
            <a:ext cx="10515600" cy="121300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514786"/>
            <a:ext cx="10515600" cy="63789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762717"/>
            <a:ext cx="5181600" cy="185022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762717"/>
            <a:ext cx="5181600" cy="185022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52545"/>
            <a:ext cx="10515600" cy="563640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148451"/>
            <a:ext cx="5157787" cy="3503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0651796"/>
            <a:ext cx="5157787" cy="1566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148451"/>
            <a:ext cx="5183188" cy="3503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651796"/>
            <a:ext cx="5183188" cy="1566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44056"/>
            <a:ext cx="3932237" cy="68041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98621"/>
            <a:ext cx="6172200" cy="207230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748241"/>
            <a:ext cx="3932237" cy="16207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44056"/>
            <a:ext cx="3932237" cy="68041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98621"/>
            <a:ext cx="6172200" cy="2072306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748241"/>
            <a:ext cx="3932237" cy="16207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52546"/>
            <a:ext cx="2628900" cy="24712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552546"/>
            <a:ext cx="7734300" cy="2471242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9"/>
            <a:ext cx="8231633" cy="2481404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4"/>
            <a:ext cx="4019883" cy="17275679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1" y="16058468"/>
            <a:ext cx="3339661" cy="13102333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52545"/>
            <a:ext cx="10515600" cy="5636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62717"/>
            <a:ext cx="10515600" cy="18502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7027735"/>
            <a:ext cx="27432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7027735"/>
            <a:ext cx="41148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7027735"/>
            <a:ext cx="27432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0" y="3648320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5859103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5" y="6087738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1" y="2364364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0" y="3038415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9" y="1420822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0" y="654817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143945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0" y="5159508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2" y="1131246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06418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652437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7" y="2072136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10328458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0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2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4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6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9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9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9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6" y="1192038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6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6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6" y="11920385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6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6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7" y="1192038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7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7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315837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0" y="290918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88163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4" y="5159508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54817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0" y="682550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0" y="710282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0" y="738015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657479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682418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100192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8" y="7376200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65220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403286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73720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06418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403286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73720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9" y="11920385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9" y="14598336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5" y="15303715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6" y="1661503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6" y="1717900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5" y="1628175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6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6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6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3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3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3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3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3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3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6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6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6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4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4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4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3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3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3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4" y="15972228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1" y="1596678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3" y="1596846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63490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63490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4" y="1774521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4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4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1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1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1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1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4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4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2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2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1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1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718B4828-5F5E-2A7F-8516-F75849A99C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779556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11" name="Rounded Rectangle 510">
            <a:extLst>
              <a:ext uri="{FF2B5EF4-FFF2-40B4-BE49-F238E27FC236}">
                <a16:creationId xmlns:a16="http://schemas.microsoft.com/office/drawing/2014/main" id="{3FF11715-5604-5D5D-DA51-BAF5E6B3B60A}"/>
              </a:ext>
            </a:extLst>
          </p:cNvPr>
          <p:cNvSpPr/>
          <p:nvPr/>
        </p:nvSpPr>
        <p:spPr>
          <a:xfrm>
            <a:off x="899020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Google Shape;114;p2">
            <a:extLst>
              <a:ext uri="{FF2B5EF4-FFF2-40B4-BE49-F238E27FC236}">
                <a16:creationId xmlns:a16="http://schemas.microsoft.com/office/drawing/2014/main" id="{10EFAA47-978C-FD5F-82B3-BA773F7F5DA1}"/>
              </a:ext>
            </a:extLst>
          </p:cNvPr>
          <p:cNvSpPr txBox="1"/>
          <p:nvPr/>
        </p:nvSpPr>
        <p:spPr>
          <a:xfrm>
            <a:off x="912808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385" name="Google Shape;100;p2">
            <a:extLst>
              <a:ext uri="{FF2B5EF4-FFF2-40B4-BE49-F238E27FC236}">
                <a16:creationId xmlns:a16="http://schemas.microsoft.com/office/drawing/2014/main" id="{CF7843C8-5AEB-5823-C9C4-596C1DD402E5}"/>
              </a:ext>
            </a:extLst>
          </p:cNvPr>
          <p:cNvSpPr txBox="1"/>
          <p:nvPr/>
        </p:nvSpPr>
        <p:spPr>
          <a:xfrm>
            <a:off x="912807" y="25133086"/>
            <a:ext cx="22537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7D42F18-7C53-B0A7-75C8-1BAA91AF892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804" t="34429" r="10565" b="33342"/>
          <a:stretch>
            <a:fillRect/>
          </a:stretch>
        </p:blipFill>
        <p:spPr>
          <a:xfrm>
            <a:off x="9760929" y="23941012"/>
            <a:ext cx="1343791" cy="246954"/>
          </a:xfrm>
          <a:prstGeom prst="rect">
            <a:avLst/>
          </a:prstGeom>
        </p:spPr>
      </p:pic>
      <p:sp>
        <p:nvSpPr>
          <p:cNvPr id="387" name="Google Shape;100;p2">
            <a:extLst>
              <a:ext uri="{FF2B5EF4-FFF2-40B4-BE49-F238E27FC236}">
                <a16:creationId xmlns:a16="http://schemas.microsoft.com/office/drawing/2014/main" id="{5E46BF57-CB6E-58AA-3CDA-E5DEF309C7B7}"/>
              </a:ext>
            </a:extLst>
          </p:cNvPr>
          <p:cNvSpPr txBox="1"/>
          <p:nvPr/>
        </p:nvSpPr>
        <p:spPr>
          <a:xfrm>
            <a:off x="912807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388" name="Picture 387">
            <a:extLst>
              <a:ext uri="{FF2B5EF4-FFF2-40B4-BE49-F238E27FC236}">
                <a16:creationId xmlns:a16="http://schemas.microsoft.com/office/drawing/2014/main" id="{4DD0282D-2086-E640-CCE1-7B0336257A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3487491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389" name="Rounded Rectangle 388">
            <a:extLst>
              <a:ext uri="{FF2B5EF4-FFF2-40B4-BE49-F238E27FC236}">
                <a16:creationId xmlns:a16="http://schemas.microsoft.com/office/drawing/2014/main" id="{59C8DC76-1FF2-B575-9C4D-6FE007F5CA86}"/>
              </a:ext>
            </a:extLst>
          </p:cNvPr>
          <p:cNvSpPr/>
          <p:nvPr/>
        </p:nvSpPr>
        <p:spPr>
          <a:xfrm>
            <a:off x="3606955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Google Shape;114;p2">
            <a:extLst>
              <a:ext uri="{FF2B5EF4-FFF2-40B4-BE49-F238E27FC236}">
                <a16:creationId xmlns:a16="http://schemas.microsoft.com/office/drawing/2014/main" id="{0670B4A9-6FF0-6A0D-27F8-B0506A4217DE}"/>
              </a:ext>
            </a:extLst>
          </p:cNvPr>
          <p:cNvSpPr txBox="1"/>
          <p:nvPr/>
        </p:nvSpPr>
        <p:spPr>
          <a:xfrm>
            <a:off x="3620743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391" name="Google Shape;100;p2">
            <a:extLst>
              <a:ext uri="{FF2B5EF4-FFF2-40B4-BE49-F238E27FC236}">
                <a16:creationId xmlns:a16="http://schemas.microsoft.com/office/drawing/2014/main" id="{066CA322-3F6C-42A7-0E81-093E1D0956C0}"/>
              </a:ext>
            </a:extLst>
          </p:cNvPr>
          <p:cNvSpPr txBox="1"/>
          <p:nvPr/>
        </p:nvSpPr>
        <p:spPr>
          <a:xfrm>
            <a:off x="3620742" y="25133086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06" name="Google Shape;100;p2">
            <a:extLst>
              <a:ext uri="{FF2B5EF4-FFF2-40B4-BE49-F238E27FC236}">
                <a16:creationId xmlns:a16="http://schemas.microsoft.com/office/drawing/2014/main" id="{57A66C87-1A32-A88D-4665-470DFE1A6FFC}"/>
              </a:ext>
            </a:extLst>
          </p:cNvPr>
          <p:cNvSpPr txBox="1"/>
          <p:nvPr/>
        </p:nvSpPr>
        <p:spPr>
          <a:xfrm>
            <a:off x="3620742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07" name="Picture 406">
            <a:extLst>
              <a:ext uri="{FF2B5EF4-FFF2-40B4-BE49-F238E27FC236}">
                <a16:creationId xmlns:a16="http://schemas.microsoft.com/office/drawing/2014/main" id="{9BC21BCB-4BC3-DDDC-3427-296641E2B3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6195430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30" name="Rounded Rectangle 429">
            <a:extLst>
              <a:ext uri="{FF2B5EF4-FFF2-40B4-BE49-F238E27FC236}">
                <a16:creationId xmlns:a16="http://schemas.microsoft.com/office/drawing/2014/main" id="{107101A8-DD1F-F458-DBCE-BAB7FF395B15}"/>
              </a:ext>
            </a:extLst>
          </p:cNvPr>
          <p:cNvSpPr/>
          <p:nvPr/>
        </p:nvSpPr>
        <p:spPr>
          <a:xfrm>
            <a:off x="6314894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Google Shape;114;p2">
            <a:extLst>
              <a:ext uri="{FF2B5EF4-FFF2-40B4-BE49-F238E27FC236}">
                <a16:creationId xmlns:a16="http://schemas.microsoft.com/office/drawing/2014/main" id="{F8481AD5-6075-6958-D845-020BC4BA5406}"/>
              </a:ext>
            </a:extLst>
          </p:cNvPr>
          <p:cNvSpPr txBox="1"/>
          <p:nvPr/>
        </p:nvSpPr>
        <p:spPr>
          <a:xfrm>
            <a:off x="6328682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434" name="Google Shape;100;p2">
            <a:extLst>
              <a:ext uri="{FF2B5EF4-FFF2-40B4-BE49-F238E27FC236}">
                <a16:creationId xmlns:a16="http://schemas.microsoft.com/office/drawing/2014/main" id="{1B4A6EDD-0462-B214-6FCF-547815CB06E6}"/>
              </a:ext>
            </a:extLst>
          </p:cNvPr>
          <p:cNvSpPr txBox="1"/>
          <p:nvPr/>
        </p:nvSpPr>
        <p:spPr>
          <a:xfrm>
            <a:off x="6328681" y="25133086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35" name="Google Shape;100;p2">
            <a:extLst>
              <a:ext uri="{FF2B5EF4-FFF2-40B4-BE49-F238E27FC236}">
                <a16:creationId xmlns:a16="http://schemas.microsoft.com/office/drawing/2014/main" id="{17B897D7-B75A-360D-5E9F-F72A347E31C0}"/>
              </a:ext>
            </a:extLst>
          </p:cNvPr>
          <p:cNvSpPr txBox="1"/>
          <p:nvPr/>
        </p:nvSpPr>
        <p:spPr>
          <a:xfrm>
            <a:off x="6328681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F0E940D7-C178-3292-ADFE-357EF3DB6F5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8903368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32C385CC-7824-64B3-FD3A-0DFE17366995}"/>
              </a:ext>
            </a:extLst>
          </p:cNvPr>
          <p:cNvSpPr/>
          <p:nvPr/>
        </p:nvSpPr>
        <p:spPr>
          <a:xfrm>
            <a:off x="9022832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Google Shape;114;p2">
            <a:extLst>
              <a:ext uri="{FF2B5EF4-FFF2-40B4-BE49-F238E27FC236}">
                <a16:creationId xmlns:a16="http://schemas.microsoft.com/office/drawing/2014/main" id="{DE6EA0B4-0BAD-515F-4A1A-DC028D81E834}"/>
              </a:ext>
            </a:extLst>
          </p:cNvPr>
          <p:cNvSpPr txBox="1"/>
          <p:nvPr/>
        </p:nvSpPr>
        <p:spPr>
          <a:xfrm>
            <a:off x="9036620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439" name="Google Shape;100;p2">
            <a:extLst>
              <a:ext uri="{FF2B5EF4-FFF2-40B4-BE49-F238E27FC236}">
                <a16:creationId xmlns:a16="http://schemas.microsoft.com/office/drawing/2014/main" id="{66EC21CA-5BFD-FD12-126E-4E26123F3718}"/>
              </a:ext>
            </a:extLst>
          </p:cNvPr>
          <p:cNvSpPr txBox="1"/>
          <p:nvPr/>
        </p:nvSpPr>
        <p:spPr>
          <a:xfrm>
            <a:off x="9036619" y="25133086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40" name="Google Shape;100;p2">
            <a:extLst>
              <a:ext uri="{FF2B5EF4-FFF2-40B4-BE49-F238E27FC236}">
                <a16:creationId xmlns:a16="http://schemas.microsoft.com/office/drawing/2014/main" id="{CB4EB1BD-F126-8443-6629-71674C632A5A}"/>
              </a:ext>
            </a:extLst>
          </p:cNvPr>
          <p:cNvSpPr txBox="1"/>
          <p:nvPr/>
        </p:nvSpPr>
        <p:spPr>
          <a:xfrm>
            <a:off x="9036619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52F14DED-2A3A-15FB-959E-A74262472E17}"/>
              </a:ext>
            </a:extLst>
          </p:cNvPr>
          <p:cNvSpPr txBox="1"/>
          <p:nvPr/>
        </p:nvSpPr>
        <p:spPr>
          <a:xfrm>
            <a:off x="912808" y="23706779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  <p:pic>
        <p:nvPicPr>
          <p:cNvPr id="459" name="Picture 458">
            <a:extLst>
              <a:ext uri="{FF2B5EF4-FFF2-40B4-BE49-F238E27FC236}">
                <a16:creationId xmlns:a16="http://schemas.microsoft.com/office/drawing/2014/main" id="{5D19A11F-7318-C190-D236-CE42295A176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3981" b="23981"/>
          <a:stretch/>
        </p:blipFill>
        <p:spPr>
          <a:xfrm>
            <a:off x="779459" y="19938136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690C524D-7218-6E73-CFD4-D511BB8FD2EB}"/>
              </a:ext>
            </a:extLst>
          </p:cNvPr>
          <p:cNvSpPr/>
          <p:nvPr/>
        </p:nvSpPr>
        <p:spPr>
          <a:xfrm>
            <a:off x="1136695" y="2078444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1" name="Graphic 460">
            <a:extLst>
              <a:ext uri="{FF2B5EF4-FFF2-40B4-BE49-F238E27FC236}">
                <a16:creationId xmlns:a16="http://schemas.microsoft.com/office/drawing/2014/main" id="{5CA41CB7-F01B-8082-91BA-9E8EEE11B3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34312" y="19336604"/>
            <a:ext cx="1908894" cy="296653"/>
          </a:xfrm>
          <a:prstGeom prst="rect">
            <a:avLst/>
          </a:prstGeom>
        </p:spPr>
      </p:pic>
      <p:sp>
        <p:nvSpPr>
          <p:cNvPr id="462" name="Google Shape;114;p2">
            <a:extLst>
              <a:ext uri="{FF2B5EF4-FFF2-40B4-BE49-F238E27FC236}">
                <a16:creationId xmlns:a16="http://schemas.microsoft.com/office/drawing/2014/main" id="{5FC91153-C1E5-BD3C-7213-DFDB022B2E43}"/>
              </a:ext>
            </a:extLst>
          </p:cNvPr>
          <p:cNvSpPr txBox="1"/>
          <p:nvPr/>
        </p:nvSpPr>
        <p:spPr>
          <a:xfrm>
            <a:off x="1142154" y="20400752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463" name="Google Shape;110;p2">
            <a:extLst>
              <a:ext uri="{FF2B5EF4-FFF2-40B4-BE49-F238E27FC236}">
                <a16:creationId xmlns:a16="http://schemas.microsoft.com/office/drawing/2014/main" id="{644C94CC-9E54-87B4-4A03-36A6F2F1A37C}"/>
              </a:ext>
            </a:extLst>
          </p:cNvPr>
          <p:cNvSpPr txBox="1"/>
          <p:nvPr/>
        </p:nvSpPr>
        <p:spPr>
          <a:xfrm>
            <a:off x="3468625" y="20280930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4" name="Google Shape;114;p2">
            <a:extLst>
              <a:ext uri="{FF2B5EF4-FFF2-40B4-BE49-F238E27FC236}">
                <a16:creationId xmlns:a16="http://schemas.microsoft.com/office/drawing/2014/main" id="{7E519953-FC24-D4D8-670D-D7A1DB499BDD}"/>
              </a:ext>
            </a:extLst>
          </p:cNvPr>
          <p:cNvSpPr txBox="1"/>
          <p:nvPr/>
        </p:nvSpPr>
        <p:spPr>
          <a:xfrm>
            <a:off x="1247099" y="2114855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5" name="Google Shape;100;p2">
            <a:extLst>
              <a:ext uri="{FF2B5EF4-FFF2-40B4-BE49-F238E27FC236}">
                <a16:creationId xmlns:a16="http://schemas.microsoft.com/office/drawing/2014/main" id="{5F11F81C-F52F-7CB9-821E-44E1F3501074}"/>
              </a:ext>
            </a:extLst>
          </p:cNvPr>
          <p:cNvSpPr txBox="1"/>
          <p:nvPr/>
        </p:nvSpPr>
        <p:spPr>
          <a:xfrm>
            <a:off x="1142154" y="20253666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466" name="Google Shape;114;p2">
            <a:extLst>
              <a:ext uri="{FF2B5EF4-FFF2-40B4-BE49-F238E27FC236}">
                <a16:creationId xmlns:a16="http://schemas.microsoft.com/office/drawing/2014/main" id="{3D2D9761-5837-17DD-BD22-A68B47F17466}"/>
              </a:ext>
            </a:extLst>
          </p:cNvPr>
          <p:cNvSpPr txBox="1"/>
          <p:nvPr/>
        </p:nvSpPr>
        <p:spPr>
          <a:xfrm>
            <a:off x="3596458" y="2114855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7" name="Google Shape;110;p2">
            <a:extLst>
              <a:ext uri="{FF2B5EF4-FFF2-40B4-BE49-F238E27FC236}">
                <a16:creationId xmlns:a16="http://schemas.microsoft.com/office/drawing/2014/main" id="{9C8EBD57-71ED-1554-7547-CDC3FD53535E}"/>
              </a:ext>
            </a:extLst>
          </p:cNvPr>
          <p:cNvSpPr txBox="1"/>
          <p:nvPr/>
        </p:nvSpPr>
        <p:spPr>
          <a:xfrm>
            <a:off x="1247099" y="20852693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8" name="Google Shape;110;p2">
            <a:extLst>
              <a:ext uri="{FF2B5EF4-FFF2-40B4-BE49-F238E27FC236}">
                <a16:creationId xmlns:a16="http://schemas.microsoft.com/office/drawing/2014/main" id="{416AF415-ECB1-FBE5-BEF2-9D8DC0C3234F}"/>
              </a:ext>
            </a:extLst>
          </p:cNvPr>
          <p:cNvSpPr txBox="1"/>
          <p:nvPr/>
        </p:nvSpPr>
        <p:spPr>
          <a:xfrm>
            <a:off x="3596458" y="20852250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21609BE4-F217-7C84-A7A9-AB14FA238325}"/>
              </a:ext>
            </a:extLst>
          </p:cNvPr>
          <p:cNvSpPr/>
          <p:nvPr/>
        </p:nvSpPr>
        <p:spPr>
          <a:xfrm>
            <a:off x="6418724" y="20779208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Google Shape;114;p2">
            <a:extLst>
              <a:ext uri="{FF2B5EF4-FFF2-40B4-BE49-F238E27FC236}">
                <a16:creationId xmlns:a16="http://schemas.microsoft.com/office/drawing/2014/main" id="{17B33884-D2AF-751B-8CA4-02F412146D9E}"/>
              </a:ext>
            </a:extLst>
          </p:cNvPr>
          <p:cNvSpPr txBox="1"/>
          <p:nvPr/>
        </p:nvSpPr>
        <p:spPr>
          <a:xfrm>
            <a:off x="6424183" y="20395515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471" name="Google Shape;110;p2">
            <a:extLst>
              <a:ext uri="{FF2B5EF4-FFF2-40B4-BE49-F238E27FC236}">
                <a16:creationId xmlns:a16="http://schemas.microsoft.com/office/drawing/2014/main" id="{55D7A179-D159-20B7-F854-9B094F0F9693}"/>
              </a:ext>
            </a:extLst>
          </p:cNvPr>
          <p:cNvSpPr txBox="1"/>
          <p:nvPr/>
        </p:nvSpPr>
        <p:spPr>
          <a:xfrm>
            <a:off x="8750654" y="20275693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72" name="Google Shape;114;p2">
            <a:extLst>
              <a:ext uri="{FF2B5EF4-FFF2-40B4-BE49-F238E27FC236}">
                <a16:creationId xmlns:a16="http://schemas.microsoft.com/office/drawing/2014/main" id="{8DC41F6B-25EF-E795-0A0F-74ED4FE314BD}"/>
              </a:ext>
            </a:extLst>
          </p:cNvPr>
          <p:cNvSpPr txBox="1"/>
          <p:nvPr/>
        </p:nvSpPr>
        <p:spPr>
          <a:xfrm>
            <a:off x="6529128" y="21143320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3" name="Google Shape;100;p2">
            <a:extLst>
              <a:ext uri="{FF2B5EF4-FFF2-40B4-BE49-F238E27FC236}">
                <a16:creationId xmlns:a16="http://schemas.microsoft.com/office/drawing/2014/main" id="{E656100A-12FD-5474-9FB1-A1D4C54950D1}"/>
              </a:ext>
            </a:extLst>
          </p:cNvPr>
          <p:cNvSpPr txBox="1"/>
          <p:nvPr/>
        </p:nvSpPr>
        <p:spPr>
          <a:xfrm>
            <a:off x="6424183" y="20248429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74" name="Google Shape;114;p2">
            <a:extLst>
              <a:ext uri="{FF2B5EF4-FFF2-40B4-BE49-F238E27FC236}">
                <a16:creationId xmlns:a16="http://schemas.microsoft.com/office/drawing/2014/main" id="{700BF534-2EDE-3003-F7E1-8E391569E356}"/>
              </a:ext>
            </a:extLst>
          </p:cNvPr>
          <p:cNvSpPr txBox="1"/>
          <p:nvPr/>
        </p:nvSpPr>
        <p:spPr>
          <a:xfrm>
            <a:off x="8878487" y="21143320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5" name="Google Shape;110;p2">
            <a:extLst>
              <a:ext uri="{FF2B5EF4-FFF2-40B4-BE49-F238E27FC236}">
                <a16:creationId xmlns:a16="http://schemas.microsoft.com/office/drawing/2014/main" id="{2396596B-92D1-E4D7-BBBD-73AB48BDFF1B}"/>
              </a:ext>
            </a:extLst>
          </p:cNvPr>
          <p:cNvSpPr txBox="1"/>
          <p:nvPr/>
        </p:nvSpPr>
        <p:spPr>
          <a:xfrm>
            <a:off x="6529128" y="2084745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2" name="Google Shape;110;p2">
            <a:extLst>
              <a:ext uri="{FF2B5EF4-FFF2-40B4-BE49-F238E27FC236}">
                <a16:creationId xmlns:a16="http://schemas.microsoft.com/office/drawing/2014/main" id="{2CB421E6-968F-FBDD-0D02-94ADBCA59EDC}"/>
              </a:ext>
            </a:extLst>
          </p:cNvPr>
          <p:cNvSpPr txBox="1"/>
          <p:nvPr/>
        </p:nvSpPr>
        <p:spPr>
          <a:xfrm>
            <a:off x="8878487" y="20847013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7077FB55-9051-BA2E-56F6-18A954A9089E}"/>
              </a:ext>
            </a:extLst>
          </p:cNvPr>
          <p:cNvSpPr/>
          <p:nvPr/>
        </p:nvSpPr>
        <p:spPr>
          <a:xfrm>
            <a:off x="1136695" y="22124730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Google Shape;114;p2">
            <a:extLst>
              <a:ext uri="{FF2B5EF4-FFF2-40B4-BE49-F238E27FC236}">
                <a16:creationId xmlns:a16="http://schemas.microsoft.com/office/drawing/2014/main" id="{176E11DE-8B9B-4BE3-36AF-4F72D77C2FE0}"/>
              </a:ext>
            </a:extLst>
          </p:cNvPr>
          <p:cNvSpPr txBox="1"/>
          <p:nvPr/>
        </p:nvSpPr>
        <p:spPr>
          <a:xfrm>
            <a:off x="1142154" y="21741037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495" name="Google Shape;110;p2">
            <a:extLst>
              <a:ext uri="{FF2B5EF4-FFF2-40B4-BE49-F238E27FC236}">
                <a16:creationId xmlns:a16="http://schemas.microsoft.com/office/drawing/2014/main" id="{B727738C-4E5D-FAFC-DDC1-FB189B34E574}"/>
              </a:ext>
            </a:extLst>
          </p:cNvPr>
          <p:cNvSpPr txBox="1"/>
          <p:nvPr/>
        </p:nvSpPr>
        <p:spPr>
          <a:xfrm>
            <a:off x="3468625" y="21621215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6" name="Google Shape;114;p2">
            <a:extLst>
              <a:ext uri="{FF2B5EF4-FFF2-40B4-BE49-F238E27FC236}">
                <a16:creationId xmlns:a16="http://schemas.microsoft.com/office/drawing/2014/main" id="{9BE3B47E-BCD8-272B-EB03-74CC79AC279B}"/>
              </a:ext>
            </a:extLst>
          </p:cNvPr>
          <p:cNvSpPr txBox="1"/>
          <p:nvPr/>
        </p:nvSpPr>
        <p:spPr>
          <a:xfrm>
            <a:off x="1247099" y="2248884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7" name="Google Shape;100;p2">
            <a:extLst>
              <a:ext uri="{FF2B5EF4-FFF2-40B4-BE49-F238E27FC236}">
                <a16:creationId xmlns:a16="http://schemas.microsoft.com/office/drawing/2014/main" id="{4EF51398-042F-FE7E-0EEE-D87BB7A29B97}"/>
              </a:ext>
            </a:extLst>
          </p:cNvPr>
          <p:cNvSpPr txBox="1"/>
          <p:nvPr/>
        </p:nvSpPr>
        <p:spPr>
          <a:xfrm>
            <a:off x="1142154" y="21593951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98" name="Google Shape;114;p2">
            <a:extLst>
              <a:ext uri="{FF2B5EF4-FFF2-40B4-BE49-F238E27FC236}">
                <a16:creationId xmlns:a16="http://schemas.microsoft.com/office/drawing/2014/main" id="{614CDE42-AD64-6D6B-D122-D39EE2907AD7}"/>
              </a:ext>
            </a:extLst>
          </p:cNvPr>
          <p:cNvSpPr txBox="1"/>
          <p:nvPr/>
        </p:nvSpPr>
        <p:spPr>
          <a:xfrm>
            <a:off x="3596458" y="2248884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9" name="Google Shape;110;p2">
            <a:extLst>
              <a:ext uri="{FF2B5EF4-FFF2-40B4-BE49-F238E27FC236}">
                <a16:creationId xmlns:a16="http://schemas.microsoft.com/office/drawing/2014/main" id="{2A60C9A0-D1D4-5965-1D1E-B8E81D1BB309}"/>
              </a:ext>
            </a:extLst>
          </p:cNvPr>
          <p:cNvSpPr txBox="1"/>
          <p:nvPr/>
        </p:nvSpPr>
        <p:spPr>
          <a:xfrm>
            <a:off x="1247099" y="22192978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0" name="Google Shape;110;p2">
            <a:extLst>
              <a:ext uri="{FF2B5EF4-FFF2-40B4-BE49-F238E27FC236}">
                <a16:creationId xmlns:a16="http://schemas.microsoft.com/office/drawing/2014/main" id="{A896C4B8-FFB6-ED25-45CE-859271337D89}"/>
              </a:ext>
            </a:extLst>
          </p:cNvPr>
          <p:cNvSpPr txBox="1"/>
          <p:nvPr/>
        </p:nvSpPr>
        <p:spPr>
          <a:xfrm>
            <a:off x="3596458" y="22192535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1" name="Rounded Rectangle 500">
            <a:extLst>
              <a:ext uri="{FF2B5EF4-FFF2-40B4-BE49-F238E27FC236}">
                <a16:creationId xmlns:a16="http://schemas.microsoft.com/office/drawing/2014/main" id="{2FD6A879-30C3-D2E8-DD16-929F1A43221E}"/>
              </a:ext>
            </a:extLst>
          </p:cNvPr>
          <p:cNvSpPr/>
          <p:nvPr/>
        </p:nvSpPr>
        <p:spPr>
          <a:xfrm>
            <a:off x="6418724" y="22119493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Google Shape;114;p2">
            <a:extLst>
              <a:ext uri="{FF2B5EF4-FFF2-40B4-BE49-F238E27FC236}">
                <a16:creationId xmlns:a16="http://schemas.microsoft.com/office/drawing/2014/main" id="{97279213-1851-D538-AA47-675A15099488}"/>
              </a:ext>
            </a:extLst>
          </p:cNvPr>
          <p:cNvSpPr txBox="1"/>
          <p:nvPr/>
        </p:nvSpPr>
        <p:spPr>
          <a:xfrm>
            <a:off x="6424183" y="21735800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503" name="Google Shape;110;p2">
            <a:extLst>
              <a:ext uri="{FF2B5EF4-FFF2-40B4-BE49-F238E27FC236}">
                <a16:creationId xmlns:a16="http://schemas.microsoft.com/office/drawing/2014/main" id="{2DCF06C8-8B2A-A49E-B5B5-192015F21633}"/>
              </a:ext>
            </a:extLst>
          </p:cNvPr>
          <p:cNvSpPr txBox="1"/>
          <p:nvPr/>
        </p:nvSpPr>
        <p:spPr>
          <a:xfrm>
            <a:off x="8750654" y="21615978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4" name="Google Shape;114;p2">
            <a:extLst>
              <a:ext uri="{FF2B5EF4-FFF2-40B4-BE49-F238E27FC236}">
                <a16:creationId xmlns:a16="http://schemas.microsoft.com/office/drawing/2014/main" id="{411617AF-141A-933F-FA9E-7061374F4788}"/>
              </a:ext>
            </a:extLst>
          </p:cNvPr>
          <p:cNvSpPr txBox="1"/>
          <p:nvPr/>
        </p:nvSpPr>
        <p:spPr>
          <a:xfrm>
            <a:off x="6529128" y="22483605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5" name="Google Shape;100;p2">
            <a:extLst>
              <a:ext uri="{FF2B5EF4-FFF2-40B4-BE49-F238E27FC236}">
                <a16:creationId xmlns:a16="http://schemas.microsoft.com/office/drawing/2014/main" id="{6A388C09-2A46-9B05-6827-746B1F016B92}"/>
              </a:ext>
            </a:extLst>
          </p:cNvPr>
          <p:cNvSpPr txBox="1"/>
          <p:nvPr/>
        </p:nvSpPr>
        <p:spPr>
          <a:xfrm>
            <a:off x="6424183" y="2158871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506" name="Google Shape;114;p2">
            <a:extLst>
              <a:ext uri="{FF2B5EF4-FFF2-40B4-BE49-F238E27FC236}">
                <a16:creationId xmlns:a16="http://schemas.microsoft.com/office/drawing/2014/main" id="{BA67B5D2-A355-A016-F86A-D5A716CAB6E9}"/>
              </a:ext>
            </a:extLst>
          </p:cNvPr>
          <p:cNvSpPr txBox="1"/>
          <p:nvPr/>
        </p:nvSpPr>
        <p:spPr>
          <a:xfrm>
            <a:off x="8878487" y="22483605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7" name="Google Shape;110;p2">
            <a:extLst>
              <a:ext uri="{FF2B5EF4-FFF2-40B4-BE49-F238E27FC236}">
                <a16:creationId xmlns:a16="http://schemas.microsoft.com/office/drawing/2014/main" id="{80FD4556-9859-CF6F-83FE-66A1F5663191}"/>
              </a:ext>
            </a:extLst>
          </p:cNvPr>
          <p:cNvSpPr txBox="1"/>
          <p:nvPr/>
        </p:nvSpPr>
        <p:spPr>
          <a:xfrm>
            <a:off x="6529128" y="2218774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8" name="Google Shape;110;p2">
            <a:extLst>
              <a:ext uri="{FF2B5EF4-FFF2-40B4-BE49-F238E27FC236}">
                <a16:creationId xmlns:a16="http://schemas.microsoft.com/office/drawing/2014/main" id="{86C54DFD-CE57-B8A5-0A79-06859DAB5965}"/>
              </a:ext>
            </a:extLst>
          </p:cNvPr>
          <p:cNvSpPr txBox="1"/>
          <p:nvPr/>
        </p:nvSpPr>
        <p:spPr>
          <a:xfrm>
            <a:off x="8878487" y="22187298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13F98D20-6FAD-7F8D-ADFD-59C97FC7FF5B}"/>
              </a:ext>
            </a:extLst>
          </p:cNvPr>
          <p:cNvSpPr txBox="1"/>
          <p:nvPr/>
        </p:nvSpPr>
        <p:spPr>
          <a:xfrm>
            <a:off x="912807" y="19136129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3202</TotalTime>
  <Words>1011</Words>
  <Application>Microsoft Macintosh PowerPoint</Application>
  <PresentationFormat>Custom</PresentationFormat>
  <Paragraphs>127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Inter Medium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71</cp:revision>
  <dcterms:created xsi:type="dcterms:W3CDTF">2025-02-28T16:34:04Z</dcterms:created>
  <dcterms:modified xsi:type="dcterms:W3CDTF">2026-05-07T12:09:38Z</dcterms:modified>
</cp:coreProperties>
</file>