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1680150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  <p:embeddedFont>
      <p:font typeface="Poppins" pitchFamily="2" charset="7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1"/>
    <p:restoredTop sz="96846"/>
  </p:normalViewPr>
  <p:slideViewPr>
    <p:cSldViewPr snapToGrid="0">
      <p:cViewPr>
        <p:scale>
          <a:sx n="80" d="100"/>
          <a:sy n="80" d="100"/>
        </p:scale>
        <p:origin x="1160" y="-8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1143000"/>
            <a:ext cx="1187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1143000"/>
            <a:ext cx="11874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184700"/>
            <a:ext cx="9144000" cy="1102938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639419"/>
            <a:ext cx="9144000" cy="76487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898054"/>
            <a:ext cx="10515600" cy="1317805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1200777"/>
            <a:ext cx="10515600" cy="693003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433382"/>
            <a:ext cx="5181600" cy="201007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433382"/>
            <a:ext cx="5181600" cy="201007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86679"/>
            <a:ext cx="10515600" cy="612336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766046"/>
            <a:ext cx="5157787" cy="3806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572064"/>
            <a:ext cx="5157787" cy="170207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766046"/>
            <a:ext cx="5183188" cy="3806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572064"/>
            <a:ext cx="5183188" cy="170207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112015"/>
            <a:ext cx="3932237" cy="73920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61363"/>
            <a:ext cx="6172200" cy="2251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504051"/>
            <a:ext cx="3932237" cy="17607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112015"/>
            <a:ext cx="3932237" cy="73920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61363"/>
            <a:ext cx="6172200" cy="2251344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504051"/>
            <a:ext cx="3932237" cy="17607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86680"/>
            <a:ext cx="2628900" cy="268474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86680"/>
            <a:ext cx="7734300" cy="268474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6957873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6"/>
            <a:ext cx="4019883" cy="18768220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3" y="17445849"/>
            <a:ext cx="3339661" cy="14234316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86679"/>
            <a:ext cx="10515600" cy="6123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433382"/>
            <a:ext cx="10515600" cy="20100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9362811"/>
            <a:ext cx="2743200" cy="1686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9362811"/>
            <a:ext cx="4114800" cy="1686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9362811"/>
            <a:ext cx="2743200" cy="1686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2" y="386020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70" y="607098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7" y="629962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3" y="257624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2" y="3250295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1" y="1632702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2" y="676005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55825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2" y="5371388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4" y="1343126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7606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64317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9" y="2284016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70" y="1054034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5078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2" y="1080788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5078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4" y="1080788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5078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6" y="1080788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5078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8" y="1080788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5078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1" y="1080788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1" y="1270472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1" y="129811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8" y="1213226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8" y="1270472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8" y="129811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8" y="1213226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8" y="1270472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8" y="129811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9" y="1213226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9" y="1270472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9" y="129811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27717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2" y="31611203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31335697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6" y="5371388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6005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2" y="703738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2" y="731470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2" y="759203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69359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3606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312072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10" y="7588080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6408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615166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4908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7606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615166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4908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1" y="1213226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1" y="14810218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7" y="15515595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8" y="1682691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8" y="1739088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467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7" y="1649363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467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467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8" y="1686271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8" y="1714148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8" y="17420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5" y="168595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5" y="1713826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5" y="17417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5" y="1686271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5" y="1714148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5" y="17420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8" y="168595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8" y="1713826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8" y="17417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6" y="1686271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6" y="1714148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6" y="17420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5" y="168595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5" y="1713826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5" y="17417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6" y="16184108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3" y="1617866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5" y="1618034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4678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4678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6" y="1795709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6" y="177076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6" y="179864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3" y="177044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3" y="179832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3" y="177076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3" y="179864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6" y="177044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6" y="179832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4" y="177076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4" y="179864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3" y="177044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3" y="179832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453" name="Rounded Rectangle 452">
            <a:extLst>
              <a:ext uri="{FF2B5EF4-FFF2-40B4-BE49-F238E27FC236}">
                <a16:creationId xmlns:a16="http://schemas.microsoft.com/office/drawing/2014/main" id="{3643D8E2-C271-DDF4-D85D-6948AEC76937}"/>
              </a:ext>
            </a:extLst>
          </p:cNvPr>
          <p:cNvSpPr/>
          <p:nvPr/>
        </p:nvSpPr>
        <p:spPr>
          <a:xfrm>
            <a:off x="988927" y="24765833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ctr" defTabSz="821531" hangingPunct="0">
              <a:defRPr/>
            </a:pPr>
            <a:endParaRPr lang="en-US" sz="2000" kern="0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3143FDF9-59B6-1878-85F8-175EBCAC83B0}"/>
              </a:ext>
            </a:extLst>
          </p:cNvPr>
          <p:cNvSpPr txBox="1"/>
          <p:nvPr/>
        </p:nvSpPr>
        <p:spPr>
          <a:xfrm>
            <a:off x="912807" y="24475648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D3C85B76-DDFD-D904-F26B-DBD9CE33AE04}"/>
              </a:ext>
            </a:extLst>
          </p:cNvPr>
          <p:cNvSpPr txBox="1"/>
          <p:nvPr/>
        </p:nvSpPr>
        <p:spPr>
          <a:xfrm>
            <a:off x="3941153" y="24471976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F07F8098-E6E0-180F-F0B3-86DB3C4297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19729975"/>
            <a:ext cx="2623452" cy="5386556"/>
          </a:xfrm>
          <a:prstGeom prst="rect">
            <a:avLst/>
          </a:prstGeom>
        </p:spPr>
      </p:pic>
      <p:sp>
        <p:nvSpPr>
          <p:cNvPr id="457" name="TextBox 456">
            <a:extLst>
              <a:ext uri="{FF2B5EF4-FFF2-40B4-BE49-F238E27FC236}">
                <a16:creationId xmlns:a16="http://schemas.microsoft.com/office/drawing/2014/main" id="{B990D42E-C595-372F-9381-775C7C4CF846}"/>
              </a:ext>
            </a:extLst>
          </p:cNvPr>
          <p:cNvSpPr txBox="1"/>
          <p:nvPr/>
        </p:nvSpPr>
        <p:spPr>
          <a:xfrm>
            <a:off x="912811" y="2186181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58" name="Google Shape;100;p2">
            <a:extLst>
              <a:ext uri="{FF2B5EF4-FFF2-40B4-BE49-F238E27FC236}">
                <a16:creationId xmlns:a16="http://schemas.microsoft.com/office/drawing/2014/main" id="{E49FE5D3-156B-C960-BD5E-AE64DF3AD3D0}"/>
              </a:ext>
            </a:extLst>
          </p:cNvPr>
          <p:cNvSpPr txBox="1"/>
          <p:nvPr/>
        </p:nvSpPr>
        <p:spPr>
          <a:xfrm>
            <a:off x="1189526" y="21588501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One</a:t>
            </a:r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70275C73-81B5-1E77-A5C8-95704387A7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1608705"/>
            <a:ext cx="200599" cy="200599"/>
          </a:xfrm>
          <a:prstGeom prst="rect">
            <a:avLst/>
          </a:prstGeom>
        </p:spPr>
      </p:pic>
      <p:sp>
        <p:nvSpPr>
          <p:cNvPr id="511" name="TextBox 510">
            <a:extLst>
              <a:ext uri="{FF2B5EF4-FFF2-40B4-BE49-F238E27FC236}">
                <a16:creationId xmlns:a16="http://schemas.microsoft.com/office/drawing/2014/main" id="{3AD980F3-6418-053E-B8EE-EE36850B386F}"/>
              </a:ext>
            </a:extLst>
          </p:cNvPr>
          <p:cNvSpPr txBox="1"/>
          <p:nvPr/>
        </p:nvSpPr>
        <p:spPr>
          <a:xfrm>
            <a:off x="912811" y="22789643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1" name="Google Shape;100;p2">
            <a:extLst>
              <a:ext uri="{FF2B5EF4-FFF2-40B4-BE49-F238E27FC236}">
                <a16:creationId xmlns:a16="http://schemas.microsoft.com/office/drawing/2014/main" id="{EFEFAE8B-F533-8B9E-CAFE-60166B7EF725}"/>
              </a:ext>
            </a:extLst>
          </p:cNvPr>
          <p:cNvSpPr txBox="1"/>
          <p:nvPr/>
        </p:nvSpPr>
        <p:spPr>
          <a:xfrm>
            <a:off x="1189526" y="22515918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Two</a:t>
            </a:r>
          </a:p>
        </p:txBody>
      </p:sp>
      <p:pic>
        <p:nvPicPr>
          <p:cNvPr id="522" name="Picture 521">
            <a:extLst>
              <a:ext uri="{FF2B5EF4-FFF2-40B4-BE49-F238E27FC236}">
                <a16:creationId xmlns:a16="http://schemas.microsoft.com/office/drawing/2014/main" id="{B10DD86B-ADAD-C820-6497-C004DCABB6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2536531"/>
            <a:ext cx="200599" cy="200599"/>
          </a:xfrm>
          <a:prstGeom prst="rect">
            <a:avLst/>
          </a:prstGeom>
        </p:spPr>
      </p:pic>
      <p:sp>
        <p:nvSpPr>
          <p:cNvPr id="523" name="TextBox 522">
            <a:extLst>
              <a:ext uri="{FF2B5EF4-FFF2-40B4-BE49-F238E27FC236}">
                <a16:creationId xmlns:a16="http://schemas.microsoft.com/office/drawing/2014/main" id="{DE4ADE11-6C4C-F808-30BC-8D6BD54A113B}"/>
              </a:ext>
            </a:extLst>
          </p:cNvPr>
          <p:cNvSpPr txBox="1"/>
          <p:nvPr/>
        </p:nvSpPr>
        <p:spPr>
          <a:xfrm>
            <a:off x="912811" y="23725219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4" name="Google Shape;100;p2">
            <a:extLst>
              <a:ext uri="{FF2B5EF4-FFF2-40B4-BE49-F238E27FC236}">
                <a16:creationId xmlns:a16="http://schemas.microsoft.com/office/drawing/2014/main" id="{28A56E1A-8214-F5E2-676C-143FF49E0CFF}"/>
              </a:ext>
            </a:extLst>
          </p:cNvPr>
          <p:cNvSpPr txBox="1"/>
          <p:nvPr/>
        </p:nvSpPr>
        <p:spPr>
          <a:xfrm>
            <a:off x="1189526" y="23445173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Three</a:t>
            </a:r>
          </a:p>
        </p:txBody>
      </p:sp>
      <p:pic>
        <p:nvPicPr>
          <p:cNvPr id="525" name="Picture 524">
            <a:extLst>
              <a:ext uri="{FF2B5EF4-FFF2-40B4-BE49-F238E27FC236}">
                <a16:creationId xmlns:a16="http://schemas.microsoft.com/office/drawing/2014/main" id="{0E552680-AE62-B611-F221-4481840327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3472107"/>
            <a:ext cx="200599" cy="200599"/>
          </a:xfrm>
          <a:prstGeom prst="rect">
            <a:avLst/>
          </a:prstGeom>
        </p:spPr>
      </p:pic>
      <p:sp>
        <p:nvSpPr>
          <p:cNvPr id="526" name="TextBox 525">
            <a:extLst>
              <a:ext uri="{FF2B5EF4-FFF2-40B4-BE49-F238E27FC236}">
                <a16:creationId xmlns:a16="http://schemas.microsoft.com/office/drawing/2014/main" id="{05AA85D0-6B8A-5155-31B0-BE3128042759}"/>
              </a:ext>
            </a:extLst>
          </p:cNvPr>
          <p:cNvSpPr txBox="1"/>
          <p:nvPr/>
        </p:nvSpPr>
        <p:spPr>
          <a:xfrm>
            <a:off x="912811" y="20322461"/>
            <a:ext cx="389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527" name="Picture 526">
            <a:extLst>
              <a:ext uri="{FF2B5EF4-FFF2-40B4-BE49-F238E27FC236}">
                <a16:creationId xmlns:a16="http://schemas.microsoft.com/office/drawing/2014/main" id="{2189FEAC-F06A-2828-2CA3-ED9021A1583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04" t="34429" r="10565" b="33342"/>
          <a:stretch>
            <a:fillRect/>
          </a:stretch>
        </p:blipFill>
        <p:spPr>
          <a:xfrm>
            <a:off x="1016858" y="19965716"/>
            <a:ext cx="967589" cy="177818"/>
          </a:xfrm>
          <a:prstGeom prst="rect">
            <a:avLst/>
          </a:prstGeom>
        </p:spPr>
      </p:pic>
      <p:sp>
        <p:nvSpPr>
          <p:cNvPr id="528" name="TextBox 527">
            <a:extLst>
              <a:ext uri="{FF2B5EF4-FFF2-40B4-BE49-F238E27FC236}">
                <a16:creationId xmlns:a16="http://schemas.microsoft.com/office/drawing/2014/main" id="{F8A2970C-967F-5999-3D24-63E5D6C62153}"/>
              </a:ext>
            </a:extLst>
          </p:cNvPr>
          <p:cNvSpPr txBox="1"/>
          <p:nvPr/>
        </p:nvSpPr>
        <p:spPr>
          <a:xfrm>
            <a:off x="912811" y="27729564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9" name="Google Shape;100;p2">
            <a:extLst>
              <a:ext uri="{FF2B5EF4-FFF2-40B4-BE49-F238E27FC236}">
                <a16:creationId xmlns:a16="http://schemas.microsoft.com/office/drawing/2014/main" id="{96485E35-5280-6406-41ED-F11D4DBE05AA}"/>
              </a:ext>
            </a:extLst>
          </p:cNvPr>
          <p:cNvSpPr txBox="1"/>
          <p:nvPr/>
        </p:nvSpPr>
        <p:spPr>
          <a:xfrm>
            <a:off x="912807" y="27474724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F7DB227C-28AB-3CAE-EC83-9693812ACD02}"/>
              </a:ext>
            </a:extLst>
          </p:cNvPr>
          <p:cNvSpPr txBox="1"/>
          <p:nvPr/>
        </p:nvSpPr>
        <p:spPr>
          <a:xfrm>
            <a:off x="912811" y="28657390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531" name="Google Shape;100;p2">
            <a:extLst>
              <a:ext uri="{FF2B5EF4-FFF2-40B4-BE49-F238E27FC236}">
                <a16:creationId xmlns:a16="http://schemas.microsoft.com/office/drawing/2014/main" id="{8D287171-FA92-DD1C-9CE4-D30E06B73180}"/>
              </a:ext>
            </a:extLst>
          </p:cNvPr>
          <p:cNvSpPr txBox="1"/>
          <p:nvPr/>
        </p:nvSpPr>
        <p:spPr>
          <a:xfrm>
            <a:off x="912807" y="28402141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A39526AE-7AD5-60CD-7CF6-0153B9BF0F5C}"/>
              </a:ext>
            </a:extLst>
          </p:cNvPr>
          <p:cNvSpPr txBox="1"/>
          <p:nvPr/>
        </p:nvSpPr>
        <p:spPr>
          <a:xfrm>
            <a:off x="912811" y="29769882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33" name="Google Shape;100;p2">
            <a:extLst>
              <a:ext uri="{FF2B5EF4-FFF2-40B4-BE49-F238E27FC236}">
                <a16:creationId xmlns:a16="http://schemas.microsoft.com/office/drawing/2014/main" id="{A61DE333-991E-EDAF-E3B4-BE945917F989}"/>
              </a:ext>
            </a:extLst>
          </p:cNvPr>
          <p:cNvSpPr txBox="1"/>
          <p:nvPr/>
        </p:nvSpPr>
        <p:spPr>
          <a:xfrm>
            <a:off x="912807" y="29508312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F3B7789A-D37D-C6DE-8C4D-53EDA310C7CA}"/>
              </a:ext>
            </a:extLst>
          </p:cNvPr>
          <p:cNvSpPr txBox="1"/>
          <p:nvPr/>
        </p:nvSpPr>
        <p:spPr>
          <a:xfrm>
            <a:off x="912812" y="26284250"/>
            <a:ext cx="3319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pic>
        <p:nvPicPr>
          <p:cNvPr id="535" name="Picture 534">
            <a:extLst>
              <a:ext uri="{FF2B5EF4-FFF2-40B4-BE49-F238E27FC236}">
                <a16:creationId xmlns:a16="http://schemas.microsoft.com/office/drawing/2014/main" id="{0D17A401-F78E-6BF6-4825-20EDA16F5AF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25655474"/>
            <a:ext cx="2623452" cy="5386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3204</TotalTime>
  <Words>849</Words>
  <Application>Microsoft Macintosh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Poppins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73</cp:revision>
  <dcterms:created xsi:type="dcterms:W3CDTF">2025-02-28T16:34:04Z</dcterms:created>
  <dcterms:modified xsi:type="dcterms:W3CDTF">2026-05-07T12:17:10Z</dcterms:modified>
</cp:coreProperties>
</file>