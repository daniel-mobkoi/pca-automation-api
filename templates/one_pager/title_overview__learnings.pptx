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5920700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80" d="100"/>
          <a:sy n="80" d="100"/>
        </p:scale>
        <p:origin x="2504" y="-5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03513" y="1143000"/>
            <a:ext cx="145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3513" y="1143000"/>
            <a:ext cx="14509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242120"/>
            <a:ext cx="9144000" cy="902424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614371"/>
            <a:ext cx="9144000" cy="625816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462187"/>
            <a:ext cx="10515600" cy="1078228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7346476"/>
            <a:ext cx="10515600" cy="567015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900192"/>
            <a:ext cx="5181600" cy="164464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900192"/>
            <a:ext cx="5181600" cy="164464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80040"/>
            <a:ext cx="10515600" cy="5010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6354179"/>
            <a:ext cx="5157787" cy="31140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9468263"/>
            <a:ext cx="5157787" cy="13926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354179"/>
            <a:ext cx="5183188" cy="31140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468263"/>
            <a:ext cx="5183188" cy="13926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728050"/>
            <a:ext cx="3932237" cy="60481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732107"/>
            <a:ext cx="6172200" cy="1842049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776215"/>
            <a:ext cx="3932237" cy="144063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728050"/>
            <a:ext cx="3932237" cy="60481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732107"/>
            <a:ext cx="6172200" cy="184204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776215"/>
            <a:ext cx="3932237" cy="144063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80041"/>
            <a:ext cx="2628900" cy="2196659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80041"/>
            <a:ext cx="7734300" cy="2196659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8"/>
            <a:ext cx="8231633" cy="22056932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4"/>
            <a:ext cx="4019883" cy="15356159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1" y="14274194"/>
            <a:ext cx="3339661" cy="11646518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80040"/>
            <a:ext cx="10515600" cy="5010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900192"/>
            <a:ext cx="10515600" cy="16446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4024653"/>
            <a:ext cx="2743200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4024653"/>
            <a:ext cx="4114800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4024653"/>
            <a:ext cx="2743200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0" y="3689132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5899915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5" y="6128550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1" y="2405176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0" y="3079227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9" y="1461634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0" y="658898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184757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0" y="5200320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2" y="1172058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104992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693249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7" y="2112948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10369270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0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2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4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6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9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9" y="12533654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9" y="1281003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6" y="11961192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6" y="12533654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6" y="1281003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6" y="11961197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6" y="12533654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6" y="1281003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7" y="11961192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7" y="12533654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7" y="1281003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356649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4" y="25851753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908" y="25576247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4" y="5200320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588988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0" y="686631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0" y="7143640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0" y="7420966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698291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686499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14100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8" y="7417012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69301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444098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778012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104992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444098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778012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9" y="11961197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9" y="14639148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5" y="15344527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6" y="16655844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6" y="17219821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67572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5" y="16322563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67572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67572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6" y="16691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6" y="1697041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6" y="172491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3" y="16688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3" y="169672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3" y="172459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3" y="16691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3" y="1697041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3" y="172491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6" y="16688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6" y="169672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6" y="172459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4" y="16691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4" y="1697041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4" y="172491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3" y="16688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3" y="169672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3" y="172459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4" y="16013040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1" y="16007597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3" y="16009277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675713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675713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4" y="17786023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4" y="1753661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4" y="1781537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1" y="175334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1" y="178121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1" y="1753661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1" y="1781537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4" y="175334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4" y="178121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2" y="1753661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2" y="1781537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1" y="175334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1" y="178121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6662EEB2-9F27-962C-46BD-8FBAD111038B}"/>
              </a:ext>
            </a:extLst>
          </p:cNvPr>
          <p:cNvSpPr txBox="1"/>
          <p:nvPr/>
        </p:nvSpPr>
        <p:spPr>
          <a:xfrm>
            <a:off x="912810" y="21393188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2" name="Google Shape;100;p2">
            <a:extLst>
              <a:ext uri="{FF2B5EF4-FFF2-40B4-BE49-F238E27FC236}">
                <a16:creationId xmlns:a16="http://schemas.microsoft.com/office/drawing/2014/main" id="{E539E1DF-10B0-0290-B9A2-A48336C8AEB7}"/>
              </a:ext>
            </a:extLst>
          </p:cNvPr>
          <p:cNvSpPr txBox="1"/>
          <p:nvPr/>
        </p:nvSpPr>
        <p:spPr>
          <a:xfrm>
            <a:off x="912807" y="21138348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Overall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E8EED6F-2626-F27E-E825-CDD926DDF7E0}"/>
              </a:ext>
            </a:extLst>
          </p:cNvPr>
          <p:cNvSpPr txBox="1"/>
          <p:nvPr/>
        </p:nvSpPr>
        <p:spPr>
          <a:xfrm>
            <a:off x="912810" y="22321014"/>
            <a:ext cx="6357491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</p:txBody>
      </p:sp>
      <p:sp>
        <p:nvSpPr>
          <p:cNvPr id="524" name="Google Shape;100;p2">
            <a:extLst>
              <a:ext uri="{FF2B5EF4-FFF2-40B4-BE49-F238E27FC236}">
                <a16:creationId xmlns:a16="http://schemas.microsoft.com/office/drawing/2014/main" id="{E0028F03-0F65-AE55-AEC4-A32D7AB4EC3A}"/>
              </a:ext>
            </a:extLst>
          </p:cNvPr>
          <p:cNvSpPr txBox="1"/>
          <p:nvPr/>
        </p:nvSpPr>
        <p:spPr>
          <a:xfrm>
            <a:off x="912807" y="22065765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Publishers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61ED7882-CE8C-F61B-0A67-CAD4361BD63A}"/>
              </a:ext>
            </a:extLst>
          </p:cNvPr>
          <p:cNvSpPr txBox="1"/>
          <p:nvPr/>
        </p:nvSpPr>
        <p:spPr>
          <a:xfrm>
            <a:off x="912810" y="23433506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6" name="Google Shape;100;p2">
            <a:extLst>
              <a:ext uri="{FF2B5EF4-FFF2-40B4-BE49-F238E27FC236}">
                <a16:creationId xmlns:a16="http://schemas.microsoft.com/office/drawing/2014/main" id="{530C3730-06FA-7DD5-98E4-414348118C4A}"/>
              </a:ext>
            </a:extLst>
          </p:cNvPr>
          <p:cNvSpPr txBox="1"/>
          <p:nvPr/>
        </p:nvSpPr>
        <p:spPr>
          <a:xfrm>
            <a:off x="912807" y="23171936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982FE942-86BD-90F9-1A47-D4847B413550}"/>
              </a:ext>
            </a:extLst>
          </p:cNvPr>
          <p:cNvSpPr txBox="1"/>
          <p:nvPr/>
        </p:nvSpPr>
        <p:spPr>
          <a:xfrm>
            <a:off x="912811" y="19947873"/>
            <a:ext cx="3319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Learnings &amp; Recommendations.</a:t>
            </a:r>
          </a:p>
        </p:txBody>
      </p:sp>
      <p:pic>
        <p:nvPicPr>
          <p:cNvPr id="528" name="Picture 527">
            <a:extLst>
              <a:ext uri="{FF2B5EF4-FFF2-40B4-BE49-F238E27FC236}">
                <a16:creationId xmlns:a16="http://schemas.microsoft.com/office/drawing/2014/main" id="{192FC0E1-3163-B10E-808E-203C5189536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39285" y="19319098"/>
            <a:ext cx="2623452" cy="5386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3203</TotalTime>
  <Words>710</Words>
  <Application>Microsoft Macintosh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72</cp:revision>
  <dcterms:created xsi:type="dcterms:W3CDTF">2025-02-28T16:34:04Z</dcterms:created>
  <dcterms:modified xsi:type="dcterms:W3CDTF">2026-05-07T12:02:10Z</dcterms:modified>
</cp:coreProperties>
</file>