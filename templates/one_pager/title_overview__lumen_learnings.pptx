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25920700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SemiBold" panose="02000503000000020004" pitchFamily="2" charset="0"/>
      <p:regular r:id="rId5"/>
      <p:bold r:id="rId5"/>
      <p:italic r:id="rId5"/>
      <p:boldItalic r:id="rId6"/>
    </p:embeddedFont>
    <p:embeddedFont>
      <p:font typeface="Poppins" pitchFamily="2" charset="77"/>
      <p:regular r:id="rId7"/>
      <p:bold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72"/>
    <p:restoredTop sz="96846"/>
  </p:normalViewPr>
  <p:slideViewPr>
    <p:cSldViewPr snapToGrid="0">
      <p:cViewPr>
        <p:scale>
          <a:sx n="30" d="100"/>
          <a:sy n="30" d="100"/>
        </p:scale>
        <p:origin x="4424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03513" y="1143000"/>
            <a:ext cx="145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03513" y="1143000"/>
            <a:ext cx="14509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42120"/>
            <a:ext cx="9144000" cy="902424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614371"/>
            <a:ext cx="9144000" cy="625816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6462187"/>
            <a:ext cx="10515600" cy="1078228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7346476"/>
            <a:ext cx="10515600" cy="567015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6900192"/>
            <a:ext cx="5181600" cy="164464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6900192"/>
            <a:ext cx="5181600" cy="1644644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380040"/>
            <a:ext cx="10515600" cy="50101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6354179"/>
            <a:ext cx="5157787" cy="31140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9468263"/>
            <a:ext cx="5157787" cy="13926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6354179"/>
            <a:ext cx="5183188" cy="311408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9468263"/>
            <a:ext cx="5183188" cy="139263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728050"/>
            <a:ext cx="3932237" cy="60481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3732107"/>
            <a:ext cx="6172200" cy="1842049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776215"/>
            <a:ext cx="3932237" cy="144063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728050"/>
            <a:ext cx="3932237" cy="604816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3732107"/>
            <a:ext cx="6172200" cy="184204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7776215"/>
            <a:ext cx="3932237" cy="144063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80041"/>
            <a:ext cx="2628900" cy="2196659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380041"/>
            <a:ext cx="7734300" cy="2196659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8"/>
            <a:ext cx="8231633" cy="22056932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4"/>
            <a:ext cx="4019883" cy="15356159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1" y="14274194"/>
            <a:ext cx="3339661" cy="11646518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380040"/>
            <a:ext cx="10515600" cy="50101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6900192"/>
            <a:ext cx="10515600" cy="16446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4024653"/>
            <a:ext cx="2743200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4024653"/>
            <a:ext cx="4114800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4024653"/>
            <a:ext cx="2743200" cy="1380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0" y="3689132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5899915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5" y="6128550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1" y="2405176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0" y="3079227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39" y="1461634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0" y="6588989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184757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0" y="5200320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2" y="1172058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104992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693249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7" y="2112948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68" y="10369270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0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2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4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6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0879719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69" y="10636818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19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19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6" y="11961192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6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6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6" y="11961197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6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6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7" y="11961192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7" y="12533654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7" y="12810039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356649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14" y="25851753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908" y="25576247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4" y="5200320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588988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0" y="6866314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0" y="7143640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0" y="7420966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698291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686499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141004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08" y="7417012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693019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444098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778012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104992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444098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778012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19" y="11961197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19" y="14639148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5" y="15344527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6" y="16655844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6" y="17219821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67572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5" y="16322563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67572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675723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6" y="16691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6" y="1697041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6" y="172491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3" y="16688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3" y="169672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3" y="172459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3" y="16691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3" y="1697041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3" y="172491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6" y="16688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6" y="169672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6" y="172459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4" y="1669164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4" y="1697041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4" y="1724917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3" y="1668843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3" y="1696720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3" y="17245963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4" y="16013040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1" y="16007597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3" y="16009277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675713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675713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4" y="17786023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4" y="1753661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4" y="1781537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1" y="175334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1" y="178121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1" y="1753661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1" y="1781537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4" y="175334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4" y="178121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2" y="1753661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2" y="1781537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1" y="1753340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1" y="1781216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sp>
        <p:nvSpPr>
          <p:cNvPr id="442" name="Rounded Rectangle 441">
            <a:extLst>
              <a:ext uri="{FF2B5EF4-FFF2-40B4-BE49-F238E27FC236}">
                <a16:creationId xmlns:a16="http://schemas.microsoft.com/office/drawing/2014/main" id="{0055A443-57FF-A00D-5CB3-36C6CB6BC893}"/>
              </a:ext>
            </a:extLst>
          </p:cNvPr>
          <p:cNvSpPr/>
          <p:nvPr/>
        </p:nvSpPr>
        <p:spPr>
          <a:xfrm>
            <a:off x="988927" y="24421283"/>
            <a:ext cx="4016692" cy="1059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0070C0"/>
              </a:gs>
              <a:gs pos="19000">
                <a:srgbClr val="00BADB"/>
              </a:gs>
              <a:gs pos="62000">
                <a:srgbClr val="92D050"/>
              </a:gs>
              <a:gs pos="42000">
                <a:srgbClr val="91ED5D">
                  <a:lumMod val="75000"/>
                </a:srgbClr>
              </a:gs>
              <a:gs pos="81000">
                <a:srgbClr val="FFC31C"/>
              </a:gs>
              <a:gs pos="100000">
                <a:srgbClr val="FF5850">
                  <a:lumMod val="75000"/>
                </a:srgbClr>
              </a:gs>
            </a:gsLst>
            <a:lin ang="0" scaled="1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71437" tIns="71437" rIns="71437" bIns="71437" numCol="1" spcCol="38100" rtlCol="0" anchor="ctr">
            <a:noAutofit/>
          </a:bodyPr>
          <a:lstStyle/>
          <a:p>
            <a:pPr algn="ctr" defTabSz="821531" hangingPunct="0">
              <a:defRPr/>
            </a:pPr>
            <a:endParaRPr lang="en-US" sz="2000" kern="0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  <a:sym typeface="Arial"/>
            </a:endParaRPr>
          </a:p>
        </p:txBody>
      </p:sp>
      <p:sp>
        <p:nvSpPr>
          <p:cNvPr id="443" name="TextBox 442">
            <a:extLst>
              <a:ext uri="{FF2B5EF4-FFF2-40B4-BE49-F238E27FC236}">
                <a16:creationId xmlns:a16="http://schemas.microsoft.com/office/drawing/2014/main" id="{98DF20A8-FA33-B71E-EA3D-254A60FA30FA}"/>
              </a:ext>
            </a:extLst>
          </p:cNvPr>
          <p:cNvSpPr txBox="1"/>
          <p:nvPr/>
        </p:nvSpPr>
        <p:spPr>
          <a:xfrm>
            <a:off x="912807" y="24131098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Less Attention</a:t>
            </a:r>
          </a:p>
        </p:txBody>
      </p:sp>
      <p:sp>
        <p:nvSpPr>
          <p:cNvPr id="444" name="TextBox 443">
            <a:extLst>
              <a:ext uri="{FF2B5EF4-FFF2-40B4-BE49-F238E27FC236}">
                <a16:creationId xmlns:a16="http://schemas.microsoft.com/office/drawing/2014/main" id="{F8138763-BCA1-5525-A885-5EAEFC9DA9CD}"/>
              </a:ext>
            </a:extLst>
          </p:cNvPr>
          <p:cNvSpPr txBox="1"/>
          <p:nvPr/>
        </p:nvSpPr>
        <p:spPr>
          <a:xfrm>
            <a:off x="3941153" y="24127426"/>
            <a:ext cx="1116130" cy="255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  <a:defRPr/>
            </a:pPr>
            <a:r>
              <a:rPr lang="en-US" sz="800" b="1" spc="2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Arial" panose="020B0604020202020204" pitchFamily="34" charset="0"/>
              </a:rPr>
              <a:t>More Attention</a:t>
            </a:r>
          </a:p>
        </p:txBody>
      </p:sp>
      <p:pic>
        <p:nvPicPr>
          <p:cNvPr id="445" name="Picture 444">
            <a:extLst>
              <a:ext uri="{FF2B5EF4-FFF2-40B4-BE49-F238E27FC236}">
                <a16:creationId xmlns:a16="http://schemas.microsoft.com/office/drawing/2014/main" id="{C12DE03E-4CD2-55BC-FD98-748BB4E5E12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39285" y="19385425"/>
            <a:ext cx="2623452" cy="5386556"/>
          </a:xfrm>
          <a:prstGeom prst="rect">
            <a:avLst/>
          </a:prstGeom>
        </p:spPr>
      </p:pic>
      <p:sp>
        <p:nvSpPr>
          <p:cNvPr id="446" name="TextBox 445">
            <a:extLst>
              <a:ext uri="{FF2B5EF4-FFF2-40B4-BE49-F238E27FC236}">
                <a16:creationId xmlns:a16="http://schemas.microsoft.com/office/drawing/2014/main" id="{1CB86A34-7FC9-2D6B-C22F-294B9BFCFE56}"/>
              </a:ext>
            </a:extLst>
          </p:cNvPr>
          <p:cNvSpPr txBox="1"/>
          <p:nvPr/>
        </p:nvSpPr>
        <p:spPr>
          <a:xfrm>
            <a:off x="912811" y="21517267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47" name="Google Shape;100;p2">
            <a:extLst>
              <a:ext uri="{FF2B5EF4-FFF2-40B4-BE49-F238E27FC236}">
                <a16:creationId xmlns:a16="http://schemas.microsoft.com/office/drawing/2014/main" id="{676E6007-B641-A2A5-A519-29059B2F0D36}"/>
              </a:ext>
            </a:extLst>
          </p:cNvPr>
          <p:cNvSpPr txBox="1"/>
          <p:nvPr/>
        </p:nvSpPr>
        <p:spPr>
          <a:xfrm>
            <a:off x="1189526" y="21243951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One</a:t>
            </a:r>
          </a:p>
        </p:txBody>
      </p:sp>
      <p:pic>
        <p:nvPicPr>
          <p:cNvPr id="512" name="Picture 511">
            <a:extLst>
              <a:ext uri="{FF2B5EF4-FFF2-40B4-BE49-F238E27FC236}">
                <a16:creationId xmlns:a16="http://schemas.microsoft.com/office/drawing/2014/main" id="{0901EF8B-A973-913A-8E7E-C2B92CC826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1264155"/>
            <a:ext cx="200599" cy="200599"/>
          </a:xfrm>
          <a:prstGeom prst="rect">
            <a:avLst/>
          </a:prstGeom>
        </p:spPr>
      </p:pic>
      <p:sp>
        <p:nvSpPr>
          <p:cNvPr id="513" name="TextBox 512">
            <a:extLst>
              <a:ext uri="{FF2B5EF4-FFF2-40B4-BE49-F238E27FC236}">
                <a16:creationId xmlns:a16="http://schemas.microsoft.com/office/drawing/2014/main" id="{30601212-FEB4-B254-B241-079302435159}"/>
              </a:ext>
            </a:extLst>
          </p:cNvPr>
          <p:cNvSpPr txBox="1"/>
          <p:nvPr/>
        </p:nvSpPr>
        <p:spPr>
          <a:xfrm>
            <a:off x="912811" y="22445093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4" name="Google Shape;100;p2">
            <a:extLst>
              <a:ext uri="{FF2B5EF4-FFF2-40B4-BE49-F238E27FC236}">
                <a16:creationId xmlns:a16="http://schemas.microsoft.com/office/drawing/2014/main" id="{B39D0707-756C-0ED5-2140-2EABA14F7DF5}"/>
              </a:ext>
            </a:extLst>
          </p:cNvPr>
          <p:cNvSpPr txBox="1"/>
          <p:nvPr/>
        </p:nvSpPr>
        <p:spPr>
          <a:xfrm>
            <a:off x="1189526" y="22171368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Two</a:t>
            </a:r>
          </a:p>
        </p:txBody>
      </p:sp>
      <p:pic>
        <p:nvPicPr>
          <p:cNvPr id="515" name="Picture 514">
            <a:extLst>
              <a:ext uri="{FF2B5EF4-FFF2-40B4-BE49-F238E27FC236}">
                <a16:creationId xmlns:a16="http://schemas.microsoft.com/office/drawing/2014/main" id="{1F120D93-B2AD-C41B-4DE7-CC49046C85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2191981"/>
            <a:ext cx="200599" cy="200599"/>
          </a:xfrm>
          <a:prstGeom prst="rect">
            <a:avLst/>
          </a:prstGeom>
        </p:spPr>
      </p:pic>
      <p:sp>
        <p:nvSpPr>
          <p:cNvPr id="516" name="TextBox 515">
            <a:extLst>
              <a:ext uri="{FF2B5EF4-FFF2-40B4-BE49-F238E27FC236}">
                <a16:creationId xmlns:a16="http://schemas.microsoft.com/office/drawing/2014/main" id="{E6872C70-737A-2B76-9ADC-6F5741DF56FB}"/>
              </a:ext>
            </a:extLst>
          </p:cNvPr>
          <p:cNvSpPr txBox="1"/>
          <p:nvPr/>
        </p:nvSpPr>
        <p:spPr>
          <a:xfrm>
            <a:off x="912811" y="23380669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17" name="Google Shape;100;p2">
            <a:extLst>
              <a:ext uri="{FF2B5EF4-FFF2-40B4-BE49-F238E27FC236}">
                <a16:creationId xmlns:a16="http://schemas.microsoft.com/office/drawing/2014/main" id="{6382E177-E68F-43C2-48B8-77F292579F39}"/>
              </a:ext>
            </a:extLst>
          </p:cNvPr>
          <p:cNvSpPr txBox="1"/>
          <p:nvPr/>
        </p:nvSpPr>
        <p:spPr>
          <a:xfrm>
            <a:off x="1189526" y="23100623"/>
            <a:ext cx="22623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0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Learning Three</a:t>
            </a:r>
          </a:p>
        </p:txBody>
      </p:sp>
      <p:pic>
        <p:nvPicPr>
          <p:cNvPr id="518" name="Picture 517">
            <a:extLst>
              <a:ext uri="{FF2B5EF4-FFF2-40B4-BE49-F238E27FC236}">
                <a16:creationId xmlns:a16="http://schemas.microsoft.com/office/drawing/2014/main" id="{F79283E7-A5FC-AA42-4076-148F182F28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8931" y="23127557"/>
            <a:ext cx="200599" cy="200599"/>
          </a:xfrm>
          <a:prstGeom prst="rect">
            <a:avLst/>
          </a:prstGeom>
        </p:spPr>
      </p:pic>
      <p:sp>
        <p:nvSpPr>
          <p:cNvPr id="519" name="TextBox 518">
            <a:extLst>
              <a:ext uri="{FF2B5EF4-FFF2-40B4-BE49-F238E27FC236}">
                <a16:creationId xmlns:a16="http://schemas.microsoft.com/office/drawing/2014/main" id="{59CCF313-9901-3F41-B393-626DEC157730}"/>
              </a:ext>
            </a:extLst>
          </p:cNvPr>
          <p:cNvSpPr txBox="1"/>
          <p:nvPr/>
        </p:nvSpPr>
        <p:spPr>
          <a:xfrm>
            <a:off x="912811" y="19977911"/>
            <a:ext cx="38956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Learnings &amp; Recommendations.</a:t>
            </a:r>
          </a:p>
        </p:txBody>
      </p:sp>
      <p:pic>
        <p:nvPicPr>
          <p:cNvPr id="520" name="Picture 519">
            <a:extLst>
              <a:ext uri="{FF2B5EF4-FFF2-40B4-BE49-F238E27FC236}">
                <a16:creationId xmlns:a16="http://schemas.microsoft.com/office/drawing/2014/main" id="{1D6F7503-C4AA-08E7-E8B7-ED8CBF9DE2A1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7804" t="34429" r="10565" b="33342"/>
          <a:stretch>
            <a:fillRect/>
          </a:stretch>
        </p:blipFill>
        <p:spPr>
          <a:xfrm>
            <a:off x="1016858" y="19621166"/>
            <a:ext cx="967589" cy="1778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3202</TotalTime>
  <Words>745</Words>
  <Application>Microsoft Macintosh PowerPoint</Application>
  <PresentationFormat>Custom</PresentationFormat>
  <Paragraphs>94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Poppins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71</cp:revision>
  <dcterms:created xsi:type="dcterms:W3CDTF">2025-02-28T16:34:04Z</dcterms:created>
  <dcterms:modified xsi:type="dcterms:W3CDTF">2026-05-07T12:01:20Z</dcterms:modified>
</cp:coreProperties>
</file>