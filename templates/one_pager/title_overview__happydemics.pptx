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4479250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100" d="100"/>
          <a:sy n="100" d="100"/>
        </p:scale>
        <p:origin x="1704" y="-8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60650" y="1143000"/>
            <a:ext cx="1536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60650" y="1143000"/>
            <a:ext cx="1536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06215"/>
            <a:ext cx="9144000" cy="85224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857276"/>
            <a:ext cx="9144000" cy="591015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102824"/>
            <a:ext cx="10515600" cy="1018268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381838"/>
            <a:ext cx="10515600" cy="535483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16472"/>
            <a:ext cx="5181600" cy="155318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516472"/>
            <a:ext cx="5181600" cy="155318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03296"/>
            <a:ext cx="10515600" cy="473152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6000823"/>
            <a:ext cx="5157787" cy="2940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8941732"/>
            <a:ext cx="5157787" cy="13151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000823"/>
            <a:ext cx="5183188" cy="2940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8941732"/>
            <a:ext cx="5183188" cy="13151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31953"/>
            <a:ext cx="3932237" cy="571182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524565"/>
            <a:ext cx="6172200" cy="173961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343779"/>
            <a:ext cx="3932237" cy="136052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31953"/>
            <a:ext cx="3932237" cy="571182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524565"/>
            <a:ext cx="6172200" cy="173961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343779"/>
            <a:ext cx="3932237" cy="136052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03296"/>
            <a:ext cx="2628900" cy="2074503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03296"/>
            <a:ext cx="7734300" cy="207450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7"/>
            <a:ext cx="8231633" cy="20830346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2"/>
            <a:ext cx="4019883" cy="14502203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8" y="13480405"/>
            <a:ext cx="3339661" cy="10998855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03296"/>
            <a:ext cx="10515600" cy="4731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516472"/>
            <a:ext cx="10515600" cy="15531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2688641"/>
            <a:ext cx="27432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2688641"/>
            <a:ext cx="41148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2688641"/>
            <a:ext cx="27432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17" y="397360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5" y="618438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2" y="641302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08" y="268964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17" y="3363700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6" y="1746107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77" y="687346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469230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17" y="5484793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79" y="1456531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389465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977722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4" y="2397421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5" y="1065374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57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59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1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3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6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6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6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3" y="12245665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3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3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3" y="1224566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3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3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4" y="12245665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4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4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641122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1" y="24410303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4134797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1" y="5484793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87346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77" y="715078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77" y="7428113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77" y="770543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982764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14946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42547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5" y="7701485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97749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728571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10062485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389465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728571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10062485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6" y="1224566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6" y="1492361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2" y="15629000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3" y="169403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3" y="17504294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2" y="16607036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3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3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3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0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0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0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0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0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0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3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3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3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1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1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1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0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0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0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1" y="1629751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48" y="1629207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0" y="1629375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96018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96018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1" y="1807049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1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1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68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68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48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48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1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1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0999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0999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88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88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59" name="Picture 458">
            <a:extLst>
              <a:ext uri="{FF2B5EF4-FFF2-40B4-BE49-F238E27FC236}">
                <a16:creationId xmlns:a16="http://schemas.microsoft.com/office/drawing/2014/main" id="{2C0047DB-9916-3585-74DF-3710344A2A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981" b="23981"/>
          <a:stretch/>
        </p:blipFill>
        <p:spPr>
          <a:xfrm>
            <a:off x="779459" y="20175510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F949573E-59D8-563B-7ECA-06BC4652CD3B}"/>
              </a:ext>
            </a:extLst>
          </p:cNvPr>
          <p:cNvSpPr/>
          <p:nvPr/>
        </p:nvSpPr>
        <p:spPr>
          <a:xfrm>
            <a:off x="1136695" y="21021819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EF01B3F4-3A77-C7C3-0F0C-E9FA3FE0D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4312" y="19573978"/>
            <a:ext cx="1908894" cy="296653"/>
          </a:xfrm>
          <a:prstGeom prst="rect">
            <a:avLst/>
          </a:prstGeom>
        </p:spPr>
      </p:pic>
      <p:sp>
        <p:nvSpPr>
          <p:cNvPr id="462" name="Google Shape;114;p2">
            <a:extLst>
              <a:ext uri="{FF2B5EF4-FFF2-40B4-BE49-F238E27FC236}">
                <a16:creationId xmlns:a16="http://schemas.microsoft.com/office/drawing/2014/main" id="{7127B8CE-6C7E-CFD1-9291-489A90EF00F5}"/>
              </a:ext>
            </a:extLst>
          </p:cNvPr>
          <p:cNvSpPr txBox="1"/>
          <p:nvPr/>
        </p:nvSpPr>
        <p:spPr>
          <a:xfrm>
            <a:off x="1142154" y="20638126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463" name="Google Shape;110;p2">
            <a:extLst>
              <a:ext uri="{FF2B5EF4-FFF2-40B4-BE49-F238E27FC236}">
                <a16:creationId xmlns:a16="http://schemas.microsoft.com/office/drawing/2014/main" id="{2F667E4C-C0F5-5CA7-8AA0-8EB37DD8E804}"/>
              </a:ext>
            </a:extLst>
          </p:cNvPr>
          <p:cNvSpPr txBox="1"/>
          <p:nvPr/>
        </p:nvSpPr>
        <p:spPr>
          <a:xfrm>
            <a:off x="3468625" y="20518304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4" name="Google Shape;114;p2">
            <a:extLst>
              <a:ext uri="{FF2B5EF4-FFF2-40B4-BE49-F238E27FC236}">
                <a16:creationId xmlns:a16="http://schemas.microsoft.com/office/drawing/2014/main" id="{608462BC-E417-AEE8-0262-E663091B8A15}"/>
              </a:ext>
            </a:extLst>
          </p:cNvPr>
          <p:cNvSpPr txBox="1"/>
          <p:nvPr/>
        </p:nvSpPr>
        <p:spPr>
          <a:xfrm>
            <a:off x="1247099" y="2138593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5" name="Google Shape;100;p2">
            <a:extLst>
              <a:ext uri="{FF2B5EF4-FFF2-40B4-BE49-F238E27FC236}">
                <a16:creationId xmlns:a16="http://schemas.microsoft.com/office/drawing/2014/main" id="{42A2CBBB-6528-C092-431F-68054CE287AE}"/>
              </a:ext>
            </a:extLst>
          </p:cNvPr>
          <p:cNvSpPr txBox="1"/>
          <p:nvPr/>
        </p:nvSpPr>
        <p:spPr>
          <a:xfrm>
            <a:off x="1142154" y="20491040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466" name="Google Shape;114;p2">
            <a:extLst>
              <a:ext uri="{FF2B5EF4-FFF2-40B4-BE49-F238E27FC236}">
                <a16:creationId xmlns:a16="http://schemas.microsoft.com/office/drawing/2014/main" id="{D238CA34-3FF8-E12A-D357-C36534A2C7A1}"/>
              </a:ext>
            </a:extLst>
          </p:cNvPr>
          <p:cNvSpPr txBox="1"/>
          <p:nvPr/>
        </p:nvSpPr>
        <p:spPr>
          <a:xfrm>
            <a:off x="3596458" y="2138593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7" name="Google Shape;110;p2">
            <a:extLst>
              <a:ext uri="{FF2B5EF4-FFF2-40B4-BE49-F238E27FC236}">
                <a16:creationId xmlns:a16="http://schemas.microsoft.com/office/drawing/2014/main" id="{FCE78D29-BFD7-ECE7-F01C-ADC771016DBB}"/>
              </a:ext>
            </a:extLst>
          </p:cNvPr>
          <p:cNvSpPr txBox="1"/>
          <p:nvPr/>
        </p:nvSpPr>
        <p:spPr>
          <a:xfrm>
            <a:off x="1247099" y="2109006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8" name="Google Shape;110;p2">
            <a:extLst>
              <a:ext uri="{FF2B5EF4-FFF2-40B4-BE49-F238E27FC236}">
                <a16:creationId xmlns:a16="http://schemas.microsoft.com/office/drawing/2014/main" id="{DBFA4B24-4D17-6870-1789-9736D75A2627}"/>
              </a:ext>
            </a:extLst>
          </p:cNvPr>
          <p:cNvSpPr txBox="1"/>
          <p:nvPr/>
        </p:nvSpPr>
        <p:spPr>
          <a:xfrm>
            <a:off x="3596458" y="2108962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BB29AA2A-4DE6-F2D7-C0BD-18C78086A87C}"/>
              </a:ext>
            </a:extLst>
          </p:cNvPr>
          <p:cNvSpPr/>
          <p:nvPr/>
        </p:nvSpPr>
        <p:spPr>
          <a:xfrm>
            <a:off x="6418724" y="2101658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Google Shape;114;p2">
            <a:extLst>
              <a:ext uri="{FF2B5EF4-FFF2-40B4-BE49-F238E27FC236}">
                <a16:creationId xmlns:a16="http://schemas.microsoft.com/office/drawing/2014/main" id="{D2C82170-63C0-729E-0146-91336D027C87}"/>
              </a:ext>
            </a:extLst>
          </p:cNvPr>
          <p:cNvSpPr txBox="1"/>
          <p:nvPr/>
        </p:nvSpPr>
        <p:spPr>
          <a:xfrm>
            <a:off x="6424183" y="20632889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471" name="Google Shape;110;p2">
            <a:extLst>
              <a:ext uri="{FF2B5EF4-FFF2-40B4-BE49-F238E27FC236}">
                <a16:creationId xmlns:a16="http://schemas.microsoft.com/office/drawing/2014/main" id="{110FEA35-36ED-FEFA-F9FF-6314724AF168}"/>
              </a:ext>
            </a:extLst>
          </p:cNvPr>
          <p:cNvSpPr txBox="1"/>
          <p:nvPr/>
        </p:nvSpPr>
        <p:spPr>
          <a:xfrm>
            <a:off x="8750654" y="20513067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72" name="Google Shape;114;p2">
            <a:extLst>
              <a:ext uri="{FF2B5EF4-FFF2-40B4-BE49-F238E27FC236}">
                <a16:creationId xmlns:a16="http://schemas.microsoft.com/office/drawing/2014/main" id="{52F32FC5-9F0D-8CB0-9CFA-D97D9AC5C38F}"/>
              </a:ext>
            </a:extLst>
          </p:cNvPr>
          <p:cNvSpPr txBox="1"/>
          <p:nvPr/>
        </p:nvSpPr>
        <p:spPr>
          <a:xfrm>
            <a:off x="6529128" y="2138069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3" name="Google Shape;100;p2">
            <a:extLst>
              <a:ext uri="{FF2B5EF4-FFF2-40B4-BE49-F238E27FC236}">
                <a16:creationId xmlns:a16="http://schemas.microsoft.com/office/drawing/2014/main" id="{7778CAC6-31E0-9E3E-C5A9-89B9F00BDFB1}"/>
              </a:ext>
            </a:extLst>
          </p:cNvPr>
          <p:cNvSpPr txBox="1"/>
          <p:nvPr/>
        </p:nvSpPr>
        <p:spPr>
          <a:xfrm>
            <a:off x="6424183" y="20485803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74" name="Google Shape;114;p2">
            <a:extLst>
              <a:ext uri="{FF2B5EF4-FFF2-40B4-BE49-F238E27FC236}">
                <a16:creationId xmlns:a16="http://schemas.microsoft.com/office/drawing/2014/main" id="{89C8446D-440C-A4AC-607C-E6B080F32E06}"/>
              </a:ext>
            </a:extLst>
          </p:cNvPr>
          <p:cNvSpPr txBox="1"/>
          <p:nvPr/>
        </p:nvSpPr>
        <p:spPr>
          <a:xfrm>
            <a:off x="8878487" y="2138069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5" name="Google Shape;110;p2">
            <a:extLst>
              <a:ext uri="{FF2B5EF4-FFF2-40B4-BE49-F238E27FC236}">
                <a16:creationId xmlns:a16="http://schemas.microsoft.com/office/drawing/2014/main" id="{9B0180D3-5FA4-5D21-70C6-24A7822D2540}"/>
              </a:ext>
            </a:extLst>
          </p:cNvPr>
          <p:cNvSpPr txBox="1"/>
          <p:nvPr/>
        </p:nvSpPr>
        <p:spPr>
          <a:xfrm>
            <a:off x="6529128" y="21084830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2" name="Google Shape;110;p2">
            <a:extLst>
              <a:ext uri="{FF2B5EF4-FFF2-40B4-BE49-F238E27FC236}">
                <a16:creationId xmlns:a16="http://schemas.microsoft.com/office/drawing/2014/main" id="{F8F80D44-3152-A16C-5F90-AF32FA4A22C4}"/>
              </a:ext>
            </a:extLst>
          </p:cNvPr>
          <p:cNvSpPr txBox="1"/>
          <p:nvPr/>
        </p:nvSpPr>
        <p:spPr>
          <a:xfrm>
            <a:off x="8878487" y="2108438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F4A69E96-1446-081D-E6AD-EB5DEF04754E}"/>
              </a:ext>
            </a:extLst>
          </p:cNvPr>
          <p:cNvSpPr/>
          <p:nvPr/>
        </p:nvSpPr>
        <p:spPr>
          <a:xfrm>
            <a:off x="1136695" y="22362104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Google Shape;114;p2">
            <a:extLst>
              <a:ext uri="{FF2B5EF4-FFF2-40B4-BE49-F238E27FC236}">
                <a16:creationId xmlns:a16="http://schemas.microsoft.com/office/drawing/2014/main" id="{B9DE340D-424B-0983-8C6A-5171D2166001}"/>
              </a:ext>
            </a:extLst>
          </p:cNvPr>
          <p:cNvSpPr txBox="1"/>
          <p:nvPr/>
        </p:nvSpPr>
        <p:spPr>
          <a:xfrm>
            <a:off x="1142154" y="2197841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495" name="Google Shape;110;p2">
            <a:extLst>
              <a:ext uri="{FF2B5EF4-FFF2-40B4-BE49-F238E27FC236}">
                <a16:creationId xmlns:a16="http://schemas.microsoft.com/office/drawing/2014/main" id="{1CD4E703-D7B7-6559-ECA0-BE363220E2F7}"/>
              </a:ext>
            </a:extLst>
          </p:cNvPr>
          <p:cNvSpPr txBox="1"/>
          <p:nvPr/>
        </p:nvSpPr>
        <p:spPr>
          <a:xfrm>
            <a:off x="3468625" y="21858589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6" name="Google Shape;114;p2">
            <a:extLst>
              <a:ext uri="{FF2B5EF4-FFF2-40B4-BE49-F238E27FC236}">
                <a16:creationId xmlns:a16="http://schemas.microsoft.com/office/drawing/2014/main" id="{ECB14FDD-682E-7FAE-9886-3DB982A0FD53}"/>
              </a:ext>
            </a:extLst>
          </p:cNvPr>
          <p:cNvSpPr txBox="1"/>
          <p:nvPr/>
        </p:nvSpPr>
        <p:spPr>
          <a:xfrm>
            <a:off x="1247099" y="2272621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7" name="Google Shape;100;p2">
            <a:extLst>
              <a:ext uri="{FF2B5EF4-FFF2-40B4-BE49-F238E27FC236}">
                <a16:creationId xmlns:a16="http://schemas.microsoft.com/office/drawing/2014/main" id="{5D00244C-E4EF-49EB-1F37-953145174078}"/>
              </a:ext>
            </a:extLst>
          </p:cNvPr>
          <p:cNvSpPr txBox="1"/>
          <p:nvPr/>
        </p:nvSpPr>
        <p:spPr>
          <a:xfrm>
            <a:off x="1142154" y="21831325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98" name="Google Shape;114;p2">
            <a:extLst>
              <a:ext uri="{FF2B5EF4-FFF2-40B4-BE49-F238E27FC236}">
                <a16:creationId xmlns:a16="http://schemas.microsoft.com/office/drawing/2014/main" id="{11DB8F75-152B-F9F5-CD6E-71CA807A28BD}"/>
              </a:ext>
            </a:extLst>
          </p:cNvPr>
          <p:cNvSpPr txBox="1"/>
          <p:nvPr/>
        </p:nvSpPr>
        <p:spPr>
          <a:xfrm>
            <a:off x="3596458" y="2272621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9" name="Google Shape;110;p2">
            <a:extLst>
              <a:ext uri="{FF2B5EF4-FFF2-40B4-BE49-F238E27FC236}">
                <a16:creationId xmlns:a16="http://schemas.microsoft.com/office/drawing/2014/main" id="{9FF622D7-05E2-47EA-248A-889F934E8BFE}"/>
              </a:ext>
            </a:extLst>
          </p:cNvPr>
          <p:cNvSpPr txBox="1"/>
          <p:nvPr/>
        </p:nvSpPr>
        <p:spPr>
          <a:xfrm>
            <a:off x="1247099" y="22430352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0" name="Google Shape;110;p2">
            <a:extLst>
              <a:ext uri="{FF2B5EF4-FFF2-40B4-BE49-F238E27FC236}">
                <a16:creationId xmlns:a16="http://schemas.microsoft.com/office/drawing/2014/main" id="{3934052F-452D-2EC8-3950-249054783895}"/>
              </a:ext>
            </a:extLst>
          </p:cNvPr>
          <p:cNvSpPr txBox="1"/>
          <p:nvPr/>
        </p:nvSpPr>
        <p:spPr>
          <a:xfrm>
            <a:off x="3596458" y="2242990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1" name="Rounded Rectangle 500">
            <a:extLst>
              <a:ext uri="{FF2B5EF4-FFF2-40B4-BE49-F238E27FC236}">
                <a16:creationId xmlns:a16="http://schemas.microsoft.com/office/drawing/2014/main" id="{FB9D3F5A-0DAE-54B3-FD24-070D2521C815}"/>
              </a:ext>
            </a:extLst>
          </p:cNvPr>
          <p:cNvSpPr/>
          <p:nvPr/>
        </p:nvSpPr>
        <p:spPr>
          <a:xfrm>
            <a:off x="6418724" y="22356867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Google Shape;114;p2">
            <a:extLst>
              <a:ext uri="{FF2B5EF4-FFF2-40B4-BE49-F238E27FC236}">
                <a16:creationId xmlns:a16="http://schemas.microsoft.com/office/drawing/2014/main" id="{D7A55606-E8C4-30DE-0FC2-BD2116F44566}"/>
              </a:ext>
            </a:extLst>
          </p:cNvPr>
          <p:cNvSpPr txBox="1"/>
          <p:nvPr/>
        </p:nvSpPr>
        <p:spPr>
          <a:xfrm>
            <a:off x="6424183" y="21973174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503" name="Google Shape;110;p2">
            <a:extLst>
              <a:ext uri="{FF2B5EF4-FFF2-40B4-BE49-F238E27FC236}">
                <a16:creationId xmlns:a16="http://schemas.microsoft.com/office/drawing/2014/main" id="{D68F27B8-7756-3714-3E4C-38B77574065C}"/>
              </a:ext>
            </a:extLst>
          </p:cNvPr>
          <p:cNvSpPr txBox="1"/>
          <p:nvPr/>
        </p:nvSpPr>
        <p:spPr>
          <a:xfrm>
            <a:off x="8750654" y="21853352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4" name="Google Shape;114;p2">
            <a:extLst>
              <a:ext uri="{FF2B5EF4-FFF2-40B4-BE49-F238E27FC236}">
                <a16:creationId xmlns:a16="http://schemas.microsoft.com/office/drawing/2014/main" id="{9EABB3A4-F2C3-A748-BA58-2E1BA1B69257}"/>
              </a:ext>
            </a:extLst>
          </p:cNvPr>
          <p:cNvSpPr txBox="1"/>
          <p:nvPr/>
        </p:nvSpPr>
        <p:spPr>
          <a:xfrm>
            <a:off x="6529128" y="2272097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5" name="Google Shape;100;p2">
            <a:extLst>
              <a:ext uri="{FF2B5EF4-FFF2-40B4-BE49-F238E27FC236}">
                <a16:creationId xmlns:a16="http://schemas.microsoft.com/office/drawing/2014/main" id="{66FBE0BA-73BD-092E-B448-34F9DD6A13C3}"/>
              </a:ext>
            </a:extLst>
          </p:cNvPr>
          <p:cNvSpPr txBox="1"/>
          <p:nvPr/>
        </p:nvSpPr>
        <p:spPr>
          <a:xfrm>
            <a:off x="6424183" y="21826088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506" name="Google Shape;114;p2">
            <a:extLst>
              <a:ext uri="{FF2B5EF4-FFF2-40B4-BE49-F238E27FC236}">
                <a16:creationId xmlns:a16="http://schemas.microsoft.com/office/drawing/2014/main" id="{EA661554-B814-3906-4CA0-DF958000D02E}"/>
              </a:ext>
            </a:extLst>
          </p:cNvPr>
          <p:cNvSpPr txBox="1"/>
          <p:nvPr/>
        </p:nvSpPr>
        <p:spPr>
          <a:xfrm>
            <a:off x="8878487" y="2272097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7" name="Google Shape;110;p2">
            <a:extLst>
              <a:ext uri="{FF2B5EF4-FFF2-40B4-BE49-F238E27FC236}">
                <a16:creationId xmlns:a16="http://schemas.microsoft.com/office/drawing/2014/main" id="{3CFDFE83-2A89-DAF8-B017-213EDDB52210}"/>
              </a:ext>
            </a:extLst>
          </p:cNvPr>
          <p:cNvSpPr txBox="1"/>
          <p:nvPr/>
        </p:nvSpPr>
        <p:spPr>
          <a:xfrm>
            <a:off x="6529128" y="22425115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8" name="Google Shape;110;p2">
            <a:extLst>
              <a:ext uri="{FF2B5EF4-FFF2-40B4-BE49-F238E27FC236}">
                <a16:creationId xmlns:a16="http://schemas.microsoft.com/office/drawing/2014/main" id="{625C676E-13BB-E4C9-A8CA-6CA9A0D675A3}"/>
              </a:ext>
            </a:extLst>
          </p:cNvPr>
          <p:cNvSpPr txBox="1"/>
          <p:nvPr/>
        </p:nvSpPr>
        <p:spPr>
          <a:xfrm>
            <a:off x="8878487" y="22424672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CAA0AB6F-0889-8AB1-2A98-6B513A4722CE}"/>
              </a:ext>
            </a:extLst>
          </p:cNvPr>
          <p:cNvSpPr txBox="1"/>
          <p:nvPr/>
        </p:nvSpPr>
        <p:spPr>
          <a:xfrm>
            <a:off x="912807" y="19373503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3199</TotalTime>
  <Words>674</Words>
  <Application>Microsoft Macintosh PowerPoint</Application>
  <PresentationFormat>Custom</PresentationFormat>
  <Paragraphs>114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69</cp:revision>
  <dcterms:created xsi:type="dcterms:W3CDTF">2025-02-28T16:34:04Z</dcterms:created>
  <dcterms:modified xsi:type="dcterms:W3CDTF">2026-05-07T11:58:21Z</dcterms:modified>
</cp:coreProperties>
</file>