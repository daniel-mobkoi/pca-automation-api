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6" r:id="rId1"/>
  </p:sldMasterIdLst>
  <p:notesMasterIdLst>
    <p:notesMasterId r:id="rId3"/>
  </p:notesMasterIdLst>
  <p:sldIdLst>
    <p:sldId id="257" r:id="rId2"/>
  </p:sldIdLst>
  <p:sldSz cx="12192000" cy="25199975"/>
  <p:notesSz cx="6858000" cy="9144000"/>
  <p:embeddedFontLst>
    <p:embeddedFont>
      <p:font typeface="Inter" panose="02000503000000020004" pitchFamily="2" charset="0"/>
      <p:regular r:id="rId4"/>
      <p:bold r:id="rId4"/>
      <p:italic r:id="rId5"/>
      <p:boldItalic r:id="rId5"/>
    </p:embeddedFont>
    <p:embeddedFont>
      <p:font typeface="Inter Medium" panose="02000503000000020004" pitchFamily="2" charset="0"/>
      <p:regular r:id="rId6"/>
      <p:italic r:id="rId7"/>
    </p:embeddedFont>
    <p:embeddedFont>
      <p:font typeface="Inter SemiBold" panose="02000503000000020004" pitchFamily="2" charset="0"/>
      <p:regular r:id="rId5"/>
      <p:bold r:id="rId5"/>
      <p:italic r:id="rId5"/>
      <p:boldItalic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3FF"/>
    <a:srgbClr val="EDF1FA"/>
    <a:srgbClr val="F4AD58"/>
    <a:srgbClr val="7E47F6"/>
    <a:srgbClr val="FFFFFF"/>
    <a:srgbClr val="99DFFC"/>
    <a:srgbClr val="FFC09B"/>
    <a:srgbClr val="743DD5"/>
    <a:srgbClr val="F59AC1"/>
    <a:srgbClr val="C1A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72"/>
    <p:restoredTop sz="96846"/>
  </p:normalViewPr>
  <p:slideViewPr>
    <p:cSldViewPr snapToGrid="0">
      <p:cViewPr>
        <p:scale>
          <a:sx n="70" d="100"/>
          <a:sy n="70" d="100"/>
        </p:scale>
        <p:origin x="288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87F88-BEAB-6644-B915-00A943FB8A4E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82875" y="1143000"/>
            <a:ext cx="14922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D7DA0-5E00-7349-828C-9EC62B178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82875" y="1143000"/>
            <a:ext cx="14922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124167"/>
            <a:ext cx="9144000" cy="87733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3235823"/>
            <a:ext cx="9144000" cy="608416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5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8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6282506"/>
            <a:ext cx="10515600" cy="1048248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6864157"/>
            <a:ext cx="10515600" cy="551249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6708332"/>
            <a:ext cx="5181600" cy="1598915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6708332"/>
            <a:ext cx="5181600" cy="1598915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6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341668"/>
            <a:ext cx="10515600" cy="487083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6177501"/>
            <a:ext cx="5157787" cy="30274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9204998"/>
            <a:ext cx="5157787" cy="135391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6177501"/>
            <a:ext cx="5183188" cy="30274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9204998"/>
            <a:ext cx="5183188" cy="135391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0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7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680001"/>
            <a:ext cx="3932237" cy="587999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3628336"/>
            <a:ext cx="6172200" cy="1790831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7559997"/>
            <a:ext cx="3932237" cy="1400582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680001"/>
            <a:ext cx="3932237" cy="587999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3628336"/>
            <a:ext cx="6172200" cy="17908316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7559997"/>
            <a:ext cx="3932237" cy="1400582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4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2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341669"/>
            <a:ext cx="2628900" cy="2135581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341669"/>
            <a:ext cx="7734300" cy="2135581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2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2668694" y="7"/>
            <a:ext cx="8231633" cy="21443639"/>
          </a:xfrm>
          <a:custGeom>
            <a:avLst/>
            <a:gdLst>
              <a:gd name="connsiteX0" fmla="*/ 0 w 8231633"/>
              <a:gd name="connsiteY0" fmla="*/ 0 h 5835739"/>
              <a:gd name="connsiteX1" fmla="*/ 4791789 w 8231633"/>
              <a:gd name="connsiteY1" fmla="*/ 0 h 5835739"/>
              <a:gd name="connsiteX2" fmla="*/ 8231633 w 8231633"/>
              <a:gd name="connsiteY2" fmla="*/ 3439845 h 5835739"/>
              <a:gd name="connsiteX3" fmla="*/ 5835739 w 8231633"/>
              <a:gd name="connsiteY3" fmla="*/ 5835739 h 583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1633" h="5835739">
                <a:moveTo>
                  <a:pt x="0" y="0"/>
                </a:moveTo>
                <a:lnTo>
                  <a:pt x="4791789" y="0"/>
                </a:lnTo>
                <a:lnTo>
                  <a:pt x="8231633" y="3439845"/>
                </a:lnTo>
                <a:lnTo>
                  <a:pt x="5835739" y="5835739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8172123" y="3"/>
            <a:ext cx="4019883" cy="14929181"/>
          </a:xfrm>
          <a:custGeom>
            <a:avLst/>
            <a:gdLst>
              <a:gd name="connsiteX0" fmla="*/ 4019882 w 4019883"/>
              <a:gd name="connsiteY0" fmla="*/ 2818042 h 4062873"/>
              <a:gd name="connsiteX1" fmla="*/ 4019882 w 4019883"/>
              <a:gd name="connsiteY1" fmla="*/ 4062873 h 4062873"/>
              <a:gd name="connsiteX2" fmla="*/ 3397466 w 4019883"/>
              <a:gd name="connsiteY2" fmla="*/ 3440458 h 4062873"/>
              <a:gd name="connsiteX3" fmla="*/ 0 w 4019883"/>
              <a:gd name="connsiteY3" fmla="*/ 0 h 4062873"/>
              <a:gd name="connsiteX4" fmla="*/ 4019883 w 4019883"/>
              <a:gd name="connsiteY4" fmla="*/ 0 h 4062873"/>
              <a:gd name="connsiteX5" fmla="*/ 4019883 w 4019883"/>
              <a:gd name="connsiteY5" fmla="*/ 2131129 h 4062873"/>
              <a:gd name="connsiteX6" fmla="*/ 3075506 w 4019883"/>
              <a:gd name="connsiteY6" fmla="*/ 3075506 h 406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9883" h="4062873">
                <a:moveTo>
                  <a:pt x="4019882" y="2818042"/>
                </a:moveTo>
                <a:lnTo>
                  <a:pt x="4019882" y="4062873"/>
                </a:lnTo>
                <a:lnTo>
                  <a:pt x="3397466" y="3440458"/>
                </a:lnTo>
                <a:close/>
                <a:moveTo>
                  <a:pt x="0" y="0"/>
                </a:moveTo>
                <a:lnTo>
                  <a:pt x="4019883" y="0"/>
                </a:lnTo>
                <a:lnTo>
                  <a:pt x="4019883" y="2131129"/>
                </a:lnTo>
                <a:lnTo>
                  <a:pt x="3075506" y="3075506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 hasCustomPrompt="1"/>
          </p:nvPr>
        </p:nvSpPr>
        <p:spPr>
          <a:xfrm>
            <a:off x="8852360" y="13877299"/>
            <a:ext cx="3339661" cy="11322687"/>
          </a:xfrm>
          <a:custGeom>
            <a:avLst/>
            <a:gdLst>
              <a:gd name="connsiteX0" fmla="*/ 2395894 w 3339661"/>
              <a:gd name="connsiteY0" fmla="*/ 0 h 3081391"/>
              <a:gd name="connsiteX1" fmla="*/ 3339661 w 3339661"/>
              <a:gd name="connsiteY1" fmla="*/ 943767 h 3081391"/>
              <a:gd name="connsiteX2" fmla="*/ 3339661 w 3339661"/>
              <a:gd name="connsiteY2" fmla="*/ 3081391 h 3081391"/>
              <a:gd name="connsiteX3" fmla="*/ 685497 w 3339661"/>
              <a:gd name="connsiteY3" fmla="*/ 3081391 h 3081391"/>
              <a:gd name="connsiteX4" fmla="*/ 0 w 3339661"/>
              <a:gd name="connsiteY4" fmla="*/ 2395894 h 3081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9661" h="3081391">
                <a:moveTo>
                  <a:pt x="2395894" y="0"/>
                </a:moveTo>
                <a:lnTo>
                  <a:pt x="3339661" y="943767"/>
                </a:lnTo>
                <a:lnTo>
                  <a:pt x="3339661" y="3081391"/>
                </a:lnTo>
                <a:lnTo>
                  <a:pt x="685497" y="3081391"/>
                </a:lnTo>
                <a:lnTo>
                  <a:pt x="0" y="2395894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</p:spTree>
    <p:extLst>
      <p:ext uri="{BB962C8B-B14F-4D97-AF65-F5344CB8AC3E}">
        <p14:creationId xmlns:p14="http://schemas.microsoft.com/office/powerpoint/2010/main" val="420667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341668"/>
            <a:ext cx="10515600" cy="4870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6708332"/>
            <a:ext cx="10515600" cy="159891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3356647"/>
            <a:ext cx="2743200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3356647"/>
            <a:ext cx="4114800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3356647"/>
            <a:ext cx="2743200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1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extBox 391">
            <a:extLst>
              <a:ext uri="{FF2B5EF4-FFF2-40B4-BE49-F238E27FC236}">
                <a16:creationId xmlns:a16="http://schemas.microsoft.com/office/drawing/2014/main" id="{C2B10E42-81CF-2FCE-5172-2501A90F46FB}"/>
              </a:ext>
            </a:extLst>
          </p:cNvPr>
          <p:cNvSpPr txBox="1"/>
          <p:nvPr/>
        </p:nvSpPr>
        <p:spPr>
          <a:xfrm>
            <a:off x="912819" y="4038128"/>
            <a:ext cx="6045777" cy="275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{{EXEC_SUMMARY}}</a:t>
            </a:r>
          </a:p>
        </p:txBody>
      </p:sp>
      <p:pic>
        <p:nvPicPr>
          <p:cNvPr id="393" name="Picture 392">
            <a:extLst>
              <a:ext uri="{FF2B5EF4-FFF2-40B4-BE49-F238E27FC236}">
                <a16:creationId xmlns:a16="http://schemas.microsoft.com/office/drawing/2014/main" id="{C6F735C1-8933-D108-8DF1-3FD33BA3B6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67" y="6248911"/>
            <a:ext cx="10632989" cy="2419731"/>
          </a:xfrm>
          <a:custGeom>
            <a:avLst/>
            <a:gdLst>
              <a:gd name="csX0" fmla="*/ 181286 w 10632989"/>
              <a:gd name="csY0" fmla="*/ 0 h 2419731"/>
              <a:gd name="csX1" fmla="*/ 7479094 w 10632989"/>
              <a:gd name="csY1" fmla="*/ 0 h 2419731"/>
              <a:gd name="csX2" fmla="*/ 7479094 w 10632989"/>
              <a:gd name="csY2" fmla="*/ 1293802 h 2419731"/>
              <a:gd name="csX3" fmla="*/ 7817666 w 10632989"/>
              <a:gd name="csY3" fmla="*/ 1632374 h 2419731"/>
              <a:gd name="csX4" fmla="*/ 9618546 w 10632989"/>
              <a:gd name="csY4" fmla="*/ 1632374 h 2419731"/>
              <a:gd name="csX5" fmla="*/ 9957118 w 10632989"/>
              <a:gd name="csY5" fmla="*/ 1293802 h 2419731"/>
              <a:gd name="csX6" fmla="*/ 9957118 w 10632989"/>
              <a:gd name="csY6" fmla="*/ 0 h 2419731"/>
              <a:gd name="csX7" fmla="*/ 10451703 w 10632989"/>
              <a:gd name="csY7" fmla="*/ 0 h 2419731"/>
              <a:gd name="csX8" fmla="*/ 10632989 w 10632989"/>
              <a:gd name="csY8" fmla="*/ 181286 h 2419731"/>
              <a:gd name="csX9" fmla="*/ 10632989 w 10632989"/>
              <a:gd name="csY9" fmla="*/ 2238445 h 2419731"/>
              <a:gd name="csX10" fmla="*/ 10451703 w 10632989"/>
              <a:gd name="csY10" fmla="*/ 2419731 h 2419731"/>
              <a:gd name="csX11" fmla="*/ 181286 w 10632989"/>
              <a:gd name="csY11" fmla="*/ 2419731 h 2419731"/>
              <a:gd name="csX12" fmla="*/ 0 w 10632989"/>
              <a:gd name="csY12" fmla="*/ 2238445 h 2419731"/>
              <a:gd name="csX13" fmla="*/ 0 w 10632989"/>
              <a:gd name="csY13" fmla="*/ 181286 h 2419731"/>
              <a:gd name="csX14" fmla="*/ 181286 w 10632989"/>
              <a:gd name="csY14" fmla="*/ 0 h 2419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0632989" h="2419731">
                <a:moveTo>
                  <a:pt x="181286" y="0"/>
                </a:moveTo>
                <a:lnTo>
                  <a:pt x="7479094" y="0"/>
                </a:lnTo>
                <a:lnTo>
                  <a:pt x="7479094" y="1293802"/>
                </a:lnTo>
                <a:cubicBezTo>
                  <a:pt x="7479094" y="1480790"/>
                  <a:pt x="7630678" y="1632374"/>
                  <a:pt x="7817666" y="1632374"/>
                </a:cubicBezTo>
                <a:lnTo>
                  <a:pt x="9618546" y="1632374"/>
                </a:lnTo>
                <a:cubicBezTo>
                  <a:pt x="9805534" y="1632374"/>
                  <a:pt x="9957118" y="1480790"/>
                  <a:pt x="9957118" y="1293802"/>
                </a:cubicBezTo>
                <a:lnTo>
                  <a:pt x="9957118" y="0"/>
                </a:lnTo>
                <a:lnTo>
                  <a:pt x="10451703" y="0"/>
                </a:lnTo>
                <a:cubicBezTo>
                  <a:pt x="10551824" y="0"/>
                  <a:pt x="10632989" y="81165"/>
                  <a:pt x="10632989" y="181286"/>
                </a:cubicBezTo>
                <a:lnTo>
                  <a:pt x="10632989" y="2238445"/>
                </a:lnTo>
                <a:cubicBezTo>
                  <a:pt x="10632989" y="2338566"/>
                  <a:pt x="10551824" y="2419731"/>
                  <a:pt x="10451703" y="2419731"/>
                </a:cubicBezTo>
                <a:lnTo>
                  <a:pt x="181286" y="2419731"/>
                </a:lnTo>
                <a:cubicBezTo>
                  <a:pt x="81165" y="2419731"/>
                  <a:pt x="0" y="2338566"/>
                  <a:pt x="0" y="2238445"/>
                </a:cubicBezTo>
                <a:lnTo>
                  <a:pt x="0" y="181286"/>
                </a:lnTo>
                <a:cubicBezTo>
                  <a:pt x="0" y="81165"/>
                  <a:pt x="81165" y="0"/>
                  <a:pt x="181286" y="0"/>
                </a:cubicBezTo>
                <a:close/>
              </a:path>
            </a:pathLst>
          </a:custGeom>
        </p:spPr>
      </p:pic>
      <p:pic>
        <p:nvPicPr>
          <p:cNvPr id="394" name="Picture 2">
            <a:extLst>
              <a:ext uri="{FF2B5EF4-FFF2-40B4-BE49-F238E27FC236}">
                <a16:creationId xmlns:a16="http://schemas.microsoft.com/office/drawing/2014/main" id="{C576E943-4F78-5274-911C-F8147F006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1036324" y="6477546"/>
            <a:ext cx="1962463" cy="1962463"/>
          </a:xfrm>
          <a:prstGeom prst="roundRect">
            <a:avLst>
              <a:gd name="adj" fmla="val 472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5" name="TextBox 394">
            <a:extLst>
              <a:ext uri="{FF2B5EF4-FFF2-40B4-BE49-F238E27FC236}">
                <a16:creationId xmlns:a16="http://schemas.microsoft.com/office/drawing/2014/main" id="{76E3DA24-7D65-1C16-0181-88AC926CD9B1}"/>
              </a:ext>
            </a:extLst>
          </p:cNvPr>
          <p:cNvSpPr txBox="1"/>
          <p:nvPr/>
        </p:nvSpPr>
        <p:spPr>
          <a:xfrm>
            <a:off x="912810" y="2754172"/>
            <a:ext cx="6760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11910A78-D85B-12CA-3880-C8CE7420C473}"/>
              </a:ext>
            </a:extLst>
          </p:cNvPr>
          <p:cNvSpPr txBox="1"/>
          <p:nvPr/>
        </p:nvSpPr>
        <p:spPr>
          <a:xfrm>
            <a:off x="912819" y="3428224"/>
            <a:ext cx="4168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PCA Reporting Results</a:t>
            </a:r>
          </a:p>
        </p:txBody>
      </p:sp>
      <p:pic>
        <p:nvPicPr>
          <p:cNvPr id="397" name="Picture 396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4CFFE30C-D67D-F046-80E8-F97EA2A021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5405" b="12112"/>
          <a:stretch>
            <a:fillRect/>
          </a:stretch>
        </p:blipFill>
        <p:spPr>
          <a:xfrm>
            <a:off x="6803138" y="1810631"/>
            <a:ext cx="5388871" cy="6858000"/>
          </a:xfrm>
          <a:prstGeom prst="rect">
            <a:avLst/>
          </a:prstGeom>
        </p:spPr>
      </p:pic>
      <p:sp>
        <p:nvSpPr>
          <p:cNvPr id="398" name="TextBox 397">
            <a:extLst>
              <a:ext uri="{FF2B5EF4-FFF2-40B4-BE49-F238E27FC236}">
                <a16:creationId xmlns:a16="http://schemas.microsoft.com/office/drawing/2014/main" id="{F0B1782E-7AEC-0AF9-44F5-91998EDD9FB5}"/>
              </a:ext>
            </a:extLst>
          </p:cNvPr>
          <p:cNvSpPr txBox="1"/>
          <p:nvPr/>
        </p:nvSpPr>
        <p:spPr>
          <a:xfrm>
            <a:off x="3272079" y="6937986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Client: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99" name="Google Shape;100;p2">
            <a:extLst>
              <a:ext uri="{FF2B5EF4-FFF2-40B4-BE49-F238E27FC236}">
                <a16:creationId xmlns:a16="http://schemas.microsoft.com/office/drawing/2014/main" id="{253A304F-D04D-4DF4-578A-7B7BD8A6F236}"/>
              </a:ext>
            </a:extLst>
          </p:cNvPr>
          <p:cNvSpPr txBox="1"/>
          <p:nvPr/>
        </p:nvSpPr>
        <p:spPr>
          <a:xfrm>
            <a:off x="3268344" y="6533754"/>
            <a:ext cx="226232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Details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53EE3C85-ADD2-E430-2C0F-5A1FBA457ADE}"/>
              </a:ext>
            </a:extLst>
          </p:cNvPr>
          <p:cNvSpPr txBox="1"/>
          <p:nvPr/>
        </p:nvSpPr>
        <p:spPr>
          <a:xfrm>
            <a:off x="912819" y="5549317"/>
            <a:ext cx="6357491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Creative Formats:</a:t>
            </a:r>
            <a:endParaRPr lang="en-GB" sz="900" b="1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401" name="Graphic 400">
            <a:extLst>
              <a:ext uri="{FF2B5EF4-FFF2-40B4-BE49-F238E27FC236}">
                <a16:creationId xmlns:a16="http://schemas.microsoft.com/office/drawing/2014/main" id="{E5740DFC-C20D-288E-0FF8-B1B9B90275B7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981" y="1521055"/>
            <a:ext cx="1758433" cy="289576"/>
          </a:xfrm>
          <a:prstGeom prst="rect">
            <a:avLst/>
          </a:prstGeom>
        </p:spPr>
      </p:pic>
      <p:sp>
        <p:nvSpPr>
          <p:cNvPr id="402" name="TextBox 401">
            <a:extLst>
              <a:ext uri="{FF2B5EF4-FFF2-40B4-BE49-F238E27FC236}">
                <a16:creationId xmlns:a16="http://schemas.microsoft.com/office/drawing/2014/main" id="{A074AAAA-7284-C7F1-4339-C16203B60E59}"/>
              </a:ext>
            </a:extLst>
          </p:cNvPr>
          <p:cNvSpPr txBox="1"/>
          <p:nvPr/>
        </p:nvSpPr>
        <p:spPr>
          <a:xfrm>
            <a:off x="912806" y="9453989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Overview: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03" name="Google Shape;100;p2">
            <a:extLst>
              <a:ext uri="{FF2B5EF4-FFF2-40B4-BE49-F238E27FC236}">
                <a16:creationId xmlns:a16="http://schemas.microsoft.com/office/drawing/2014/main" id="{AEA17BD8-97B7-E935-ED5E-174302307367}"/>
              </a:ext>
            </a:extLst>
          </p:cNvPr>
          <p:cNvSpPr txBox="1"/>
          <p:nvPr/>
        </p:nvSpPr>
        <p:spPr>
          <a:xfrm>
            <a:off x="912807" y="9042246"/>
            <a:ext cx="292972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Objectives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6E0D167D-EF1D-4C88-B6B2-93E929F5AB8F}"/>
              </a:ext>
            </a:extLst>
          </p:cNvPr>
          <p:cNvSpPr txBox="1"/>
          <p:nvPr/>
        </p:nvSpPr>
        <p:spPr>
          <a:xfrm>
            <a:off x="912816" y="2461945"/>
            <a:ext cx="41685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spc="60" dirty="0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{{CAMPAIGN_PERIOD}}</a:t>
            </a:r>
          </a:p>
        </p:txBody>
      </p:sp>
      <p:pic>
        <p:nvPicPr>
          <p:cNvPr id="405" name="Picture 404">
            <a:extLst>
              <a:ext uri="{FF2B5EF4-FFF2-40B4-BE49-F238E27FC236}">
                <a16:creationId xmlns:a16="http://schemas.microsoft.com/office/drawing/2014/main" id="{27F2A592-D4FE-C8A7-E376-EEF8AE7898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67" y="10718266"/>
            <a:ext cx="10632989" cy="1243369"/>
          </a:xfrm>
          <a:prstGeom prst="roundRect">
            <a:avLst>
              <a:gd name="adj" fmla="val 13262"/>
            </a:avLst>
          </a:prstGeom>
        </p:spPr>
      </p:pic>
      <p:sp>
        <p:nvSpPr>
          <p:cNvPr id="408" name="Google Shape;100;p2">
            <a:extLst>
              <a:ext uri="{FF2B5EF4-FFF2-40B4-BE49-F238E27FC236}">
                <a16:creationId xmlns:a16="http://schemas.microsoft.com/office/drawing/2014/main" id="{9709243B-C066-0709-419C-A4566B37E8F6}"/>
              </a:ext>
            </a:extLst>
          </p:cNvPr>
          <p:cNvSpPr txBox="1"/>
          <p:nvPr/>
        </p:nvSpPr>
        <p:spPr>
          <a:xfrm>
            <a:off x="1202057" y="11228716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{{DELIVERED_IMPRESSIONS}}</a:t>
            </a:r>
          </a:p>
        </p:txBody>
      </p:sp>
      <p:sp>
        <p:nvSpPr>
          <p:cNvPr id="409" name="Google Shape;100;p2">
            <a:extLst>
              <a:ext uri="{FF2B5EF4-FFF2-40B4-BE49-F238E27FC236}">
                <a16:creationId xmlns:a16="http://schemas.microsoft.com/office/drawing/2014/main" id="{47F95B79-C1F7-5EA3-A38B-483D5DCE828C}"/>
              </a:ext>
            </a:extLst>
          </p:cNvPr>
          <p:cNvSpPr txBox="1"/>
          <p:nvPr/>
        </p:nvSpPr>
        <p:spPr>
          <a:xfrm>
            <a:off x="1202059" y="10985815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Impressions</a:t>
            </a:r>
          </a:p>
        </p:txBody>
      </p:sp>
      <p:sp>
        <p:nvSpPr>
          <p:cNvPr id="410" name="Google Shape;100;p2">
            <a:extLst>
              <a:ext uri="{FF2B5EF4-FFF2-40B4-BE49-F238E27FC236}">
                <a16:creationId xmlns:a16="http://schemas.microsoft.com/office/drawing/2014/main" id="{D33424F1-6EA3-5530-9A11-A5F23BE8251E}"/>
              </a:ext>
            </a:extLst>
          </p:cNvPr>
          <p:cNvSpPr txBox="1"/>
          <p:nvPr/>
        </p:nvSpPr>
        <p:spPr>
          <a:xfrm>
            <a:off x="3175359" y="11228716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{{IO_OVERALL_IMPRESSIONS}}</a:t>
            </a:r>
          </a:p>
        </p:txBody>
      </p:sp>
      <p:sp>
        <p:nvSpPr>
          <p:cNvPr id="411" name="Google Shape;100;p2">
            <a:extLst>
              <a:ext uri="{FF2B5EF4-FFF2-40B4-BE49-F238E27FC236}">
                <a16:creationId xmlns:a16="http://schemas.microsoft.com/office/drawing/2014/main" id="{8DCE84D6-EF62-6400-A911-72793EC7969B}"/>
              </a:ext>
            </a:extLst>
          </p:cNvPr>
          <p:cNvSpPr txBox="1"/>
          <p:nvPr/>
        </p:nvSpPr>
        <p:spPr>
          <a:xfrm>
            <a:off x="3175361" y="10985815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IO Overall Impressions</a:t>
            </a:r>
          </a:p>
        </p:txBody>
      </p:sp>
      <p:sp>
        <p:nvSpPr>
          <p:cNvPr id="412" name="Google Shape;100;p2">
            <a:extLst>
              <a:ext uri="{FF2B5EF4-FFF2-40B4-BE49-F238E27FC236}">
                <a16:creationId xmlns:a16="http://schemas.microsoft.com/office/drawing/2014/main" id="{575EB7B2-3632-2476-A821-A2286152AB85}"/>
              </a:ext>
            </a:extLst>
          </p:cNvPr>
          <p:cNvSpPr txBox="1"/>
          <p:nvPr/>
        </p:nvSpPr>
        <p:spPr>
          <a:xfrm>
            <a:off x="5148661" y="11228716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{{ADDED_VALUE_IMPRESSIONS}}</a:t>
            </a:r>
          </a:p>
        </p:txBody>
      </p:sp>
      <p:sp>
        <p:nvSpPr>
          <p:cNvPr id="413" name="Google Shape;100;p2">
            <a:extLst>
              <a:ext uri="{FF2B5EF4-FFF2-40B4-BE49-F238E27FC236}">
                <a16:creationId xmlns:a16="http://schemas.microsoft.com/office/drawing/2014/main" id="{8EB38F4D-2158-5D53-748C-18D50D4673EC}"/>
              </a:ext>
            </a:extLst>
          </p:cNvPr>
          <p:cNvSpPr txBox="1"/>
          <p:nvPr/>
        </p:nvSpPr>
        <p:spPr>
          <a:xfrm>
            <a:off x="5148663" y="10985815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Overall AV</a:t>
            </a:r>
          </a:p>
        </p:txBody>
      </p:sp>
      <p:sp>
        <p:nvSpPr>
          <p:cNvPr id="414" name="Google Shape;100;p2">
            <a:extLst>
              <a:ext uri="{FF2B5EF4-FFF2-40B4-BE49-F238E27FC236}">
                <a16:creationId xmlns:a16="http://schemas.microsoft.com/office/drawing/2014/main" id="{994E5174-452F-E16C-5578-55F2B261BDD7}"/>
              </a:ext>
            </a:extLst>
          </p:cNvPr>
          <p:cNvSpPr txBox="1"/>
          <p:nvPr/>
        </p:nvSpPr>
        <p:spPr>
          <a:xfrm>
            <a:off x="7121963" y="11228716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{{DELIVERY_WITH_AV_PERCENT}}</a:t>
            </a:r>
          </a:p>
        </p:txBody>
      </p:sp>
      <p:sp>
        <p:nvSpPr>
          <p:cNvPr id="415" name="Google Shape;100;p2">
            <a:extLst>
              <a:ext uri="{FF2B5EF4-FFF2-40B4-BE49-F238E27FC236}">
                <a16:creationId xmlns:a16="http://schemas.microsoft.com/office/drawing/2014/main" id="{8E394DBB-D6E5-7D94-07E1-0F083D0BB33C}"/>
              </a:ext>
            </a:extLst>
          </p:cNvPr>
          <p:cNvSpPr txBox="1"/>
          <p:nvPr/>
        </p:nvSpPr>
        <p:spPr>
          <a:xfrm>
            <a:off x="7121965" y="10985815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Delivery incl. AV Imps</a:t>
            </a:r>
          </a:p>
        </p:txBody>
      </p:sp>
      <p:sp>
        <p:nvSpPr>
          <p:cNvPr id="416" name="Google Shape;100;p2">
            <a:extLst>
              <a:ext uri="{FF2B5EF4-FFF2-40B4-BE49-F238E27FC236}">
                <a16:creationId xmlns:a16="http://schemas.microsoft.com/office/drawing/2014/main" id="{E0625D47-A615-6228-4B76-6D527FBED386}"/>
              </a:ext>
            </a:extLst>
          </p:cNvPr>
          <p:cNvSpPr txBox="1"/>
          <p:nvPr/>
        </p:nvSpPr>
        <p:spPr>
          <a:xfrm>
            <a:off x="9095266" y="11228716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{{ADDED_VALUE_WORTH}}</a:t>
            </a:r>
          </a:p>
        </p:txBody>
      </p:sp>
      <p:sp>
        <p:nvSpPr>
          <p:cNvPr id="417" name="Google Shape;100;p2">
            <a:extLst>
              <a:ext uri="{FF2B5EF4-FFF2-40B4-BE49-F238E27FC236}">
                <a16:creationId xmlns:a16="http://schemas.microsoft.com/office/drawing/2014/main" id="{8BE09201-602A-1FAE-2E26-34445B4E3F4C}"/>
              </a:ext>
            </a:extLst>
          </p:cNvPr>
          <p:cNvSpPr txBox="1"/>
          <p:nvPr/>
        </p:nvSpPr>
        <p:spPr>
          <a:xfrm>
            <a:off x="9095268" y="10985815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Worth of Added Value</a:t>
            </a:r>
          </a:p>
        </p:txBody>
      </p:sp>
      <p:sp>
        <p:nvSpPr>
          <p:cNvPr id="418" name="Google Shape;114;p2">
            <a:extLst>
              <a:ext uri="{FF2B5EF4-FFF2-40B4-BE49-F238E27FC236}">
                <a16:creationId xmlns:a16="http://schemas.microsoft.com/office/drawing/2014/main" id="{1BC503D8-AAED-D053-3E7B-442475A3EF96}"/>
              </a:ext>
            </a:extLst>
          </p:cNvPr>
          <p:cNvSpPr txBox="1"/>
          <p:nvPr/>
        </p:nvSpPr>
        <p:spPr>
          <a:xfrm>
            <a:off x="912818" y="12882651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On Screen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19" name="Google Shape;100;p2">
            <a:extLst>
              <a:ext uri="{FF2B5EF4-FFF2-40B4-BE49-F238E27FC236}">
                <a16:creationId xmlns:a16="http://schemas.microsoft.com/office/drawing/2014/main" id="{9A5A244A-4F76-DA51-DC72-9F2A188EF717}"/>
              </a:ext>
            </a:extLst>
          </p:cNvPr>
          <p:cNvSpPr txBox="1"/>
          <p:nvPr/>
        </p:nvSpPr>
        <p:spPr>
          <a:xfrm>
            <a:off x="912818" y="13159035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60 - 70% Benchmark</a:t>
            </a:r>
          </a:p>
        </p:txBody>
      </p:sp>
      <p:sp>
        <p:nvSpPr>
          <p:cNvPr id="420" name="Google Shape;110;p2">
            <a:extLst>
              <a:ext uri="{FF2B5EF4-FFF2-40B4-BE49-F238E27FC236}">
                <a16:creationId xmlns:a16="http://schemas.microsoft.com/office/drawing/2014/main" id="{699FF2DB-F1BE-08D1-21DD-1F5276E4A1ED}"/>
              </a:ext>
            </a:extLst>
          </p:cNvPr>
          <p:cNvSpPr txBox="1"/>
          <p:nvPr/>
        </p:nvSpPr>
        <p:spPr>
          <a:xfrm>
            <a:off x="3677695" y="12310189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{{PERFORMANCE_CTR}}</a:t>
            </a:r>
          </a:p>
        </p:txBody>
      </p:sp>
      <p:sp>
        <p:nvSpPr>
          <p:cNvPr id="421" name="Google Shape;114;p2">
            <a:extLst>
              <a:ext uri="{FF2B5EF4-FFF2-40B4-BE49-F238E27FC236}">
                <a16:creationId xmlns:a16="http://schemas.microsoft.com/office/drawing/2014/main" id="{EAD3A6ED-2AA0-C67B-1E90-2E38BFC31020}"/>
              </a:ext>
            </a:extLst>
          </p:cNvPr>
          <p:cNvSpPr txBox="1"/>
          <p:nvPr/>
        </p:nvSpPr>
        <p:spPr>
          <a:xfrm>
            <a:off x="3677695" y="12882651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2" name="Google Shape;100;p2">
            <a:extLst>
              <a:ext uri="{FF2B5EF4-FFF2-40B4-BE49-F238E27FC236}">
                <a16:creationId xmlns:a16="http://schemas.microsoft.com/office/drawing/2014/main" id="{121CE68E-24F4-80DE-30D9-4A4802C858A0}"/>
              </a:ext>
            </a:extLst>
          </p:cNvPr>
          <p:cNvSpPr txBox="1"/>
          <p:nvPr/>
        </p:nvSpPr>
        <p:spPr>
          <a:xfrm>
            <a:off x="3677695" y="13159035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0.3-0.5 % Benchmark</a:t>
            </a:r>
          </a:p>
        </p:txBody>
      </p:sp>
      <p:sp>
        <p:nvSpPr>
          <p:cNvPr id="423" name="Google Shape;110;p2">
            <a:extLst>
              <a:ext uri="{FF2B5EF4-FFF2-40B4-BE49-F238E27FC236}">
                <a16:creationId xmlns:a16="http://schemas.microsoft.com/office/drawing/2014/main" id="{5C859FC7-30D4-8AD4-5315-4EA495F3F491}"/>
              </a:ext>
            </a:extLst>
          </p:cNvPr>
          <p:cNvSpPr txBox="1"/>
          <p:nvPr/>
        </p:nvSpPr>
        <p:spPr>
          <a:xfrm>
            <a:off x="6386485" y="12310193"/>
            <a:ext cx="2041799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{{PERFORMANCE_ENGAGEMENT_RATE}}</a:t>
            </a:r>
          </a:p>
        </p:txBody>
      </p:sp>
      <p:sp>
        <p:nvSpPr>
          <p:cNvPr id="424" name="Google Shape;114;p2">
            <a:extLst>
              <a:ext uri="{FF2B5EF4-FFF2-40B4-BE49-F238E27FC236}">
                <a16:creationId xmlns:a16="http://schemas.microsoft.com/office/drawing/2014/main" id="{F8BCCCAB-D578-B145-2BE3-40B71A8F4742}"/>
              </a:ext>
            </a:extLst>
          </p:cNvPr>
          <p:cNvSpPr txBox="1"/>
          <p:nvPr/>
        </p:nvSpPr>
        <p:spPr>
          <a:xfrm>
            <a:off x="6386485" y="12882651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Engagement Rate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5" name="Google Shape;100;p2">
            <a:extLst>
              <a:ext uri="{FF2B5EF4-FFF2-40B4-BE49-F238E27FC236}">
                <a16:creationId xmlns:a16="http://schemas.microsoft.com/office/drawing/2014/main" id="{5DB39B8E-0583-32B3-B2EF-FAF613F9E95E}"/>
              </a:ext>
            </a:extLst>
          </p:cNvPr>
          <p:cNvSpPr txBox="1"/>
          <p:nvPr/>
        </p:nvSpPr>
        <p:spPr>
          <a:xfrm>
            <a:off x="6386485" y="13159035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 – 0.5% Benchmark</a:t>
            </a:r>
          </a:p>
        </p:txBody>
      </p:sp>
      <p:sp>
        <p:nvSpPr>
          <p:cNvPr id="426" name="Google Shape;110;p2">
            <a:extLst>
              <a:ext uri="{FF2B5EF4-FFF2-40B4-BE49-F238E27FC236}">
                <a16:creationId xmlns:a16="http://schemas.microsoft.com/office/drawing/2014/main" id="{B7A8358F-2D7F-20EC-9A0C-34DCA352F15C}"/>
              </a:ext>
            </a:extLst>
          </p:cNvPr>
          <p:cNvSpPr txBox="1"/>
          <p:nvPr/>
        </p:nvSpPr>
        <p:spPr>
          <a:xfrm>
            <a:off x="9095276" y="12310189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{{PERFORMANCE_VCR}}</a:t>
            </a:r>
          </a:p>
        </p:txBody>
      </p:sp>
      <p:sp>
        <p:nvSpPr>
          <p:cNvPr id="427" name="Google Shape;114;p2">
            <a:extLst>
              <a:ext uri="{FF2B5EF4-FFF2-40B4-BE49-F238E27FC236}">
                <a16:creationId xmlns:a16="http://schemas.microsoft.com/office/drawing/2014/main" id="{AB551049-013A-CA4F-D78D-97C7000D8F02}"/>
              </a:ext>
            </a:extLst>
          </p:cNvPr>
          <p:cNvSpPr txBox="1"/>
          <p:nvPr/>
        </p:nvSpPr>
        <p:spPr>
          <a:xfrm>
            <a:off x="9095276" y="12882651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8" name="Google Shape;100;p2">
            <a:extLst>
              <a:ext uri="{FF2B5EF4-FFF2-40B4-BE49-F238E27FC236}">
                <a16:creationId xmlns:a16="http://schemas.microsoft.com/office/drawing/2014/main" id="{461E03D2-9909-7269-CA9E-B6B7714CC548}"/>
              </a:ext>
            </a:extLst>
          </p:cNvPr>
          <p:cNvSpPr txBox="1"/>
          <p:nvPr/>
        </p:nvSpPr>
        <p:spPr>
          <a:xfrm>
            <a:off x="9095276" y="13159035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25 – 35% Benchmark</a:t>
            </a: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3539AAA7-FF12-24BA-92F5-AE12A163DEB6}"/>
              </a:ext>
            </a:extLst>
          </p:cNvPr>
          <p:cNvSpPr txBox="1"/>
          <p:nvPr/>
        </p:nvSpPr>
        <p:spPr>
          <a:xfrm>
            <a:off x="912806" y="13705646"/>
            <a:ext cx="9949158" cy="483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Lorem ipsum dolor sit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amet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consectetur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adipiscing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sed do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eiusmod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tempor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incididunt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labore et dolore magna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Ut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enim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ad minim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veniam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quis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nostrud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exercitation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ullamco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laboris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nisi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aliquip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commodo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consequat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Duis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aute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irure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reprehenderit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voluptate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esse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cillum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eu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fugiat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nulla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pariatur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</a:t>
            </a:r>
          </a:p>
        </p:txBody>
      </p:sp>
      <p:pic>
        <p:nvPicPr>
          <p:cNvPr id="431" name="Picture 430" descr="A black and grey gradient&#10;&#10;Description automatically generated">
            <a:extLst>
              <a:ext uri="{FF2B5EF4-FFF2-40B4-BE49-F238E27FC236}">
                <a16:creationId xmlns:a16="http://schemas.microsoft.com/office/drawing/2014/main" id="{48595802-83E2-EBB9-1C38-6463AB40C7C1}"/>
              </a:ext>
            </a:extLst>
          </p:cNvPr>
          <p:cNvPicPr/>
          <p:nvPr/>
        </p:nvPicPr>
        <p:blipFill>
          <a:blip r:embed="rId7"/>
          <a:srcRect t="43945" b="55489"/>
          <a:stretch/>
        </p:blipFill>
        <p:spPr>
          <a:xfrm>
            <a:off x="13" y="25131028"/>
            <a:ext cx="12191999" cy="68947"/>
          </a:xfrm>
          <a:prstGeom prst="rect">
            <a:avLst/>
          </a:prstGeom>
        </p:spPr>
      </p:pic>
      <p:pic>
        <p:nvPicPr>
          <p:cNvPr id="432" name="Graphic 431">
            <a:extLst>
              <a:ext uri="{FF2B5EF4-FFF2-40B4-BE49-F238E27FC236}">
                <a16:creationId xmlns:a16="http://schemas.microsoft.com/office/drawing/2014/main" id="{3B5A6298-999D-3C33-1D01-A27434F9619E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69908" y="24855522"/>
            <a:ext cx="897684" cy="147829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5F570EFC-20C7-D966-9280-14322971D465}"/>
              </a:ext>
            </a:extLst>
          </p:cNvPr>
          <p:cNvSpPr txBox="1"/>
          <p:nvPr/>
        </p:nvSpPr>
        <p:spPr>
          <a:xfrm>
            <a:off x="2070793" y="5549317"/>
            <a:ext cx="5199517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{{CAMPAIGN_FORMATS}}</a:t>
            </a: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35D94E2A-ECD6-D407-B0FF-00A793C21860}"/>
              </a:ext>
            </a:extLst>
          </p:cNvPr>
          <p:cNvSpPr txBox="1"/>
          <p:nvPr/>
        </p:nvSpPr>
        <p:spPr>
          <a:xfrm>
            <a:off x="4399504" y="6937985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{{CLIENT_NAME}}</a:t>
            </a: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4ECBEC7F-EA34-769F-C8B4-F3A306438E35}"/>
              </a:ext>
            </a:extLst>
          </p:cNvPr>
          <p:cNvSpPr txBox="1"/>
          <p:nvPr/>
        </p:nvSpPr>
        <p:spPr>
          <a:xfrm>
            <a:off x="3272079" y="7215311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Campaign:</a:t>
            </a: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15D2CFAE-F8A6-29CF-D39E-56FAD40CEBCA}"/>
              </a:ext>
            </a:extLst>
          </p:cNvPr>
          <p:cNvSpPr txBox="1"/>
          <p:nvPr/>
        </p:nvSpPr>
        <p:spPr>
          <a:xfrm>
            <a:off x="3272079" y="7492637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Markets: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7BD52762-1E31-A2CD-A111-E609F9DD0606}"/>
              </a:ext>
            </a:extLst>
          </p:cNvPr>
          <p:cNvSpPr txBox="1"/>
          <p:nvPr/>
        </p:nvSpPr>
        <p:spPr>
          <a:xfrm>
            <a:off x="3272079" y="7769963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4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Live Dates: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E903EDC0-2C3C-BCB5-2182-5F511A5FED9D}"/>
              </a:ext>
            </a:extLst>
          </p:cNvPr>
          <p:cNvSpPr txBox="1"/>
          <p:nvPr/>
        </p:nvSpPr>
        <p:spPr>
          <a:xfrm>
            <a:off x="3272075" y="8047288"/>
            <a:ext cx="13814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5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Actual Spend: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F2F165A4-5C55-1786-584A-70045829211E}"/>
              </a:ext>
            </a:extLst>
          </p:cNvPr>
          <p:cNvSpPr txBox="1"/>
          <p:nvPr/>
        </p:nvSpPr>
        <p:spPr>
          <a:xfrm>
            <a:off x="4399504" y="7213993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27BFB6F9-CB20-81EE-51D5-046FB795ECED}"/>
              </a:ext>
            </a:extLst>
          </p:cNvPr>
          <p:cNvSpPr txBox="1"/>
          <p:nvPr/>
        </p:nvSpPr>
        <p:spPr>
          <a:xfrm>
            <a:off x="4399504" y="7490001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{{CAMPAIGN_MARKETS}}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F8299FCC-8D01-5CA9-A4E0-FC287CE3D153}"/>
              </a:ext>
            </a:extLst>
          </p:cNvPr>
          <p:cNvSpPr txBox="1"/>
          <p:nvPr/>
        </p:nvSpPr>
        <p:spPr>
          <a:xfrm>
            <a:off x="4399507" y="7766009"/>
            <a:ext cx="37463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{{LIVE_DATES_FULL}}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273FEA4B-F1FF-89DE-7C4B-75A0B7026E2F}"/>
              </a:ext>
            </a:extLst>
          </p:cNvPr>
          <p:cNvSpPr txBox="1"/>
          <p:nvPr/>
        </p:nvSpPr>
        <p:spPr>
          <a:xfrm>
            <a:off x="4399504" y="8042016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{{CAMPAIGN_BUDGET}}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E5A69948-112A-9A36-761E-A84A4E5ECDBB}"/>
              </a:ext>
            </a:extLst>
          </p:cNvPr>
          <p:cNvSpPr txBox="1"/>
          <p:nvPr/>
        </p:nvSpPr>
        <p:spPr>
          <a:xfrm>
            <a:off x="912806" y="9793095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A8B807CB-8A3D-FF50-D86D-C03CCA74F61B}"/>
              </a:ext>
            </a:extLst>
          </p:cNvPr>
          <p:cNvSpPr txBox="1"/>
          <p:nvPr/>
        </p:nvSpPr>
        <p:spPr>
          <a:xfrm>
            <a:off x="912806" y="10127009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KPIs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BD437F0C-3840-9637-648E-558990F5AB6F}"/>
              </a:ext>
            </a:extLst>
          </p:cNvPr>
          <p:cNvSpPr txBox="1"/>
          <p:nvPr/>
        </p:nvSpPr>
        <p:spPr>
          <a:xfrm>
            <a:off x="1851548" y="9453989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</a:t>
            </a: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83A22464-D1C8-E57E-8F92-14632A107F5A}"/>
              </a:ext>
            </a:extLst>
          </p:cNvPr>
          <p:cNvSpPr txBox="1"/>
          <p:nvPr/>
        </p:nvSpPr>
        <p:spPr>
          <a:xfrm>
            <a:off x="1845328" y="9793095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 Type</a:t>
            </a: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6C9A1FD0-30E2-165F-B054-5229A3501BD5}"/>
              </a:ext>
            </a:extLst>
          </p:cNvPr>
          <p:cNvSpPr txBox="1"/>
          <p:nvPr/>
        </p:nvSpPr>
        <p:spPr>
          <a:xfrm>
            <a:off x="1558615" y="10127009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 1, KPI 2, KPI 3</a:t>
            </a:r>
          </a:p>
        </p:txBody>
      </p:sp>
      <p:sp>
        <p:nvSpPr>
          <p:cNvPr id="491" name="Google Shape;110;p2">
            <a:extLst>
              <a:ext uri="{FF2B5EF4-FFF2-40B4-BE49-F238E27FC236}">
                <a16:creationId xmlns:a16="http://schemas.microsoft.com/office/drawing/2014/main" id="{3B3BE1EC-6C4E-7FE9-AE29-DF3B20FFA1A0}"/>
              </a:ext>
            </a:extLst>
          </p:cNvPr>
          <p:cNvSpPr txBox="1"/>
          <p:nvPr/>
        </p:nvSpPr>
        <p:spPr>
          <a:xfrm>
            <a:off x="912818" y="12310193"/>
            <a:ext cx="2041799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{{PERFORMANCE_ON_SCREEN}}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C5713D-5181-4897-1F12-66FE406E6E1F}"/>
              </a:ext>
            </a:extLst>
          </p:cNvPr>
          <p:cNvSpPr txBox="1"/>
          <p:nvPr/>
        </p:nvSpPr>
        <p:spPr>
          <a:xfrm>
            <a:off x="912818" y="14988144"/>
            <a:ext cx="8938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Titles.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453934-4508-BB56-2197-8AA07A8956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3" b="23830"/>
          <a:stretch>
            <a:fillRect/>
          </a:stretch>
        </p:blipFill>
        <p:spPr>
          <a:xfrm>
            <a:off x="779464" y="15693524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697C9AE-F6D4-E7AF-6B6D-874F7EE72049}"/>
              </a:ext>
            </a:extLst>
          </p:cNvPr>
          <p:cNvSpPr/>
          <p:nvPr/>
        </p:nvSpPr>
        <p:spPr>
          <a:xfrm>
            <a:off x="779465" y="17004841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171154-E22E-0F8F-DB4C-15B8E09B8FBC}"/>
              </a:ext>
            </a:extLst>
          </p:cNvPr>
          <p:cNvSpPr/>
          <p:nvPr/>
        </p:nvSpPr>
        <p:spPr>
          <a:xfrm>
            <a:off x="779465" y="17568818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100;p2">
            <a:extLst>
              <a:ext uri="{FF2B5EF4-FFF2-40B4-BE49-F238E27FC236}">
                <a16:creationId xmlns:a16="http://schemas.microsoft.com/office/drawing/2014/main" id="{C2FBA442-B94E-3812-BD66-FD49EA084DC8}"/>
              </a:ext>
            </a:extLst>
          </p:cNvPr>
          <p:cNvSpPr txBox="1"/>
          <p:nvPr/>
        </p:nvSpPr>
        <p:spPr>
          <a:xfrm>
            <a:off x="1202057" y="1602471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ADA8C1F-25DF-DAE3-F6F1-6B769147FE87}"/>
              </a:ext>
            </a:extLst>
          </p:cNvPr>
          <p:cNvSpPr txBox="1"/>
          <p:nvPr/>
        </p:nvSpPr>
        <p:spPr>
          <a:xfrm>
            <a:off x="1202064" y="16671560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Performers.</a:t>
            </a:r>
          </a:p>
        </p:txBody>
      </p:sp>
      <p:sp>
        <p:nvSpPr>
          <p:cNvPr id="8" name="Google Shape;100;p2">
            <a:extLst>
              <a:ext uri="{FF2B5EF4-FFF2-40B4-BE49-F238E27FC236}">
                <a16:creationId xmlns:a16="http://schemas.microsoft.com/office/drawing/2014/main" id="{B56DC389-FEEC-F2D7-F028-35B6CE5AAC66}"/>
              </a:ext>
            </a:extLst>
          </p:cNvPr>
          <p:cNvSpPr txBox="1"/>
          <p:nvPr/>
        </p:nvSpPr>
        <p:spPr>
          <a:xfrm>
            <a:off x="4489543" y="1602471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</a:p>
        </p:txBody>
      </p:sp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163A2BB2-D48B-1647-080C-D932C77ED619}"/>
              </a:ext>
            </a:extLst>
          </p:cNvPr>
          <p:cNvSpPr txBox="1"/>
          <p:nvPr/>
        </p:nvSpPr>
        <p:spPr>
          <a:xfrm>
            <a:off x="7950993" y="1602471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433DFA-7DF2-F4C3-EC54-04C443B1ED60}"/>
              </a:ext>
            </a:extLst>
          </p:cNvPr>
          <p:cNvSpPr txBox="1"/>
          <p:nvPr/>
        </p:nvSpPr>
        <p:spPr>
          <a:xfrm>
            <a:off x="1202065" y="1704064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{{TOP_TITLES_CTR_1_NAME}}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92DA7-739B-87C8-6D14-705368AAA733}"/>
              </a:ext>
            </a:extLst>
          </p:cNvPr>
          <p:cNvSpPr txBox="1"/>
          <p:nvPr/>
        </p:nvSpPr>
        <p:spPr>
          <a:xfrm>
            <a:off x="1202065" y="1731940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{{TOP_TITLES_CTR_2_NAME}}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C8E9C8-CBD7-D55D-786F-07622CFCC3A4}"/>
              </a:ext>
            </a:extLst>
          </p:cNvPr>
          <p:cNvSpPr txBox="1"/>
          <p:nvPr/>
        </p:nvSpPr>
        <p:spPr>
          <a:xfrm>
            <a:off x="1202065" y="1759817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{{TOP_TITLES_CTR_3_NAME}}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3CFB76-C327-9D68-8341-440AEDBCB464}"/>
              </a:ext>
            </a:extLst>
          </p:cNvPr>
          <p:cNvSpPr txBox="1"/>
          <p:nvPr/>
        </p:nvSpPr>
        <p:spPr>
          <a:xfrm>
            <a:off x="2441072" y="1703743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{{TOP_TITLES_CTR_1_VALUE}}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708249-5771-66B3-9753-CFB91A4BB9A4}"/>
              </a:ext>
            </a:extLst>
          </p:cNvPr>
          <p:cNvSpPr txBox="1"/>
          <p:nvPr/>
        </p:nvSpPr>
        <p:spPr>
          <a:xfrm>
            <a:off x="2441072" y="1731619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{{TOP_TITLES_CTR_2_VALUE}}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E39801-9276-D19B-2C79-9E8C728A7A14}"/>
              </a:ext>
            </a:extLst>
          </p:cNvPr>
          <p:cNvSpPr txBox="1"/>
          <p:nvPr/>
        </p:nvSpPr>
        <p:spPr>
          <a:xfrm>
            <a:off x="2441072" y="1759496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{{TOP_TITLES_CTR_3_VALUE}}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17043C-6CE9-4379-DBDE-ACDE397DE24B}"/>
              </a:ext>
            </a:extLst>
          </p:cNvPr>
          <p:cNvSpPr txBox="1"/>
          <p:nvPr/>
        </p:nvSpPr>
        <p:spPr>
          <a:xfrm>
            <a:off x="4489552" y="1704064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{{TOP_TITLES_VCR_1_NAME}}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D47804-876F-E8B3-F98D-49D3C1D1606A}"/>
              </a:ext>
            </a:extLst>
          </p:cNvPr>
          <p:cNvSpPr txBox="1"/>
          <p:nvPr/>
        </p:nvSpPr>
        <p:spPr>
          <a:xfrm>
            <a:off x="4489552" y="1731940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{{TOP_TITLES_VCR_2_NAME}}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74EFDD-C8B7-2CC2-CBF6-2F8FE6823299}"/>
              </a:ext>
            </a:extLst>
          </p:cNvPr>
          <p:cNvSpPr txBox="1"/>
          <p:nvPr/>
        </p:nvSpPr>
        <p:spPr>
          <a:xfrm>
            <a:off x="4489552" y="1759817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{{TOP_TITLES_VCR_3_NAME}}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4D1B30-92BF-B55E-C77F-4C712F30E120}"/>
              </a:ext>
            </a:extLst>
          </p:cNvPr>
          <p:cNvSpPr txBox="1"/>
          <p:nvPr/>
        </p:nvSpPr>
        <p:spPr>
          <a:xfrm>
            <a:off x="5880365" y="1703743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{{TOP_TITLES_VCR_1_VALUE}}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03DDB6-60DE-2AB8-C0F7-83B10D871906}"/>
              </a:ext>
            </a:extLst>
          </p:cNvPr>
          <p:cNvSpPr txBox="1"/>
          <p:nvPr/>
        </p:nvSpPr>
        <p:spPr>
          <a:xfrm>
            <a:off x="5880365" y="1731619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{{TOP_TITLES_VCR_2_VALUE}}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B10610-479A-33C1-B704-D0F8770D059D}"/>
              </a:ext>
            </a:extLst>
          </p:cNvPr>
          <p:cNvSpPr txBox="1"/>
          <p:nvPr/>
        </p:nvSpPr>
        <p:spPr>
          <a:xfrm>
            <a:off x="5880365" y="1759496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{{TOP_TITLES_VCR_3_VALUE}}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807655-BF54-B024-0649-48FA44E86255}"/>
              </a:ext>
            </a:extLst>
          </p:cNvPr>
          <p:cNvSpPr txBox="1"/>
          <p:nvPr/>
        </p:nvSpPr>
        <p:spPr>
          <a:xfrm>
            <a:off x="7951003" y="1704064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{{TOP_TITLES_ER_1_NAME}}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F9E165-ABD0-92C8-E3E1-892B6A034D40}"/>
              </a:ext>
            </a:extLst>
          </p:cNvPr>
          <p:cNvSpPr txBox="1"/>
          <p:nvPr/>
        </p:nvSpPr>
        <p:spPr>
          <a:xfrm>
            <a:off x="7951003" y="1731940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{{TOP_TITLES_ER_2_NAME}}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E8F4B4-A064-E8E3-A912-27CDC77EB558}"/>
              </a:ext>
            </a:extLst>
          </p:cNvPr>
          <p:cNvSpPr txBox="1"/>
          <p:nvPr/>
        </p:nvSpPr>
        <p:spPr>
          <a:xfrm>
            <a:off x="7951003" y="1759817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{{TOP_TITLES_ER_3_NAME}}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A3DF8A-B2CA-55BC-B83C-2C7D490F733E}"/>
              </a:ext>
            </a:extLst>
          </p:cNvPr>
          <p:cNvSpPr txBox="1"/>
          <p:nvPr/>
        </p:nvSpPr>
        <p:spPr>
          <a:xfrm>
            <a:off x="9335392" y="1703743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{{TOP_TITLES_ER_1_VALUE}}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68FCFB-6E77-10AF-1772-B453D4E68677}"/>
              </a:ext>
            </a:extLst>
          </p:cNvPr>
          <p:cNvSpPr txBox="1"/>
          <p:nvPr/>
        </p:nvSpPr>
        <p:spPr>
          <a:xfrm>
            <a:off x="9335392" y="1731619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{{TOP_TITLES_ER_2_VALUE}}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115255-5455-5012-A018-C16D014AD256}"/>
              </a:ext>
            </a:extLst>
          </p:cNvPr>
          <p:cNvSpPr txBox="1"/>
          <p:nvPr/>
        </p:nvSpPr>
        <p:spPr>
          <a:xfrm>
            <a:off x="9335392" y="1759496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{{TOP_TITLES_ER_3_VALUE}}</a:t>
            </a:r>
          </a:p>
        </p:txBody>
      </p:sp>
      <p:sp>
        <p:nvSpPr>
          <p:cNvPr id="28" name="Google Shape;100;p2">
            <a:extLst>
              <a:ext uri="{FF2B5EF4-FFF2-40B4-BE49-F238E27FC236}">
                <a16:creationId xmlns:a16="http://schemas.microsoft.com/office/drawing/2014/main" id="{FBF9AEE1-7211-F376-40BC-5F33D529AD61}"/>
              </a:ext>
            </a:extLst>
          </p:cNvPr>
          <p:cNvSpPr txBox="1"/>
          <p:nvPr/>
        </p:nvSpPr>
        <p:spPr>
          <a:xfrm>
            <a:off x="1202063" y="16362037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Click-through Rate</a:t>
            </a:r>
          </a:p>
        </p:txBody>
      </p:sp>
      <p:sp>
        <p:nvSpPr>
          <p:cNvPr id="29" name="Google Shape;100;p2">
            <a:extLst>
              <a:ext uri="{FF2B5EF4-FFF2-40B4-BE49-F238E27FC236}">
                <a16:creationId xmlns:a16="http://schemas.microsoft.com/office/drawing/2014/main" id="{DA9C25B2-678F-8E86-5FE1-835B63B59B8A}"/>
              </a:ext>
            </a:extLst>
          </p:cNvPr>
          <p:cNvSpPr txBox="1"/>
          <p:nvPr/>
        </p:nvSpPr>
        <p:spPr>
          <a:xfrm>
            <a:off x="4489550" y="16356594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Video Completion Rate</a:t>
            </a:r>
          </a:p>
        </p:txBody>
      </p:sp>
      <p:sp>
        <p:nvSpPr>
          <p:cNvPr id="30" name="Google Shape;100;p2">
            <a:extLst>
              <a:ext uri="{FF2B5EF4-FFF2-40B4-BE49-F238E27FC236}">
                <a16:creationId xmlns:a16="http://schemas.microsoft.com/office/drawing/2014/main" id="{A46804C8-24BA-F5E1-3C6E-5F6A1FDAC69D}"/>
              </a:ext>
            </a:extLst>
          </p:cNvPr>
          <p:cNvSpPr txBox="1"/>
          <p:nvPr/>
        </p:nvSpPr>
        <p:spPr>
          <a:xfrm>
            <a:off x="7951002" y="16358274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Engagement Rate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976899B-DB0A-6ECF-CC4D-693B5CECEEAF}"/>
              </a:ext>
            </a:extLst>
          </p:cNvPr>
          <p:cNvCxnSpPr>
            <a:cxnSpLocks/>
          </p:cNvCxnSpPr>
          <p:nvPr/>
        </p:nvCxnSpPr>
        <p:spPr>
          <a:xfrm>
            <a:off x="4232365" y="16024710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1873FB9-1CE5-0AA9-2C5F-DEE74E903CE1}"/>
              </a:ext>
            </a:extLst>
          </p:cNvPr>
          <p:cNvCxnSpPr>
            <a:cxnSpLocks/>
          </p:cNvCxnSpPr>
          <p:nvPr/>
        </p:nvCxnSpPr>
        <p:spPr>
          <a:xfrm>
            <a:off x="7673608" y="16024710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FC0748E-0371-396E-4293-FF6CD3AD12CD}"/>
              </a:ext>
            </a:extLst>
          </p:cNvPr>
          <p:cNvSpPr/>
          <p:nvPr/>
        </p:nvSpPr>
        <p:spPr>
          <a:xfrm>
            <a:off x="779463" y="18135020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8A4E26-6C6C-4BF0-9B6D-3920CE52AA47}"/>
              </a:ext>
            </a:extLst>
          </p:cNvPr>
          <p:cNvSpPr txBox="1"/>
          <p:nvPr/>
        </p:nvSpPr>
        <p:spPr>
          <a:xfrm>
            <a:off x="1202063" y="1788561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{{TOP_TITLES_CTR_4_NAME}}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0F25ED-0EE0-0C08-0D7C-B06EBBD20DF2}"/>
              </a:ext>
            </a:extLst>
          </p:cNvPr>
          <p:cNvSpPr txBox="1"/>
          <p:nvPr/>
        </p:nvSpPr>
        <p:spPr>
          <a:xfrm>
            <a:off x="1202063" y="1816437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{{TOP_TITLES_CTR_5_NAME}}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49CFE7-F482-6E69-5EAF-33336B5ABB3A}"/>
              </a:ext>
            </a:extLst>
          </p:cNvPr>
          <p:cNvSpPr txBox="1"/>
          <p:nvPr/>
        </p:nvSpPr>
        <p:spPr>
          <a:xfrm>
            <a:off x="2441070" y="1788239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{{TOP_TITLES_CTR_4_VALUE}}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AEE91E-6553-B933-4311-0B3A8617790C}"/>
              </a:ext>
            </a:extLst>
          </p:cNvPr>
          <p:cNvSpPr txBox="1"/>
          <p:nvPr/>
        </p:nvSpPr>
        <p:spPr>
          <a:xfrm>
            <a:off x="2441070" y="1816116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{{TOP_TITLES_CTR_5_VALUE}}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E61F05-72EA-4FEF-5855-6AB08E27FF0C}"/>
              </a:ext>
            </a:extLst>
          </p:cNvPr>
          <p:cNvSpPr txBox="1"/>
          <p:nvPr/>
        </p:nvSpPr>
        <p:spPr>
          <a:xfrm>
            <a:off x="4489550" y="1788561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{{TOP_TITLES_VCR_4_NAME}}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B1F7F3-97AC-B8E4-5754-017969464EA7}"/>
              </a:ext>
            </a:extLst>
          </p:cNvPr>
          <p:cNvSpPr txBox="1"/>
          <p:nvPr/>
        </p:nvSpPr>
        <p:spPr>
          <a:xfrm>
            <a:off x="4489550" y="1816437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{{TOP_TITLES_VCR_5_NAME}}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25E45D-94BB-9DCC-A88B-D922A3792793}"/>
              </a:ext>
            </a:extLst>
          </p:cNvPr>
          <p:cNvSpPr txBox="1"/>
          <p:nvPr/>
        </p:nvSpPr>
        <p:spPr>
          <a:xfrm>
            <a:off x="5880363" y="1788239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{{TOP_TITLES_VCR_4_VALUE}}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197D87-4663-E794-AA73-BE08D79BFABA}"/>
              </a:ext>
            </a:extLst>
          </p:cNvPr>
          <p:cNvSpPr txBox="1"/>
          <p:nvPr/>
        </p:nvSpPr>
        <p:spPr>
          <a:xfrm>
            <a:off x="5880363" y="1816116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{{TOP_TITLES_VCR_5_VALUE}}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B9A1A8-49F0-BAC6-14F1-D7DFA6DE61DF}"/>
              </a:ext>
            </a:extLst>
          </p:cNvPr>
          <p:cNvSpPr txBox="1"/>
          <p:nvPr/>
        </p:nvSpPr>
        <p:spPr>
          <a:xfrm>
            <a:off x="7951001" y="1788561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{{TOP_TITLES_ER_4_NAME}}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85870A-7AAB-AE06-61D0-A879BF3445D3}"/>
              </a:ext>
            </a:extLst>
          </p:cNvPr>
          <p:cNvSpPr txBox="1"/>
          <p:nvPr/>
        </p:nvSpPr>
        <p:spPr>
          <a:xfrm>
            <a:off x="7951001" y="1816437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{{TOP_TITLES_ER_5_NAME}}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9D358-8A49-AECC-34EA-1E59FE9A12E2}"/>
              </a:ext>
            </a:extLst>
          </p:cNvPr>
          <p:cNvSpPr txBox="1"/>
          <p:nvPr/>
        </p:nvSpPr>
        <p:spPr>
          <a:xfrm>
            <a:off x="9335390" y="1788239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{{TOP_TITLES_ER_4_VALUE}}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834753-8ACC-595D-2EB6-B5B04625FEB2}"/>
              </a:ext>
            </a:extLst>
          </p:cNvPr>
          <p:cNvSpPr txBox="1"/>
          <p:nvPr/>
        </p:nvSpPr>
        <p:spPr>
          <a:xfrm>
            <a:off x="9335390" y="1816116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{{TOP_TITLES_ER_5_VALUE}}</a:t>
            </a:r>
          </a:p>
        </p:txBody>
      </p:sp>
      <p:pic>
        <p:nvPicPr>
          <p:cNvPr id="510" name="Picture 509">
            <a:extLst>
              <a:ext uri="{FF2B5EF4-FFF2-40B4-BE49-F238E27FC236}">
                <a16:creationId xmlns:a16="http://schemas.microsoft.com/office/drawing/2014/main" id="{C1CA962B-946D-44BF-E5D3-E7529781489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37" r="60491"/>
          <a:stretch>
            <a:fillRect/>
          </a:stretch>
        </p:blipFill>
        <p:spPr>
          <a:xfrm>
            <a:off x="779556" y="20423359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511" name="Rounded Rectangle 510">
            <a:extLst>
              <a:ext uri="{FF2B5EF4-FFF2-40B4-BE49-F238E27FC236}">
                <a16:creationId xmlns:a16="http://schemas.microsoft.com/office/drawing/2014/main" id="{D2176C95-511A-1D77-6563-036DD7075800}"/>
              </a:ext>
            </a:extLst>
          </p:cNvPr>
          <p:cNvSpPr/>
          <p:nvPr/>
        </p:nvSpPr>
        <p:spPr>
          <a:xfrm>
            <a:off x="899020" y="22416995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4" name="Google Shape;114;p2">
            <a:extLst>
              <a:ext uri="{FF2B5EF4-FFF2-40B4-BE49-F238E27FC236}">
                <a16:creationId xmlns:a16="http://schemas.microsoft.com/office/drawing/2014/main" id="{C20CF2D0-692A-B8DD-F351-39B14CCF8B02}"/>
              </a:ext>
            </a:extLst>
          </p:cNvPr>
          <p:cNvSpPr txBox="1"/>
          <p:nvPr/>
        </p:nvSpPr>
        <p:spPr>
          <a:xfrm>
            <a:off x="912808" y="20685309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6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Attention</a:t>
            </a:r>
          </a:p>
        </p:txBody>
      </p:sp>
      <p:sp>
        <p:nvSpPr>
          <p:cNvPr id="385" name="Google Shape;100;p2">
            <a:extLst>
              <a:ext uri="{FF2B5EF4-FFF2-40B4-BE49-F238E27FC236}">
                <a16:creationId xmlns:a16="http://schemas.microsoft.com/office/drawing/2014/main" id="{9126585B-CD55-ED8E-6B8E-3C4597FCA96D}"/>
              </a:ext>
            </a:extLst>
          </p:cNvPr>
          <p:cNvSpPr txBox="1"/>
          <p:nvPr/>
        </p:nvSpPr>
        <p:spPr>
          <a:xfrm>
            <a:off x="912807" y="21070513"/>
            <a:ext cx="22537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D71BABB8-6AE4-9166-070D-2AABC9EA093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7804" t="34429" r="10565" b="33342"/>
          <a:stretch>
            <a:fillRect/>
          </a:stretch>
        </p:blipFill>
        <p:spPr>
          <a:xfrm>
            <a:off x="9760931" y="19878437"/>
            <a:ext cx="1343791" cy="246954"/>
          </a:xfrm>
          <a:prstGeom prst="rect">
            <a:avLst/>
          </a:prstGeom>
        </p:spPr>
      </p:pic>
      <p:sp>
        <p:nvSpPr>
          <p:cNvPr id="387" name="Google Shape;100;p2">
            <a:extLst>
              <a:ext uri="{FF2B5EF4-FFF2-40B4-BE49-F238E27FC236}">
                <a16:creationId xmlns:a16="http://schemas.microsoft.com/office/drawing/2014/main" id="{0669DEEA-697C-AD89-BAF1-6AE45FA760F8}"/>
              </a:ext>
            </a:extLst>
          </p:cNvPr>
          <p:cNvSpPr txBox="1"/>
          <p:nvPr/>
        </p:nvSpPr>
        <p:spPr>
          <a:xfrm>
            <a:off x="912807" y="22479990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</a:t>
            </a:r>
          </a:p>
        </p:txBody>
      </p:sp>
      <p:pic>
        <p:nvPicPr>
          <p:cNvPr id="388" name="Picture 387">
            <a:extLst>
              <a:ext uri="{FF2B5EF4-FFF2-40B4-BE49-F238E27FC236}">
                <a16:creationId xmlns:a16="http://schemas.microsoft.com/office/drawing/2014/main" id="{45D307AA-3378-70D0-5C76-69FBE3535DA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37" r="60491"/>
          <a:stretch>
            <a:fillRect/>
          </a:stretch>
        </p:blipFill>
        <p:spPr>
          <a:xfrm>
            <a:off x="3487491" y="20423359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389" name="Rounded Rectangle 388">
            <a:extLst>
              <a:ext uri="{FF2B5EF4-FFF2-40B4-BE49-F238E27FC236}">
                <a16:creationId xmlns:a16="http://schemas.microsoft.com/office/drawing/2014/main" id="{6FA82185-B00C-5BA7-6E4B-E77FEB7B0BCC}"/>
              </a:ext>
            </a:extLst>
          </p:cNvPr>
          <p:cNvSpPr/>
          <p:nvPr/>
        </p:nvSpPr>
        <p:spPr>
          <a:xfrm>
            <a:off x="3606955" y="22416995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" name="Google Shape;114;p2">
            <a:extLst>
              <a:ext uri="{FF2B5EF4-FFF2-40B4-BE49-F238E27FC236}">
                <a16:creationId xmlns:a16="http://schemas.microsoft.com/office/drawing/2014/main" id="{99B7512F-E628-98F3-4D28-08A5B672EC44}"/>
              </a:ext>
            </a:extLst>
          </p:cNvPr>
          <p:cNvSpPr txBox="1"/>
          <p:nvPr/>
        </p:nvSpPr>
        <p:spPr>
          <a:xfrm>
            <a:off x="3620743" y="20685309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6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Recall</a:t>
            </a:r>
          </a:p>
        </p:txBody>
      </p:sp>
      <p:sp>
        <p:nvSpPr>
          <p:cNvPr id="391" name="Google Shape;100;p2">
            <a:extLst>
              <a:ext uri="{FF2B5EF4-FFF2-40B4-BE49-F238E27FC236}">
                <a16:creationId xmlns:a16="http://schemas.microsoft.com/office/drawing/2014/main" id="{D49535AE-AEEE-BD8B-D1BB-FA22FA410023}"/>
              </a:ext>
            </a:extLst>
          </p:cNvPr>
          <p:cNvSpPr txBox="1"/>
          <p:nvPr/>
        </p:nvSpPr>
        <p:spPr>
          <a:xfrm>
            <a:off x="3620742" y="21070513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sp>
        <p:nvSpPr>
          <p:cNvPr id="406" name="Google Shape;100;p2">
            <a:extLst>
              <a:ext uri="{FF2B5EF4-FFF2-40B4-BE49-F238E27FC236}">
                <a16:creationId xmlns:a16="http://schemas.microsoft.com/office/drawing/2014/main" id="{6E61457C-8C01-B621-F1F0-6E7E92D426F3}"/>
              </a:ext>
            </a:extLst>
          </p:cNvPr>
          <p:cNvSpPr txBox="1"/>
          <p:nvPr/>
        </p:nvSpPr>
        <p:spPr>
          <a:xfrm>
            <a:off x="3620742" y="22479990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</a:t>
            </a:r>
          </a:p>
        </p:txBody>
      </p:sp>
      <p:pic>
        <p:nvPicPr>
          <p:cNvPr id="407" name="Picture 406">
            <a:extLst>
              <a:ext uri="{FF2B5EF4-FFF2-40B4-BE49-F238E27FC236}">
                <a16:creationId xmlns:a16="http://schemas.microsoft.com/office/drawing/2014/main" id="{77218C45-DE07-BD10-D104-D218CD37EE5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37" r="60491"/>
          <a:stretch>
            <a:fillRect/>
          </a:stretch>
        </p:blipFill>
        <p:spPr>
          <a:xfrm>
            <a:off x="6195430" y="20423359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430" name="Rounded Rectangle 429">
            <a:extLst>
              <a:ext uri="{FF2B5EF4-FFF2-40B4-BE49-F238E27FC236}">
                <a16:creationId xmlns:a16="http://schemas.microsoft.com/office/drawing/2014/main" id="{A5C1C186-7D82-2A40-C013-253C6A9E61DD}"/>
              </a:ext>
            </a:extLst>
          </p:cNvPr>
          <p:cNvSpPr/>
          <p:nvPr/>
        </p:nvSpPr>
        <p:spPr>
          <a:xfrm>
            <a:off x="6314894" y="22416995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3" name="Google Shape;114;p2">
            <a:extLst>
              <a:ext uri="{FF2B5EF4-FFF2-40B4-BE49-F238E27FC236}">
                <a16:creationId xmlns:a16="http://schemas.microsoft.com/office/drawing/2014/main" id="{1F0EFD98-025A-84A9-A5C8-E62248F8DA09}"/>
              </a:ext>
            </a:extLst>
          </p:cNvPr>
          <p:cNvSpPr txBox="1"/>
          <p:nvPr/>
        </p:nvSpPr>
        <p:spPr>
          <a:xfrm>
            <a:off x="6328682" y="20685309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6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Brand Choice</a:t>
            </a:r>
          </a:p>
        </p:txBody>
      </p:sp>
      <p:sp>
        <p:nvSpPr>
          <p:cNvPr id="434" name="Google Shape;100;p2">
            <a:extLst>
              <a:ext uri="{FF2B5EF4-FFF2-40B4-BE49-F238E27FC236}">
                <a16:creationId xmlns:a16="http://schemas.microsoft.com/office/drawing/2014/main" id="{FE0CA199-1D41-9130-CB85-305B765BFBF4}"/>
              </a:ext>
            </a:extLst>
          </p:cNvPr>
          <p:cNvSpPr txBox="1"/>
          <p:nvPr/>
        </p:nvSpPr>
        <p:spPr>
          <a:xfrm>
            <a:off x="6328681" y="21070513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sp>
        <p:nvSpPr>
          <p:cNvPr id="435" name="Google Shape;100;p2">
            <a:extLst>
              <a:ext uri="{FF2B5EF4-FFF2-40B4-BE49-F238E27FC236}">
                <a16:creationId xmlns:a16="http://schemas.microsoft.com/office/drawing/2014/main" id="{BE28B010-B54F-47E2-581B-35EB9C80561D}"/>
              </a:ext>
            </a:extLst>
          </p:cNvPr>
          <p:cNvSpPr txBox="1"/>
          <p:nvPr/>
        </p:nvSpPr>
        <p:spPr>
          <a:xfrm>
            <a:off x="6328681" y="22479990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</a:t>
            </a:r>
          </a:p>
        </p:txBody>
      </p:sp>
      <p:pic>
        <p:nvPicPr>
          <p:cNvPr id="436" name="Picture 435">
            <a:extLst>
              <a:ext uri="{FF2B5EF4-FFF2-40B4-BE49-F238E27FC236}">
                <a16:creationId xmlns:a16="http://schemas.microsoft.com/office/drawing/2014/main" id="{2CA47984-2F46-41F3-F802-D1A8BD607BF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37" r="60491"/>
          <a:stretch>
            <a:fillRect/>
          </a:stretch>
        </p:blipFill>
        <p:spPr>
          <a:xfrm>
            <a:off x="8903368" y="20423359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437" name="Rounded Rectangle 436">
            <a:extLst>
              <a:ext uri="{FF2B5EF4-FFF2-40B4-BE49-F238E27FC236}">
                <a16:creationId xmlns:a16="http://schemas.microsoft.com/office/drawing/2014/main" id="{C560A198-9E4E-BCE7-BC12-4F9813127564}"/>
              </a:ext>
            </a:extLst>
          </p:cNvPr>
          <p:cNvSpPr/>
          <p:nvPr/>
        </p:nvSpPr>
        <p:spPr>
          <a:xfrm>
            <a:off x="9022832" y="22416995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8" name="Google Shape;114;p2">
            <a:extLst>
              <a:ext uri="{FF2B5EF4-FFF2-40B4-BE49-F238E27FC236}">
                <a16:creationId xmlns:a16="http://schemas.microsoft.com/office/drawing/2014/main" id="{1750101C-E9DD-2D9A-F08E-108E8D5266D5}"/>
              </a:ext>
            </a:extLst>
          </p:cNvPr>
          <p:cNvSpPr txBox="1"/>
          <p:nvPr/>
        </p:nvSpPr>
        <p:spPr>
          <a:xfrm>
            <a:off x="9036620" y="20685309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6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Creative</a:t>
            </a:r>
          </a:p>
        </p:txBody>
      </p:sp>
      <p:sp>
        <p:nvSpPr>
          <p:cNvPr id="439" name="Google Shape;100;p2">
            <a:extLst>
              <a:ext uri="{FF2B5EF4-FFF2-40B4-BE49-F238E27FC236}">
                <a16:creationId xmlns:a16="http://schemas.microsoft.com/office/drawing/2014/main" id="{1337FC8E-2CBA-78B3-3ECE-838CD27D03B0}"/>
              </a:ext>
            </a:extLst>
          </p:cNvPr>
          <p:cNvSpPr txBox="1"/>
          <p:nvPr/>
        </p:nvSpPr>
        <p:spPr>
          <a:xfrm>
            <a:off x="9036619" y="21070513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sp>
        <p:nvSpPr>
          <p:cNvPr id="440" name="Google Shape;100;p2">
            <a:extLst>
              <a:ext uri="{FF2B5EF4-FFF2-40B4-BE49-F238E27FC236}">
                <a16:creationId xmlns:a16="http://schemas.microsoft.com/office/drawing/2014/main" id="{A4132B76-0E86-F8BF-F1DE-6050CB5EC413}"/>
              </a:ext>
            </a:extLst>
          </p:cNvPr>
          <p:cNvSpPr txBox="1"/>
          <p:nvPr/>
        </p:nvSpPr>
        <p:spPr>
          <a:xfrm>
            <a:off x="9036619" y="22479990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14DD0A75-C730-83FC-AA72-7F036F7E5925}"/>
              </a:ext>
            </a:extLst>
          </p:cNvPr>
          <p:cNvSpPr txBox="1"/>
          <p:nvPr/>
        </p:nvSpPr>
        <p:spPr>
          <a:xfrm>
            <a:off x="912808" y="19644206"/>
            <a:ext cx="6357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Brand Study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BKOI 2024 Colour Palette">
  <a:themeElements>
    <a:clrScheme name="MOBKOI_OneScreen 1">
      <a:dk1>
        <a:srgbClr val="000000"/>
      </a:dk1>
      <a:lt1>
        <a:srgbClr val="1D1D1D"/>
      </a:lt1>
      <a:dk2>
        <a:srgbClr val="565656"/>
      </a:dk2>
      <a:lt2>
        <a:srgbClr val="7E7E7E"/>
      </a:lt2>
      <a:accent1>
        <a:srgbClr val="A6A6A6"/>
      </a:accent1>
      <a:accent2>
        <a:srgbClr val="C7C7C7"/>
      </a:accent2>
      <a:accent3>
        <a:srgbClr val="8E93A1"/>
      </a:accent3>
      <a:accent4>
        <a:srgbClr val="306FDB"/>
      </a:accent4>
      <a:accent5>
        <a:srgbClr val="F2F2F2"/>
      </a:accent5>
      <a:accent6>
        <a:srgbClr val="FFFFFF"/>
      </a:accent6>
      <a:hlink>
        <a:srgbClr val="416ED3"/>
      </a:hlink>
      <a:folHlink>
        <a:srgbClr val="9D7AD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KOI_OneScreen" id="{C06E6BF5-ACE0-5B44-AA3E-CB88FB098B5B}" vid="{6EFA9A89-F561-2A4B-A65D-81DED623B7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MOBKOI_OneScreen</Template>
  <TotalTime>3201</TotalTime>
  <Words>943</Words>
  <Application>Microsoft Macintosh PowerPoint</Application>
  <PresentationFormat>Custom</PresentationFormat>
  <Paragraphs>98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Inter</vt:lpstr>
      <vt:lpstr>Aptos</vt:lpstr>
      <vt:lpstr>Calibri</vt:lpstr>
      <vt:lpstr>Inter SemiBold</vt:lpstr>
      <vt:lpstr>Calibri Light</vt:lpstr>
      <vt:lpstr>Inter Medium</vt:lpstr>
      <vt:lpstr>Arial</vt:lpstr>
      <vt:lpstr>MOBKOI 2024 Colour Palette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Crittenden</dc:creator>
  <cp:lastModifiedBy>Daniel Crittenden</cp:lastModifiedBy>
  <cp:revision>70</cp:revision>
  <dcterms:created xsi:type="dcterms:W3CDTF">2025-02-28T16:34:04Z</dcterms:created>
  <dcterms:modified xsi:type="dcterms:W3CDTF">2026-05-07T11:59:49Z</dcterms:modified>
</cp:coreProperties>
</file>