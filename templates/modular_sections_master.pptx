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18000663"/>
  <p:notesSz cx="6858000" cy="9144000"/>
  <p:embeddedFontLst>
    <p:embeddedFont>
      <p:font typeface="Inter" panose="02000503000000020004" pitchFamily="2" charset="0"/>
      <p:regular r:id="rId14"/>
      <p:bold r:id="rId14"/>
      <p:italic r:id="rId15"/>
      <p:boldItalic r:id="rId15"/>
    </p:embeddedFont>
    <p:embeddedFont>
      <p:font typeface="Inter Medium" panose="02000503000000020004" pitchFamily="2" charset="0"/>
      <p:regular r:id="rId16"/>
      <p:italic r:id="rId17"/>
    </p:embeddedFont>
    <p:embeddedFont>
      <p:font typeface="Inter SemiBold" panose="02000503000000020004" pitchFamily="2" charset="0"/>
      <p:regular r:id="rId15"/>
      <p:bold r:id="rId15"/>
      <p:italic r:id="rId15"/>
      <p:boldItalic r:id="rId18"/>
    </p:embeddedFont>
    <p:embeddedFont>
      <p:font typeface="Poppins" pitchFamily="2" charset="77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05"/>
    <p:restoredTop sz="96846"/>
  </p:normalViewPr>
  <p:slideViewPr>
    <p:cSldViewPr snapToGrid="0">
      <p:cViewPr>
        <p:scale>
          <a:sx n="120" d="100"/>
          <a:sy n="120" d="100"/>
        </p:scale>
        <p:origin x="496" y="-5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825C63-FBCA-6598-B7BE-D7DE486D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BDA4368-8F2E-5E60-DCDA-0C74BB86F7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5E5600F-B04B-1130-28E6-3F1CFFBC0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119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91B10A0-1092-3D0C-A0EA-ED159B3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5A5B576-EA79-17C0-A5AC-47107BC6A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A4F8055-B270-7CAE-5FBB-FFC10DC9FD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8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23A6CEC-6FC4-B39A-A040-42B6C5CF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1C32393-6100-892D-745E-30B7C9F06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587496F-571D-FB02-496A-FD57E5CDA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08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7ADB6EC-D387-F291-35B7-5414822C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4A16617-7A32-FD38-0823-AB0764E87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8C38D78-7CA8-04F2-B667-807A6CE30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13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CBEEBEC-823E-7BB3-F074-4F7A3C1E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92E79F7-9BAB-A42F-B5BE-811E986148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5E49A64-5E1B-CF50-779F-47A3D2C1E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96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93008DD1-2759-0984-986E-9D090C96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992251E-E6FF-D4CB-F8A5-89DC5802E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9307653-9544-8EEC-4216-2A3669D590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723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C91871F-2A91-B27A-8FAB-CCBF1926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2DBA438-D610-0045-34A7-DC7992C71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EF72559E-30D4-1B9F-2222-F41E3FAD1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402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8C2BF5E-6689-E331-59EB-53215823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BA7C76E-0C6A-6726-AC8F-06F64B50D5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926E79FB-80FC-442B-1581-9801613BA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3536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3BFC626-B790-4CD3-21E5-5BF508C1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D1C8BB8-6FCF-F4C2-BEC4-8C99090E9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2EF388A-AD95-5CE5-0625-493878FB3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89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2165136-9FF4-1B53-2B73-0CD7FD78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0B40ED4-CCCA-7DD4-0805-43BFB76CCC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1579710-C3A2-A07D-EDD7-8E74E2E40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384425" y="1143000"/>
            <a:ext cx="208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364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45946"/>
            <a:ext cx="9144000" cy="626689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454518"/>
            <a:ext cx="9144000" cy="43459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487672"/>
            <a:ext cx="10515600" cy="74877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2046282"/>
            <a:ext cx="10515600" cy="39376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791846"/>
            <a:ext cx="5181600" cy="114212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791846"/>
            <a:ext cx="5181600" cy="114212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58371"/>
            <a:ext cx="10515600" cy="34792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4412667"/>
            <a:ext cx="5157787" cy="21625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6575246"/>
            <a:ext cx="5157787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4412667"/>
            <a:ext cx="5183188" cy="21625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6575246"/>
            <a:ext cx="5183188" cy="967119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200047"/>
            <a:ext cx="3932237" cy="42001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591766"/>
            <a:ext cx="6172200" cy="12792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400202"/>
            <a:ext cx="3932237" cy="100045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200047"/>
            <a:ext cx="3932237" cy="42001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591766"/>
            <a:ext cx="6172200" cy="1279213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400202"/>
            <a:ext cx="3932237" cy="100045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958370"/>
            <a:ext cx="2628900" cy="1525473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958370"/>
            <a:ext cx="7734300" cy="1525473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5"/>
            <a:ext cx="8231633" cy="15317464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1"/>
            <a:ext cx="4019883" cy="1066410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57" y="9912731"/>
            <a:ext cx="3339661" cy="8087939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58371"/>
            <a:ext cx="10515600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791846"/>
            <a:ext cx="10515600" cy="1142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6683950"/>
            <a:ext cx="27432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6683950"/>
            <a:ext cx="41148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6683950"/>
            <a:ext cx="2743200" cy="9583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893BCE1-91FB-382B-346A-D24C8A0763D8}"/>
              </a:ext>
            </a:extLst>
          </p:cNvPr>
          <p:cNvGrpSpPr/>
          <p:nvPr/>
        </p:nvGrpSpPr>
        <p:grpSpPr>
          <a:xfrm>
            <a:off x="779474" y="2774490"/>
            <a:ext cx="11412542" cy="13343650"/>
            <a:chOff x="779474" y="2774490"/>
            <a:chExt cx="11412542" cy="1334365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C8B0ED-2577-04E9-FF64-5277202A28F7}"/>
                </a:ext>
              </a:extLst>
            </p:cNvPr>
            <p:cNvSpPr txBox="1"/>
            <p:nvPr/>
          </p:nvSpPr>
          <p:spPr>
            <a:xfrm>
              <a:off x="912826" y="5291570"/>
              <a:ext cx="6045777" cy="275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{{EXEC_SUMMARY}}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B98AD85-1C65-192F-36EF-CB256A720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52847"/>
            <a:stretch>
              <a:fillRect/>
            </a:stretch>
          </p:blipFill>
          <p:spPr>
            <a:xfrm>
              <a:off x="779474" y="7502353"/>
              <a:ext cx="10632989" cy="2419731"/>
            </a:xfrm>
            <a:custGeom>
              <a:avLst/>
              <a:gdLst>
                <a:gd name="csX0" fmla="*/ 181286 w 10632989"/>
                <a:gd name="csY0" fmla="*/ 0 h 2419731"/>
                <a:gd name="csX1" fmla="*/ 7479094 w 10632989"/>
                <a:gd name="csY1" fmla="*/ 0 h 2419731"/>
                <a:gd name="csX2" fmla="*/ 7479094 w 10632989"/>
                <a:gd name="csY2" fmla="*/ 1293802 h 2419731"/>
                <a:gd name="csX3" fmla="*/ 7817666 w 10632989"/>
                <a:gd name="csY3" fmla="*/ 1632374 h 2419731"/>
                <a:gd name="csX4" fmla="*/ 9618546 w 10632989"/>
                <a:gd name="csY4" fmla="*/ 1632374 h 2419731"/>
                <a:gd name="csX5" fmla="*/ 9957118 w 10632989"/>
                <a:gd name="csY5" fmla="*/ 1293802 h 2419731"/>
                <a:gd name="csX6" fmla="*/ 9957118 w 10632989"/>
                <a:gd name="csY6" fmla="*/ 0 h 2419731"/>
                <a:gd name="csX7" fmla="*/ 10451703 w 10632989"/>
                <a:gd name="csY7" fmla="*/ 0 h 2419731"/>
                <a:gd name="csX8" fmla="*/ 10632989 w 10632989"/>
                <a:gd name="csY8" fmla="*/ 181286 h 2419731"/>
                <a:gd name="csX9" fmla="*/ 10632989 w 10632989"/>
                <a:gd name="csY9" fmla="*/ 2238445 h 2419731"/>
                <a:gd name="csX10" fmla="*/ 10451703 w 10632989"/>
                <a:gd name="csY10" fmla="*/ 2419731 h 2419731"/>
                <a:gd name="csX11" fmla="*/ 181286 w 10632989"/>
                <a:gd name="csY11" fmla="*/ 2419731 h 2419731"/>
                <a:gd name="csX12" fmla="*/ 0 w 10632989"/>
                <a:gd name="csY12" fmla="*/ 2238445 h 2419731"/>
                <a:gd name="csX13" fmla="*/ 0 w 10632989"/>
                <a:gd name="csY13" fmla="*/ 181286 h 2419731"/>
                <a:gd name="csX14" fmla="*/ 181286 w 10632989"/>
                <a:gd name="csY14" fmla="*/ 0 h 2419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632989" h="2419731">
                  <a:moveTo>
                    <a:pt x="181286" y="0"/>
                  </a:moveTo>
                  <a:lnTo>
                    <a:pt x="7479094" y="0"/>
                  </a:lnTo>
                  <a:lnTo>
                    <a:pt x="7479094" y="1293802"/>
                  </a:lnTo>
                  <a:cubicBezTo>
                    <a:pt x="7479094" y="1480790"/>
                    <a:pt x="7630678" y="1632374"/>
                    <a:pt x="7817666" y="1632374"/>
                  </a:cubicBezTo>
                  <a:lnTo>
                    <a:pt x="9618546" y="1632374"/>
                  </a:lnTo>
                  <a:cubicBezTo>
                    <a:pt x="9805534" y="1632374"/>
                    <a:pt x="9957118" y="1480790"/>
                    <a:pt x="9957118" y="1293802"/>
                  </a:cubicBezTo>
                  <a:lnTo>
                    <a:pt x="9957118" y="0"/>
                  </a:lnTo>
                  <a:lnTo>
                    <a:pt x="10451703" y="0"/>
                  </a:lnTo>
                  <a:cubicBezTo>
                    <a:pt x="10551824" y="0"/>
                    <a:pt x="10632989" y="81165"/>
                    <a:pt x="10632989" y="181286"/>
                  </a:cubicBezTo>
                  <a:lnTo>
                    <a:pt x="10632989" y="2238445"/>
                  </a:lnTo>
                  <a:cubicBezTo>
                    <a:pt x="10632989" y="2338566"/>
                    <a:pt x="10551824" y="2419731"/>
                    <a:pt x="10451703" y="2419731"/>
                  </a:cubicBezTo>
                  <a:lnTo>
                    <a:pt x="181286" y="2419731"/>
                  </a:lnTo>
                  <a:cubicBezTo>
                    <a:pt x="81165" y="2419731"/>
                    <a:pt x="0" y="2338566"/>
                    <a:pt x="0" y="2238445"/>
                  </a:cubicBezTo>
                  <a:lnTo>
                    <a:pt x="0" y="181286"/>
                  </a:lnTo>
                  <a:cubicBezTo>
                    <a:pt x="0" y="81165"/>
                    <a:pt x="81165" y="0"/>
                    <a:pt x="181286" y="0"/>
                  </a:cubicBezTo>
                  <a:close/>
                </a:path>
              </a:pathLst>
            </a:custGeom>
          </p:spPr>
        </p:pic>
        <p:pic>
          <p:nvPicPr>
            <p:cNvPr id="134" name="Picture 2">
              <a:extLst>
                <a:ext uri="{FF2B5EF4-FFF2-40B4-BE49-F238E27FC236}">
                  <a16:creationId xmlns:a16="http://schemas.microsoft.com/office/drawing/2014/main" id="{571D06E3-E6E7-6CE7-68C9-C1D5AD13B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1036331" y="7730988"/>
              <a:ext cx="1962463" cy="1962463"/>
            </a:xfrm>
            <a:prstGeom prst="roundRect">
              <a:avLst>
                <a:gd name="adj" fmla="val 4729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F3A6D05-A44C-0480-4E70-D4F21AA5A776}"/>
                </a:ext>
              </a:extLst>
            </p:cNvPr>
            <p:cNvSpPr txBox="1"/>
            <p:nvPr/>
          </p:nvSpPr>
          <p:spPr>
            <a:xfrm>
              <a:off x="912817" y="4007614"/>
              <a:ext cx="67608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36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{{CAMPAIGN_NAME}}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91BA13E-076F-EC1C-75F8-7D9920A925EB}"/>
                </a:ext>
              </a:extLst>
            </p:cNvPr>
            <p:cNvSpPr txBox="1"/>
            <p:nvPr/>
          </p:nvSpPr>
          <p:spPr>
            <a:xfrm>
              <a:off x="912826" y="4681659"/>
              <a:ext cx="41685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spc="6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</a:rPr>
                <a:t>PCA Reporting Results</a:t>
              </a:r>
            </a:p>
          </p:txBody>
        </p:sp>
        <p:pic>
          <p:nvPicPr>
            <p:cNvPr id="138" name="Picture 137" descr="A hand holding a cell phone&#10;&#10;AI-generated content may be incorrect.">
              <a:extLst>
                <a:ext uri="{FF2B5EF4-FFF2-40B4-BE49-F238E27FC236}">
                  <a16:creationId xmlns:a16="http://schemas.microsoft.com/office/drawing/2014/main" id="{AD9B96FD-1448-FFC7-FFA2-614387358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5405" b="12112"/>
            <a:stretch>
              <a:fillRect/>
            </a:stretch>
          </p:blipFill>
          <p:spPr>
            <a:xfrm>
              <a:off x="6803145" y="3064066"/>
              <a:ext cx="5388871" cy="6858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AB91713-979C-2180-201B-E3159A932E7A}"/>
                </a:ext>
              </a:extLst>
            </p:cNvPr>
            <p:cNvSpPr txBox="1"/>
            <p:nvPr/>
          </p:nvSpPr>
          <p:spPr>
            <a:xfrm>
              <a:off x="3272086" y="8191421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Client: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100;p2">
              <a:extLst>
                <a:ext uri="{FF2B5EF4-FFF2-40B4-BE49-F238E27FC236}">
                  <a16:creationId xmlns:a16="http://schemas.microsoft.com/office/drawing/2014/main" id="{51538220-F164-1737-52FB-9A8B30EC3EF5}"/>
                </a:ext>
              </a:extLst>
            </p:cNvPr>
            <p:cNvSpPr txBox="1"/>
            <p:nvPr/>
          </p:nvSpPr>
          <p:spPr>
            <a:xfrm>
              <a:off x="3268344" y="7787189"/>
              <a:ext cx="226232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Campaign Details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F6E1820-5709-46B7-416E-7D1B6889655C}"/>
                </a:ext>
              </a:extLst>
            </p:cNvPr>
            <p:cNvSpPr txBox="1"/>
            <p:nvPr/>
          </p:nvSpPr>
          <p:spPr>
            <a:xfrm>
              <a:off x="912826" y="6802752"/>
              <a:ext cx="6357491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Creative Formats:</a:t>
              </a:r>
              <a:endParaRPr lang="en-GB" sz="900" b="1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143" name="Graphic 142">
              <a:extLst>
                <a:ext uri="{FF2B5EF4-FFF2-40B4-BE49-F238E27FC236}">
                  <a16:creationId xmlns:a16="http://schemas.microsoft.com/office/drawing/2014/main" id="{CC6DA528-12CF-DA06-1B62-E00725A9AFA7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6988" y="2774490"/>
              <a:ext cx="1758433" cy="289576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CDCD34D-71DD-37DC-397C-E4DD0106C3E5}"/>
                </a:ext>
              </a:extLst>
            </p:cNvPr>
            <p:cNvSpPr txBox="1"/>
            <p:nvPr/>
          </p:nvSpPr>
          <p:spPr>
            <a:xfrm>
              <a:off x="912806" y="10707424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/>
              </a:pPr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Overview:</a:t>
              </a:r>
              <a:endPara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100;p2">
              <a:extLst>
                <a:ext uri="{FF2B5EF4-FFF2-40B4-BE49-F238E27FC236}">
                  <a16:creationId xmlns:a16="http://schemas.microsoft.com/office/drawing/2014/main" id="{BEBDE465-9FE0-FF81-4448-29495D0DBF9B}"/>
                </a:ext>
              </a:extLst>
            </p:cNvPr>
            <p:cNvSpPr txBox="1"/>
            <p:nvPr/>
          </p:nvSpPr>
          <p:spPr>
            <a:xfrm>
              <a:off x="912807" y="10295681"/>
              <a:ext cx="292972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Campaign Objectives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6D2C4CE-64A2-C817-4E49-72AE58F4F7E4}"/>
                </a:ext>
              </a:extLst>
            </p:cNvPr>
            <p:cNvSpPr txBox="1"/>
            <p:nvPr/>
          </p:nvSpPr>
          <p:spPr>
            <a:xfrm>
              <a:off x="912823" y="3715380"/>
              <a:ext cx="416853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spc="60" dirty="0"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</a:rPr>
                <a:t>{{CAMPAIGN_PERIOD}}</a:t>
              </a:r>
            </a:p>
          </p:txBody>
        </p:sp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BAF3ECC0-FE7E-C711-B4A6-A46F55A06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52847"/>
            <a:stretch>
              <a:fillRect/>
            </a:stretch>
          </p:blipFill>
          <p:spPr>
            <a:xfrm>
              <a:off x="779474" y="11971708"/>
              <a:ext cx="10632989" cy="1243369"/>
            </a:xfrm>
            <a:prstGeom prst="roundRect">
              <a:avLst>
                <a:gd name="adj" fmla="val 13262"/>
              </a:avLst>
            </a:prstGeom>
          </p:spPr>
        </p:pic>
        <p:sp>
          <p:nvSpPr>
            <p:cNvPr id="148" name="Google Shape;100;p2">
              <a:extLst>
                <a:ext uri="{FF2B5EF4-FFF2-40B4-BE49-F238E27FC236}">
                  <a16:creationId xmlns:a16="http://schemas.microsoft.com/office/drawing/2014/main" id="{AEFEFAF1-A90A-FD8E-B2F3-3C6F96805E51}"/>
                </a:ext>
              </a:extLst>
            </p:cNvPr>
            <p:cNvSpPr txBox="1"/>
            <p:nvPr/>
          </p:nvSpPr>
          <p:spPr>
            <a:xfrm>
              <a:off x="1202057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{{DELIVERED_IMPRESSIONS}}</a:t>
              </a:r>
            </a:p>
          </p:txBody>
        </p:sp>
        <p:sp>
          <p:nvSpPr>
            <p:cNvPr id="149" name="Google Shape;100;p2">
              <a:extLst>
                <a:ext uri="{FF2B5EF4-FFF2-40B4-BE49-F238E27FC236}">
                  <a16:creationId xmlns:a16="http://schemas.microsoft.com/office/drawing/2014/main" id="{A66AE716-98CB-AF7D-5297-01666B666C10}"/>
                </a:ext>
              </a:extLst>
            </p:cNvPr>
            <p:cNvSpPr txBox="1"/>
            <p:nvPr/>
          </p:nvSpPr>
          <p:spPr>
            <a:xfrm>
              <a:off x="1202066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Impressions</a:t>
              </a:r>
            </a:p>
          </p:txBody>
        </p:sp>
        <p:sp>
          <p:nvSpPr>
            <p:cNvPr id="150" name="Google Shape;100;p2">
              <a:extLst>
                <a:ext uri="{FF2B5EF4-FFF2-40B4-BE49-F238E27FC236}">
                  <a16:creationId xmlns:a16="http://schemas.microsoft.com/office/drawing/2014/main" id="{DA1D4DB1-488E-B372-4D37-CEBF05E0ED21}"/>
                </a:ext>
              </a:extLst>
            </p:cNvPr>
            <p:cNvSpPr txBox="1"/>
            <p:nvPr/>
          </p:nvSpPr>
          <p:spPr>
            <a:xfrm>
              <a:off x="3175359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{{IO_OVERALL_IMPRESSIONS}}</a:t>
              </a:r>
            </a:p>
          </p:txBody>
        </p:sp>
        <p:sp>
          <p:nvSpPr>
            <p:cNvPr id="151" name="Google Shape;100;p2">
              <a:extLst>
                <a:ext uri="{FF2B5EF4-FFF2-40B4-BE49-F238E27FC236}">
                  <a16:creationId xmlns:a16="http://schemas.microsoft.com/office/drawing/2014/main" id="{F60954DE-D02B-B1FD-4A1A-25516675B0D5}"/>
                </a:ext>
              </a:extLst>
            </p:cNvPr>
            <p:cNvSpPr txBox="1"/>
            <p:nvPr/>
          </p:nvSpPr>
          <p:spPr>
            <a:xfrm>
              <a:off x="3175368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IO Overall Impressions</a:t>
              </a:r>
            </a:p>
          </p:txBody>
        </p:sp>
        <p:sp>
          <p:nvSpPr>
            <p:cNvPr id="152" name="Google Shape;100;p2">
              <a:extLst>
                <a:ext uri="{FF2B5EF4-FFF2-40B4-BE49-F238E27FC236}">
                  <a16:creationId xmlns:a16="http://schemas.microsoft.com/office/drawing/2014/main" id="{68A419A7-C7A7-400D-159B-B0BE17C0C780}"/>
                </a:ext>
              </a:extLst>
            </p:cNvPr>
            <p:cNvSpPr txBox="1"/>
            <p:nvPr/>
          </p:nvSpPr>
          <p:spPr>
            <a:xfrm>
              <a:off x="5148661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{{ADDED_VALUE_IMPRESSIONS}}</a:t>
              </a:r>
            </a:p>
          </p:txBody>
        </p:sp>
        <p:sp>
          <p:nvSpPr>
            <p:cNvPr id="153" name="Google Shape;100;p2">
              <a:extLst>
                <a:ext uri="{FF2B5EF4-FFF2-40B4-BE49-F238E27FC236}">
                  <a16:creationId xmlns:a16="http://schemas.microsoft.com/office/drawing/2014/main" id="{F45EF14C-9D3F-233B-1657-8DC254CF22D2}"/>
                </a:ext>
              </a:extLst>
            </p:cNvPr>
            <p:cNvSpPr txBox="1"/>
            <p:nvPr/>
          </p:nvSpPr>
          <p:spPr>
            <a:xfrm>
              <a:off x="5148670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Overall AV</a:t>
              </a:r>
            </a:p>
          </p:txBody>
        </p:sp>
        <p:sp>
          <p:nvSpPr>
            <p:cNvPr id="154" name="Google Shape;100;p2">
              <a:extLst>
                <a:ext uri="{FF2B5EF4-FFF2-40B4-BE49-F238E27FC236}">
                  <a16:creationId xmlns:a16="http://schemas.microsoft.com/office/drawing/2014/main" id="{FE9941F7-B3E6-5F28-2D44-32AF86B9E3AD}"/>
                </a:ext>
              </a:extLst>
            </p:cNvPr>
            <p:cNvSpPr txBox="1"/>
            <p:nvPr/>
          </p:nvSpPr>
          <p:spPr>
            <a:xfrm>
              <a:off x="7121963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{{DELIVERY_WITH_AV_PERCENT}}</a:t>
              </a:r>
            </a:p>
          </p:txBody>
        </p:sp>
        <p:sp>
          <p:nvSpPr>
            <p:cNvPr id="155" name="Google Shape;100;p2">
              <a:extLst>
                <a:ext uri="{FF2B5EF4-FFF2-40B4-BE49-F238E27FC236}">
                  <a16:creationId xmlns:a16="http://schemas.microsoft.com/office/drawing/2014/main" id="{C1575B6E-F0DF-0FED-5161-3F07315F7570}"/>
                </a:ext>
              </a:extLst>
            </p:cNvPr>
            <p:cNvSpPr txBox="1"/>
            <p:nvPr/>
          </p:nvSpPr>
          <p:spPr>
            <a:xfrm>
              <a:off x="7121972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Delivery incl. AV Units</a:t>
              </a:r>
            </a:p>
          </p:txBody>
        </p:sp>
        <p:sp>
          <p:nvSpPr>
            <p:cNvPr id="156" name="Google Shape;100;p2">
              <a:extLst>
                <a:ext uri="{FF2B5EF4-FFF2-40B4-BE49-F238E27FC236}">
                  <a16:creationId xmlns:a16="http://schemas.microsoft.com/office/drawing/2014/main" id="{2E41B7BE-2CE3-A32D-7C48-CDBCBBC8CC32}"/>
                </a:ext>
              </a:extLst>
            </p:cNvPr>
            <p:cNvSpPr txBox="1"/>
            <p:nvPr/>
          </p:nvSpPr>
          <p:spPr>
            <a:xfrm>
              <a:off x="9095266" y="12482151"/>
              <a:ext cx="231717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{{ADDED_VALUE_WORTH}}</a:t>
              </a:r>
            </a:p>
          </p:txBody>
        </p:sp>
        <p:sp>
          <p:nvSpPr>
            <p:cNvPr id="157" name="Google Shape;100;p2">
              <a:extLst>
                <a:ext uri="{FF2B5EF4-FFF2-40B4-BE49-F238E27FC236}">
                  <a16:creationId xmlns:a16="http://schemas.microsoft.com/office/drawing/2014/main" id="{D663A46B-4D9F-6F6D-D42B-129F995C049A}"/>
                </a:ext>
              </a:extLst>
            </p:cNvPr>
            <p:cNvSpPr txBox="1"/>
            <p:nvPr/>
          </p:nvSpPr>
          <p:spPr>
            <a:xfrm>
              <a:off x="9095275" y="12239250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Worth of Added Value</a:t>
              </a:r>
            </a:p>
          </p:txBody>
        </p:sp>
        <p:sp>
          <p:nvSpPr>
            <p:cNvPr id="158" name="Google Shape;114;p2">
              <a:extLst>
                <a:ext uri="{FF2B5EF4-FFF2-40B4-BE49-F238E27FC236}">
                  <a16:creationId xmlns:a16="http://schemas.microsoft.com/office/drawing/2014/main" id="{51E3BA06-87D3-C1F9-7DC5-AA8BAB5D092D}"/>
                </a:ext>
              </a:extLst>
            </p:cNvPr>
            <p:cNvSpPr txBox="1"/>
            <p:nvPr/>
          </p:nvSpPr>
          <p:spPr>
            <a:xfrm>
              <a:off x="912825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On Screen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59" name="Google Shape;100;p2">
              <a:extLst>
                <a:ext uri="{FF2B5EF4-FFF2-40B4-BE49-F238E27FC236}">
                  <a16:creationId xmlns:a16="http://schemas.microsoft.com/office/drawing/2014/main" id="{CD0F5A9B-3924-7029-8740-CFCC7DEA4EE7}"/>
                </a:ext>
              </a:extLst>
            </p:cNvPr>
            <p:cNvSpPr txBox="1"/>
            <p:nvPr/>
          </p:nvSpPr>
          <p:spPr>
            <a:xfrm>
              <a:off x="912825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60 - 70% Benchmark</a:t>
              </a:r>
            </a:p>
          </p:txBody>
        </p:sp>
        <p:sp>
          <p:nvSpPr>
            <p:cNvPr id="160" name="Google Shape;110;p2">
              <a:extLst>
                <a:ext uri="{FF2B5EF4-FFF2-40B4-BE49-F238E27FC236}">
                  <a16:creationId xmlns:a16="http://schemas.microsoft.com/office/drawing/2014/main" id="{255DBD33-4889-D7C9-BE32-720497750175}"/>
                </a:ext>
              </a:extLst>
            </p:cNvPr>
            <p:cNvSpPr txBox="1"/>
            <p:nvPr/>
          </p:nvSpPr>
          <p:spPr>
            <a:xfrm>
              <a:off x="3677702" y="13563624"/>
              <a:ext cx="2041799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{{PERFORMANCE_CTR}}</a:t>
              </a:r>
            </a:p>
          </p:txBody>
        </p:sp>
        <p:sp>
          <p:nvSpPr>
            <p:cNvPr id="161" name="Google Shape;114;p2">
              <a:extLst>
                <a:ext uri="{FF2B5EF4-FFF2-40B4-BE49-F238E27FC236}">
                  <a16:creationId xmlns:a16="http://schemas.microsoft.com/office/drawing/2014/main" id="{671548CA-036F-1AB5-0F30-2606C01A8657}"/>
                </a:ext>
              </a:extLst>
            </p:cNvPr>
            <p:cNvSpPr txBox="1"/>
            <p:nvPr/>
          </p:nvSpPr>
          <p:spPr>
            <a:xfrm>
              <a:off x="3677702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62" name="Google Shape;100;p2">
              <a:extLst>
                <a:ext uri="{FF2B5EF4-FFF2-40B4-BE49-F238E27FC236}">
                  <a16:creationId xmlns:a16="http://schemas.microsoft.com/office/drawing/2014/main" id="{F355C0A2-D583-A22D-1B95-7F2366575E10}"/>
                </a:ext>
              </a:extLst>
            </p:cNvPr>
            <p:cNvSpPr txBox="1"/>
            <p:nvPr/>
          </p:nvSpPr>
          <p:spPr>
            <a:xfrm>
              <a:off x="3677702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0.3-0.5 % Benchmark</a:t>
              </a:r>
            </a:p>
          </p:txBody>
        </p:sp>
        <p:sp>
          <p:nvSpPr>
            <p:cNvPr id="163" name="Google Shape;110;p2">
              <a:extLst>
                <a:ext uri="{FF2B5EF4-FFF2-40B4-BE49-F238E27FC236}">
                  <a16:creationId xmlns:a16="http://schemas.microsoft.com/office/drawing/2014/main" id="{86F7DC4B-7B28-8660-E0E8-BA10C96F446E}"/>
                </a:ext>
              </a:extLst>
            </p:cNvPr>
            <p:cNvSpPr txBox="1"/>
            <p:nvPr/>
          </p:nvSpPr>
          <p:spPr>
            <a:xfrm>
              <a:off x="6386492" y="13563635"/>
              <a:ext cx="2041799" cy="2554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{{PERFORMANCE_ENGAGEMENT_RATE}}</a:t>
              </a:r>
            </a:p>
          </p:txBody>
        </p:sp>
        <p:sp>
          <p:nvSpPr>
            <p:cNvPr id="164" name="Google Shape;114;p2">
              <a:extLst>
                <a:ext uri="{FF2B5EF4-FFF2-40B4-BE49-F238E27FC236}">
                  <a16:creationId xmlns:a16="http://schemas.microsoft.com/office/drawing/2014/main" id="{5C103D00-CF81-8D1E-1FFE-EFE991F644AB}"/>
                </a:ext>
              </a:extLst>
            </p:cNvPr>
            <p:cNvSpPr txBox="1"/>
            <p:nvPr/>
          </p:nvSpPr>
          <p:spPr>
            <a:xfrm>
              <a:off x="6386492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Engagement Rate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65" name="Google Shape;100;p2">
              <a:extLst>
                <a:ext uri="{FF2B5EF4-FFF2-40B4-BE49-F238E27FC236}">
                  <a16:creationId xmlns:a16="http://schemas.microsoft.com/office/drawing/2014/main" id="{B05606A5-6C4E-12ED-6B12-76C199B57B96}"/>
                </a:ext>
              </a:extLst>
            </p:cNvPr>
            <p:cNvSpPr txBox="1"/>
            <p:nvPr/>
          </p:nvSpPr>
          <p:spPr>
            <a:xfrm>
              <a:off x="6386492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0.3 – 0.5% Benchmark</a:t>
              </a:r>
            </a:p>
          </p:txBody>
        </p:sp>
        <p:sp>
          <p:nvSpPr>
            <p:cNvPr id="166" name="Google Shape;110;p2">
              <a:extLst>
                <a:ext uri="{FF2B5EF4-FFF2-40B4-BE49-F238E27FC236}">
                  <a16:creationId xmlns:a16="http://schemas.microsoft.com/office/drawing/2014/main" id="{3716AA88-27A5-4F34-A11B-108EFCAA3CE4}"/>
                </a:ext>
              </a:extLst>
            </p:cNvPr>
            <p:cNvSpPr txBox="1"/>
            <p:nvPr/>
          </p:nvSpPr>
          <p:spPr>
            <a:xfrm>
              <a:off x="9095283" y="13563624"/>
              <a:ext cx="2041799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{{PERFORMANCE_VCR}}</a:t>
              </a:r>
            </a:p>
          </p:txBody>
        </p:sp>
        <p:sp>
          <p:nvSpPr>
            <p:cNvPr id="167" name="Google Shape;114;p2">
              <a:extLst>
                <a:ext uri="{FF2B5EF4-FFF2-40B4-BE49-F238E27FC236}">
                  <a16:creationId xmlns:a16="http://schemas.microsoft.com/office/drawing/2014/main" id="{AB464539-2835-C0DD-7265-9A9568B68D1D}"/>
                </a:ext>
              </a:extLst>
            </p:cNvPr>
            <p:cNvSpPr txBox="1"/>
            <p:nvPr/>
          </p:nvSpPr>
          <p:spPr>
            <a:xfrm>
              <a:off x="9095283" y="14136086"/>
              <a:ext cx="204179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6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  <a:endParaRPr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68" name="Google Shape;100;p2">
              <a:extLst>
                <a:ext uri="{FF2B5EF4-FFF2-40B4-BE49-F238E27FC236}">
                  <a16:creationId xmlns:a16="http://schemas.microsoft.com/office/drawing/2014/main" id="{E3B8FBE5-CD25-422B-2DE9-22C1811AAF07}"/>
                </a:ext>
              </a:extLst>
            </p:cNvPr>
            <p:cNvSpPr txBox="1"/>
            <p:nvPr/>
          </p:nvSpPr>
          <p:spPr>
            <a:xfrm>
              <a:off x="9095283" y="14412477"/>
              <a:ext cx="2041799" cy="215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8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25 – 35% Benchmark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3803579-1C71-08D7-C79F-10A40B71D21D}"/>
                </a:ext>
              </a:extLst>
            </p:cNvPr>
            <p:cNvSpPr txBox="1"/>
            <p:nvPr/>
          </p:nvSpPr>
          <p:spPr>
            <a:xfrm>
              <a:off x="912806" y="14959081"/>
              <a:ext cx="9949158" cy="483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Lorem ipsum dolor sit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amet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,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consectetur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adipiscing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elit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, sed do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eiusmod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tempor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incididunt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ut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labore et dolore magna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aliqua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. Ut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enim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ad minim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veniam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, quis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nostrud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exercitation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ullamco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laboris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nisi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ut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aliquip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ex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ea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commodo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consequat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. Duis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aute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irure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dolor in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reprehenderit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in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voluptate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velit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esse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cillum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dolore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eu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fugiat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nulla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 </a:t>
              </a:r>
              <a:r>
                <a:rPr lang="en-US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pariatur</a:t>
              </a:r>
              <a:r>
                <a:rPr lang="en-US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Poppins" pitchFamily="2" charset="77"/>
                </a:rPr>
                <a:t>.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4D3F411D-0CCC-4C2F-9B83-686DC899AC43}"/>
                </a:ext>
              </a:extLst>
            </p:cNvPr>
            <p:cNvSpPr txBox="1"/>
            <p:nvPr/>
          </p:nvSpPr>
          <p:spPr>
            <a:xfrm>
              <a:off x="2070800" y="6802752"/>
              <a:ext cx="5199517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{{CAMPAIGN_FORMATS}}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89A4920-8117-CD7F-43C8-95AD06930869}"/>
                </a:ext>
              </a:extLst>
            </p:cNvPr>
            <p:cNvSpPr txBox="1"/>
            <p:nvPr/>
          </p:nvSpPr>
          <p:spPr>
            <a:xfrm>
              <a:off x="4271275" y="8191420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{{CLIENT_NAME}}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8604891E-F0E9-F0E2-6AA4-42C3FA406517}"/>
                </a:ext>
              </a:extLst>
            </p:cNvPr>
            <p:cNvSpPr txBox="1"/>
            <p:nvPr/>
          </p:nvSpPr>
          <p:spPr>
            <a:xfrm>
              <a:off x="3272086" y="8468746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Campaign: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DEBBFEF-3530-DC14-A3C8-D234BCB84732}"/>
                </a:ext>
              </a:extLst>
            </p:cNvPr>
            <p:cNvSpPr txBox="1"/>
            <p:nvPr/>
          </p:nvSpPr>
          <p:spPr>
            <a:xfrm>
              <a:off x="3272086" y="8746072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Markets: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02DD2892-CC57-F090-2F5C-BBA6E07E387A}"/>
                </a:ext>
              </a:extLst>
            </p:cNvPr>
            <p:cNvSpPr txBox="1"/>
            <p:nvPr/>
          </p:nvSpPr>
          <p:spPr>
            <a:xfrm>
              <a:off x="3272086" y="9023398"/>
              <a:ext cx="107826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Live Dates: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4E778B3-A01C-3BCF-42CE-9F0D34FC61D9}"/>
                </a:ext>
              </a:extLst>
            </p:cNvPr>
            <p:cNvSpPr txBox="1"/>
            <p:nvPr/>
          </p:nvSpPr>
          <p:spPr>
            <a:xfrm>
              <a:off x="3272075" y="9300723"/>
              <a:ext cx="13814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b="1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Actual Spend:</a:t>
              </a:r>
              <a:endPara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FA9C6ED-9C73-5DD2-E3C0-9B5EE90E0B9B}"/>
                </a:ext>
              </a:extLst>
            </p:cNvPr>
            <p:cNvSpPr txBox="1"/>
            <p:nvPr/>
          </p:nvSpPr>
          <p:spPr>
            <a:xfrm>
              <a:off x="4271275" y="8467428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{{CAMPAIGN_NAME}}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CC3A738-D400-ADE4-1151-B79776CB28A0}"/>
                </a:ext>
              </a:extLst>
            </p:cNvPr>
            <p:cNvSpPr txBox="1"/>
            <p:nvPr/>
          </p:nvSpPr>
          <p:spPr>
            <a:xfrm>
              <a:off x="4271275" y="8743436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{{CAMPAIGN_MARKETS}}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1BA0B76-FFE2-8A19-DB33-CC7497F6E601}"/>
                </a:ext>
              </a:extLst>
            </p:cNvPr>
            <p:cNvSpPr txBox="1"/>
            <p:nvPr/>
          </p:nvSpPr>
          <p:spPr>
            <a:xfrm>
              <a:off x="4271285" y="9019444"/>
              <a:ext cx="374638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{{LIVE_DATES_FULL}}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F03BFE4-47D5-EC5D-904E-81C5F8748E04}"/>
                </a:ext>
              </a:extLst>
            </p:cNvPr>
            <p:cNvSpPr txBox="1"/>
            <p:nvPr/>
          </p:nvSpPr>
          <p:spPr>
            <a:xfrm>
              <a:off x="4271275" y="9295451"/>
              <a:ext cx="33316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900" spc="3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{{CAMPAIGN_BUDGET}}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668B9C30-FCED-2FA9-29A9-11103BACF30B}"/>
                </a:ext>
              </a:extLst>
            </p:cNvPr>
            <p:cNvSpPr txBox="1"/>
            <p:nvPr/>
          </p:nvSpPr>
          <p:spPr>
            <a:xfrm>
              <a:off x="912806" y="11046530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 startAt="2"/>
              </a:pPr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Audience:</a:t>
              </a:r>
              <a:endPara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D1CDCED-EA5E-E455-AAF6-07B31B0C8807}"/>
                </a:ext>
              </a:extLst>
            </p:cNvPr>
            <p:cNvSpPr txBox="1"/>
            <p:nvPr/>
          </p:nvSpPr>
          <p:spPr>
            <a:xfrm>
              <a:off x="912806" y="11380444"/>
              <a:ext cx="1230318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>
                <a:buFont typeface="+mj-lt"/>
                <a:buAutoNum type="alphaUcPeriod" startAt="3"/>
              </a:pPr>
              <a:r>
                <a:rPr lang="en-GB" sz="900" b="1" spc="3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KPIs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: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CE9323C0-F958-D62C-A73B-DF9959156F37}"/>
                </a:ext>
              </a:extLst>
            </p:cNvPr>
            <p:cNvSpPr txBox="1"/>
            <p:nvPr/>
          </p:nvSpPr>
          <p:spPr>
            <a:xfrm>
              <a:off x="1851548" y="10707424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900" spc="3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DB436329-E0CC-C228-1A27-7749AA52502F}"/>
                </a:ext>
              </a:extLst>
            </p:cNvPr>
            <p:cNvSpPr txBox="1"/>
            <p:nvPr/>
          </p:nvSpPr>
          <p:spPr>
            <a:xfrm>
              <a:off x="1845328" y="11046530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Audience Type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FF4B911-796E-F170-4DCA-16F12A13D4EE}"/>
                </a:ext>
              </a:extLst>
            </p:cNvPr>
            <p:cNvSpPr txBox="1"/>
            <p:nvPr/>
          </p:nvSpPr>
          <p:spPr>
            <a:xfrm>
              <a:off x="1558615" y="11380444"/>
              <a:ext cx="9655732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900" spc="3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KPI 1, KPI 2, KPI 3</a:t>
              </a:r>
            </a:p>
          </p:txBody>
        </p:sp>
        <p:sp>
          <p:nvSpPr>
            <p:cNvPr id="188" name="Google Shape;110;p2">
              <a:extLst>
                <a:ext uri="{FF2B5EF4-FFF2-40B4-BE49-F238E27FC236}">
                  <a16:creationId xmlns:a16="http://schemas.microsoft.com/office/drawing/2014/main" id="{7ABCD7DB-288A-C5D4-77F6-9A5C863DA160}"/>
                </a:ext>
              </a:extLst>
            </p:cNvPr>
            <p:cNvSpPr txBox="1"/>
            <p:nvPr/>
          </p:nvSpPr>
          <p:spPr>
            <a:xfrm>
              <a:off x="912825" y="13563635"/>
              <a:ext cx="2041799" cy="2062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3200" b="1" spc="100" dirty="0">
                  <a:solidFill>
                    <a:schemeClr val="dk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{{PERFORMANCE_ON_SCREEN}}</a:t>
              </a: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2C732946-8B68-83A8-2BA8-1A0FC0ECED13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TITLE_OVERVIEW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2A37743-7A85-F1B7-26DB-C84DC61D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C1A3440-BA4F-8E90-3AF4-696F2555D17E}"/>
              </a:ext>
            </a:extLst>
          </p:cNvPr>
          <p:cNvGrpSpPr/>
          <p:nvPr/>
        </p:nvGrpSpPr>
        <p:grpSpPr>
          <a:xfrm>
            <a:off x="779502" y="6712724"/>
            <a:ext cx="10632991" cy="3869831"/>
            <a:chOff x="779502" y="6712724"/>
            <a:chExt cx="10632991" cy="386983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833E3-EE97-18F2-46DE-4A8DD64BE0AF}"/>
                </a:ext>
              </a:extLst>
            </p:cNvPr>
            <p:cNvSpPr txBox="1"/>
            <p:nvPr/>
          </p:nvSpPr>
          <p:spPr>
            <a:xfrm>
              <a:off x="912857" y="6712724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Titles.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70F4963-00F3-ACD6-69D1-EE31E9A15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3" b="23830"/>
            <a:stretch>
              <a:fillRect/>
            </a:stretch>
          </p:blipFill>
          <p:spPr>
            <a:xfrm>
              <a:off x="779503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77413067-8919-B216-7AD4-5252A8BBFA24}"/>
                </a:ext>
              </a:extLst>
            </p:cNvPr>
            <p:cNvSpPr/>
            <p:nvPr/>
          </p:nvSpPr>
          <p:spPr>
            <a:xfrm>
              <a:off x="779504" y="872942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AB9F174-51F3-6343-D9B8-536276604CE0}"/>
                </a:ext>
              </a:extLst>
            </p:cNvPr>
            <p:cNvSpPr/>
            <p:nvPr/>
          </p:nvSpPr>
          <p:spPr>
            <a:xfrm>
              <a:off x="779504" y="9293401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Google Shape;100;p2">
              <a:extLst>
                <a:ext uri="{FF2B5EF4-FFF2-40B4-BE49-F238E27FC236}">
                  <a16:creationId xmlns:a16="http://schemas.microsoft.com/office/drawing/2014/main" id="{798C1F79-76F2-9CFF-1B28-880B5212C00D}"/>
                </a:ext>
              </a:extLst>
            </p:cNvPr>
            <p:cNvSpPr txBox="1"/>
            <p:nvPr/>
          </p:nvSpPr>
          <p:spPr>
            <a:xfrm>
              <a:off x="1202099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</a:p>
          </p:txBody>
        </p:sp>
        <p:sp>
          <p:nvSpPr>
            <p:cNvPr id="138" name="Google Shape;100;p2">
              <a:extLst>
                <a:ext uri="{FF2B5EF4-FFF2-40B4-BE49-F238E27FC236}">
                  <a16:creationId xmlns:a16="http://schemas.microsoft.com/office/drawing/2014/main" id="{3FF78F42-4EA5-24B2-AEF0-6E7ACCD57394}"/>
                </a:ext>
              </a:extLst>
            </p:cNvPr>
            <p:cNvSpPr txBox="1"/>
            <p:nvPr/>
          </p:nvSpPr>
          <p:spPr>
            <a:xfrm>
              <a:off x="1202103" y="8396143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Performers.</a:t>
              </a:r>
            </a:p>
          </p:txBody>
        </p:sp>
        <p:sp>
          <p:nvSpPr>
            <p:cNvPr id="139" name="Google Shape;100;p2">
              <a:extLst>
                <a:ext uri="{FF2B5EF4-FFF2-40B4-BE49-F238E27FC236}">
                  <a16:creationId xmlns:a16="http://schemas.microsoft.com/office/drawing/2014/main" id="{FEAA3721-D48E-B625-1186-F6583EC0C2CD}"/>
                </a:ext>
              </a:extLst>
            </p:cNvPr>
            <p:cNvSpPr txBox="1"/>
            <p:nvPr/>
          </p:nvSpPr>
          <p:spPr>
            <a:xfrm>
              <a:off x="4489585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</a:p>
          </p:txBody>
        </p:sp>
        <p:sp>
          <p:nvSpPr>
            <p:cNvPr id="140" name="Google Shape;100;p2">
              <a:extLst>
                <a:ext uri="{FF2B5EF4-FFF2-40B4-BE49-F238E27FC236}">
                  <a16:creationId xmlns:a16="http://schemas.microsoft.com/office/drawing/2014/main" id="{95BA2727-6083-36C1-7940-EF3982FA9A2F}"/>
                </a:ext>
              </a:extLst>
            </p:cNvPr>
            <p:cNvSpPr txBox="1"/>
            <p:nvPr/>
          </p:nvSpPr>
          <p:spPr>
            <a:xfrm>
              <a:off x="7951035" y="774929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ER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9E09371-06F9-0D96-E127-FE49F6E60C41}"/>
                </a:ext>
              </a:extLst>
            </p:cNvPr>
            <p:cNvSpPr txBox="1"/>
            <p:nvPr/>
          </p:nvSpPr>
          <p:spPr>
            <a:xfrm>
              <a:off x="1202104" y="8765228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{{TOP_TITLES_CTR_1_NAME}}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9BFEC80-0238-3232-B87A-321690D5E4F3}"/>
                </a:ext>
              </a:extLst>
            </p:cNvPr>
            <p:cNvSpPr txBox="1"/>
            <p:nvPr/>
          </p:nvSpPr>
          <p:spPr>
            <a:xfrm>
              <a:off x="1202104" y="9043992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{{TOP_TITLES_CTR_2_NAME}}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478B42C-D71C-3BEA-4E4A-E1A1B7273F0C}"/>
                </a:ext>
              </a:extLst>
            </p:cNvPr>
            <p:cNvSpPr txBox="1"/>
            <p:nvPr/>
          </p:nvSpPr>
          <p:spPr>
            <a:xfrm>
              <a:off x="1202104" y="9322755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{{TOP_TITLES_CTR_3_NAME}}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13C001A-1CED-8B42-2310-D268DE0D9497}"/>
                </a:ext>
              </a:extLst>
            </p:cNvPr>
            <p:cNvSpPr txBox="1"/>
            <p:nvPr/>
          </p:nvSpPr>
          <p:spPr>
            <a:xfrm>
              <a:off x="1778009" y="8762016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{{TOP_TITLES_CTR_1_VALUE}}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D8D1ACA-453D-068B-E545-6A0AB715E41E}"/>
                </a:ext>
              </a:extLst>
            </p:cNvPr>
            <p:cNvSpPr txBox="1"/>
            <p:nvPr/>
          </p:nvSpPr>
          <p:spPr>
            <a:xfrm>
              <a:off x="1778009" y="9040780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{{TOP_TITLES_CTR_2_VALUE}}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D58EFDC-C0D4-646C-ADCC-D7A3DEBA160F}"/>
                </a:ext>
              </a:extLst>
            </p:cNvPr>
            <p:cNvSpPr txBox="1"/>
            <p:nvPr/>
          </p:nvSpPr>
          <p:spPr>
            <a:xfrm>
              <a:off x="1778009" y="9319543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{{TOP_TITLES_CTR_3_VALUE}}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D4CFE81-9EBF-87CC-B073-D9DC023745D2}"/>
                </a:ext>
              </a:extLst>
            </p:cNvPr>
            <p:cNvSpPr txBox="1"/>
            <p:nvPr/>
          </p:nvSpPr>
          <p:spPr>
            <a:xfrm>
              <a:off x="4489591" y="8765228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{{TOP_TITLES_VCR_1_NAME}}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2D384F9-F39E-59C6-D341-B3978649D470}"/>
                </a:ext>
              </a:extLst>
            </p:cNvPr>
            <p:cNvSpPr txBox="1"/>
            <p:nvPr/>
          </p:nvSpPr>
          <p:spPr>
            <a:xfrm>
              <a:off x="4489591" y="9043992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{{TOP_TITLES_VCR_2_NAME}}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143FA9BA-0766-E8E4-6C72-55A84681680C}"/>
                </a:ext>
              </a:extLst>
            </p:cNvPr>
            <p:cNvSpPr txBox="1"/>
            <p:nvPr/>
          </p:nvSpPr>
          <p:spPr>
            <a:xfrm>
              <a:off x="4489591" y="9322755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{{TOP_TITLES_VCR_3_NAME}}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35F2DE7D-BC79-8AC8-CADB-C4A5CD9975B5}"/>
                </a:ext>
              </a:extLst>
            </p:cNvPr>
            <p:cNvSpPr txBox="1"/>
            <p:nvPr/>
          </p:nvSpPr>
          <p:spPr>
            <a:xfrm>
              <a:off x="5202672" y="8762016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{{TOP_TITLES_VCR_1_VALUE}}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9D2539B-DC38-1EE8-BAC0-3575A2AC4082}"/>
                </a:ext>
              </a:extLst>
            </p:cNvPr>
            <p:cNvSpPr txBox="1"/>
            <p:nvPr/>
          </p:nvSpPr>
          <p:spPr>
            <a:xfrm>
              <a:off x="5202672" y="9040780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{{TOP_TITLES_VCR_2_VALUE}}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1A94A4D-131C-8000-DA8F-7A18CA186EF7}"/>
                </a:ext>
              </a:extLst>
            </p:cNvPr>
            <p:cNvSpPr txBox="1"/>
            <p:nvPr/>
          </p:nvSpPr>
          <p:spPr>
            <a:xfrm>
              <a:off x="5202672" y="9319543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{{TOP_TITLES_VCR_3_VALUE}}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D4452A4-D5CB-7ED8-13C8-D5D36A8ECB94}"/>
                </a:ext>
              </a:extLst>
            </p:cNvPr>
            <p:cNvSpPr txBox="1"/>
            <p:nvPr/>
          </p:nvSpPr>
          <p:spPr>
            <a:xfrm>
              <a:off x="7951042" y="8765228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{{TOP_TITLES_ER_1_NAME}}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151909A-1C6A-2D0F-8ED1-E4BFB72A912D}"/>
                </a:ext>
              </a:extLst>
            </p:cNvPr>
            <p:cNvSpPr txBox="1"/>
            <p:nvPr/>
          </p:nvSpPr>
          <p:spPr>
            <a:xfrm>
              <a:off x="7951042" y="9043992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{{TOP_TITLES_ER_2_NAME}}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959DF9FA-1618-F352-C2AD-FDA4C97939F9}"/>
                </a:ext>
              </a:extLst>
            </p:cNvPr>
            <p:cNvSpPr txBox="1"/>
            <p:nvPr/>
          </p:nvSpPr>
          <p:spPr>
            <a:xfrm>
              <a:off x="7951042" y="9322755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{{TOP_TITLES_ER_3_NAME}}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AB195BC-7946-8D55-D1FA-9D0340DFD2E4}"/>
                </a:ext>
              </a:extLst>
            </p:cNvPr>
            <p:cNvSpPr txBox="1"/>
            <p:nvPr/>
          </p:nvSpPr>
          <p:spPr>
            <a:xfrm>
              <a:off x="8672817" y="8762016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{{TOP_TITLES_ER_1_VALUE}}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C8188DA-076D-9556-AB42-2103D738BE06}"/>
                </a:ext>
              </a:extLst>
            </p:cNvPr>
            <p:cNvSpPr txBox="1"/>
            <p:nvPr/>
          </p:nvSpPr>
          <p:spPr>
            <a:xfrm>
              <a:off x="8672817" y="9040780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{{TOP_TITLES_ER_2_VALUE}}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E89BC89-B6A4-E83A-4C5B-64A94110088F}"/>
                </a:ext>
              </a:extLst>
            </p:cNvPr>
            <p:cNvSpPr txBox="1"/>
            <p:nvPr/>
          </p:nvSpPr>
          <p:spPr>
            <a:xfrm>
              <a:off x="8672817" y="9319543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{{TOP_TITLES_ER_3_VALUE}}</a:t>
              </a:r>
            </a:p>
          </p:txBody>
        </p:sp>
        <p:sp>
          <p:nvSpPr>
            <p:cNvPr id="160" name="Google Shape;100;p2">
              <a:extLst>
                <a:ext uri="{FF2B5EF4-FFF2-40B4-BE49-F238E27FC236}">
                  <a16:creationId xmlns:a16="http://schemas.microsoft.com/office/drawing/2014/main" id="{CFA9EB94-6B2F-8DF8-2D7A-A2C02AE05F21}"/>
                </a:ext>
              </a:extLst>
            </p:cNvPr>
            <p:cNvSpPr txBox="1"/>
            <p:nvPr/>
          </p:nvSpPr>
          <p:spPr>
            <a:xfrm>
              <a:off x="1202102" y="8086620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Click-through Rate</a:t>
              </a:r>
            </a:p>
          </p:txBody>
        </p:sp>
        <p:sp>
          <p:nvSpPr>
            <p:cNvPr id="161" name="Google Shape;100;p2">
              <a:extLst>
                <a:ext uri="{FF2B5EF4-FFF2-40B4-BE49-F238E27FC236}">
                  <a16:creationId xmlns:a16="http://schemas.microsoft.com/office/drawing/2014/main" id="{DDFC9214-6B8F-82E1-8FA7-E3662BFDFED6}"/>
                </a:ext>
              </a:extLst>
            </p:cNvPr>
            <p:cNvSpPr txBox="1"/>
            <p:nvPr/>
          </p:nvSpPr>
          <p:spPr>
            <a:xfrm>
              <a:off x="4489589" y="808117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Video Completion Rate</a:t>
              </a:r>
            </a:p>
          </p:txBody>
        </p:sp>
        <p:sp>
          <p:nvSpPr>
            <p:cNvPr id="162" name="Google Shape;100;p2">
              <a:extLst>
                <a:ext uri="{FF2B5EF4-FFF2-40B4-BE49-F238E27FC236}">
                  <a16:creationId xmlns:a16="http://schemas.microsoft.com/office/drawing/2014/main" id="{7873DB75-3DCA-80AA-CE96-2C5F409ACC3C}"/>
                </a:ext>
              </a:extLst>
            </p:cNvPr>
            <p:cNvSpPr txBox="1"/>
            <p:nvPr/>
          </p:nvSpPr>
          <p:spPr>
            <a:xfrm>
              <a:off x="7951041" y="808285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Engagement Rate</a:t>
              </a:r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2FC9DA51-410B-CBD0-558C-5DA246AD75A3}"/>
                </a:ext>
              </a:extLst>
            </p:cNvPr>
            <p:cNvCxnSpPr>
              <a:cxnSpLocks/>
            </p:cNvCxnSpPr>
            <p:nvPr/>
          </p:nvCxnSpPr>
          <p:spPr>
            <a:xfrm>
              <a:off x="4232407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6268FC0-FB77-1930-0B81-2E962F26A591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50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33143C9B-F5AD-D460-82B6-5CF8FA57006C}"/>
                </a:ext>
              </a:extLst>
            </p:cNvPr>
            <p:cNvSpPr/>
            <p:nvPr/>
          </p:nvSpPr>
          <p:spPr>
            <a:xfrm>
              <a:off x="779502" y="9859603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761B992-2514-A6B0-852E-E566CBDA02D7}"/>
                </a:ext>
              </a:extLst>
            </p:cNvPr>
            <p:cNvSpPr txBox="1"/>
            <p:nvPr/>
          </p:nvSpPr>
          <p:spPr>
            <a:xfrm>
              <a:off x="1202102" y="9610194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{{TOP_TITLES_CTR_4_NAME}}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EB0CBF0-F9E3-8097-B424-FE87FD84AFA1}"/>
                </a:ext>
              </a:extLst>
            </p:cNvPr>
            <p:cNvSpPr txBox="1"/>
            <p:nvPr/>
          </p:nvSpPr>
          <p:spPr>
            <a:xfrm>
              <a:off x="1202102" y="9888957"/>
              <a:ext cx="222689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{{TOP_TITLES_CTR_5_NAME}}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8E7E2F85-17F3-0699-CF25-27E40531A7F5}"/>
                </a:ext>
              </a:extLst>
            </p:cNvPr>
            <p:cNvSpPr txBox="1"/>
            <p:nvPr/>
          </p:nvSpPr>
          <p:spPr>
            <a:xfrm>
              <a:off x="1778007" y="9606982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{{TOP_TITLES_CTR_4_VALUE}}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5795439-4919-EF93-A431-3CDF7F790B2B}"/>
                </a:ext>
              </a:extLst>
            </p:cNvPr>
            <p:cNvSpPr txBox="1"/>
            <p:nvPr/>
          </p:nvSpPr>
          <p:spPr>
            <a:xfrm>
              <a:off x="1778007" y="9885745"/>
              <a:ext cx="23176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{{TOP_TITLES_CTR_5_VALUE}}</a:t>
              </a: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961D9669-3C37-BCD7-0088-3A06AAEE4C9E}"/>
                </a:ext>
              </a:extLst>
            </p:cNvPr>
            <p:cNvSpPr txBox="1"/>
            <p:nvPr/>
          </p:nvSpPr>
          <p:spPr>
            <a:xfrm>
              <a:off x="4489589" y="9610194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{{TOP_TITLES_VCR_4_NAME}}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AB66526-3B6C-9EF7-4341-AB0579643F00}"/>
                </a:ext>
              </a:extLst>
            </p:cNvPr>
            <p:cNvSpPr txBox="1"/>
            <p:nvPr/>
          </p:nvSpPr>
          <p:spPr>
            <a:xfrm>
              <a:off x="4489589" y="9888957"/>
              <a:ext cx="2077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{{TOP_TITLES_VCR_5_NAME}}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FD237F7-A756-DB1D-CD9A-1DB20375D928}"/>
                </a:ext>
              </a:extLst>
            </p:cNvPr>
            <p:cNvSpPr txBox="1"/>
            <p:nvPr/>
          </p:nvSpPr>
          <p:spPr>
            <a:xfrm>
              <a:off x="5202670" y="9606982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{{TOP_TITLES_VCR_4_VALUE}}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6A668CA7-9CC7-4A6A-5977-F93D145062AB}"/>
                </a:ext>
              </a:extLst>
            </p:cNvPr>
            <p:cNvSpPr txBox="1"/>
            <p:nvPr/>
          </p:nvSpPr>
          <p:spPr>
            <a:xfrm>
              <a:off x="5202670" y="9885745"/>
              <a:ext cx="2332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{{TOP_TITLES_VCR_5_VALUE}}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59E2A00-1E4E-7EB5-E395-02AE79185C5E}"/>
                </a:ext>
              </a:extLst>
            </p:cNvPr>
            <p:cNvSpPr txBox="1"/>
            <p:nvPr/>
          </p:nvSpPr>
          <p:spPr>
            <a:xfrm>
              <a:off x="7951040" y="9610194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{{TOP_TITLES_ER_4_NAME}}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E321B1C-69FC-CFCD-868E-AB4C4A79EB10}"/>
                </a:ext>
              </a:extLst>
            </p:cNvPr>
            <p:cNvSpPr txBox="1"/>
            <p:nvPr/>
          </p:nvSpPr>
          <p:spPr>
            <a:xfrm>
              <a:off x="7951040" y="9888957"/>
              <a:ext cx="2317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{{TOP_TITLES_ER_5_NAME}}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C0CAD2B-EB3F-00C3-4DB9-9AFABF586865}"/>
                </a:ext>
              </a:extLst>
            </p:cNvPr>
            <p:cNvSpPr txBox="1"/>
            <p:nvPr/>
          </p:nvSpPr>
          <p:spPr>
            <a:xfrm>
              <a:off x="8672815" y="9606982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{{TOP_TITLES_ER_4_VALUE}}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9FEAAF8-F9B5-E546-17D9-819CA75745BC}"/>
                </a:ext>
              </a:extLst>
            </p:cNvPr>
            <p:cNvSpPr txBox="1"/>
            <p:nvPr/>
          </p:nvSpPr>
          <p:spPr>
            <a:xfrm>
              <a:off x="8672815" y="9885745"/>
              <a:ext cx="2317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{{TOP_TITLES_ER_5_VALUE}}</a:t>
              </a:r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8AC128C2-3227-C60A-A8EA-AEF5671F9FDB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TITLE_PERFORMANCE</a:t>
            </a:r>
          </a:p>
        </p:txBody>
      </p:sp>
    </p:spTree>
    <p:extLst>
      <p:ext uri="{BB962C8B-B14F-4D97-AF65-F5344CB8AC3E}">
        <p14:creationId xmlns:p14="http://schemas.microsoft.com/office/powerpoint/2010/main" val="288972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6E5CA18-0D78-27D5-ED63-EDC85781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E76FCE4F-AFD7-DDE4-C1CB-CA5BEEE442B7}"/>
              </a:ext>
            </a:extLst>
          </p:cNvPr>
          <p:cNvGrpSpPr/>
          <p:nvPr/>
        </p:nvGrpSpPr>
        <p:grpSpPr>
          <a:xfrm>
            <a:off x="779459" y="6712723"/>
            <a:ext cx="10632991" cy="3869832"/>
            <a:chOff x="779459" y="6712723"/>
            <a:chExt cx="10632991" cy="38698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C3502E3-ED2B-F688-C6E4-F4C7D9946F52}"/>
                </a:ext>
              </a:extLst>
            </p:cNvPr>
            <p:cNvSpPr txBox="1"/>
            <p:nvPr/>
          </p:nvSpPr>
          <p:spPr>
            <a:xfrm>
              <a:off x="912814" y="6712723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Markets.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EAB952-83B7-5E13-B7B7-916B2CF61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3" b="23830"/>
            <a:stretch>
              <a:fillRect/>
            </a:stretch>
          </p:blipFill>
          <p:spPr>
            <a:xfrm>
              <a:off x="779460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F888BE-9078-593B-16FE-C91424C3F837}"/>
                </a:ext>
              </a:extLst>
            </p:cNvPr>
            <p:cNvSpPr/>
            <p:nvPr/>
          </p:nvSpPr>
          <p:spPr>
            <a:xfrm>
              <a:off x="779461" y="872942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98F1AE-8432-4014-5906-3EB413708722}"/>
                </a:ext>
              </a:extLst>
            </p:cNvPr>
            <p:cNvSpPr/>
            <p:nvPr/>
          </p:nvSpPr>
          <p:spPr>
            <a:xfrm>
              <a:off x="779461" y="9293401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F6F7FCB8-63F2-656E-F7CB-8F0BE0840F7D}"/>
                </a:ext>
              </a:extLst>
            </p:cNvPr>
            <p:cNvSpPr txBox="1"/>
            <p:nvPr/>
          </p:nvSpPr>
          <p:spPr>
            <a:xfrm>
              <a:off x="1202057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EB81BC77-5D1D-ADD1-B5EA-9185C1E3014B}"/>
                </a:ext>
              </a:extLst>
            </p:cNvPr>
            <p:cNvSpPr txBox="1"/>
            <p:nvPr/>
          </p:nvSpPr>
          <p:spPr>
            <a:xfrm>
              <a:off x="1202060" y="8396143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Markets.</a:t>
              </a:r>
            </a:p>
          </p:txBody>
        </p:sp>
        <p:sp>
          <p:nvSpPr>
            <p:cNvPr id="8" name="Google Shape;100;p2">
              <a:extLst>
                <a:ext uri="{FF2B5EF4-FFF2-40B4-BE49-F238E27FC236}">
                  <a16:creationId xmlns:a16="http://schemas.microsoft.com/office/drawing/2014/main" id="{A8E781F6-F626-C6BB-BE3D-2C7089C11284}"/>
                </a:ext>
              </a:extLst>
            </p:cNvPr>
            <p:cNvSpPr txBox="1"/>
            <p:nvPr/>
          </p:nvSpPr>
          <p:spPr>
            <a:xfrm>
              <a:off x="4489543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</a:p>
          </p:txBody>
        </p:sp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550C780E-F254-F2DA-D76B-3AED57CB60FF}"/>
                </a:ext>
              </a:extLst>
            </p:cNvPr>
            <p:cNvSpPr txBox="1"/>
            <p:nvPr/>
          </p:nvSpPr>
          <p:spPr>
            <a:xfrm>
              <a:off x="7950993" y="7749298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0D18DE-A05A-E4B5-C087-5A6C68C126F3}"/>
                </a:ext>
              </a:extLst>
            </p:cNvPr>
            <p:cNvSpPr txBox="1"/>
            <p:nvPr/>
          </p:nvSpPr>
          <p:spPr>
            <a:xfrm>
              <a:off x="1202061" y="8765228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{{TOP_MARKETS_CTR_1_NAME}}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E7BCD0-1457-A18F-7B73-DA6FD77C4DB1}"/>
                </a:ext>
              </a:extLst>
            </p:cNvPr>
            <p:cNvSpPr txBox="1"/>
            <p:nvPr/>
          </p:nvSpPr>
          <p:spPr>
            <a:xfrm>
              <a:off x="1202061" y="9043992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{{TOP_MARKETS_CTR_2_NAME}}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5B1754-7883-2F82-E380-E33783F5708A}"/>
                </a:ext>
              </a:extLst>
            </p:cNvPr>
            <p:cNvSpPr txBox="1"/>
            <p:nvPr/>
          </p:nvSpPr>
          <p:spPr>
            <a:xfrm>
              <a:off x="1202061" y="9322755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{{TOP_MARKETS_CTR_3_NAME}}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28E262-0F79-E453-EA11-9E21D5F5CEAE}"/>
                </a:ext>
              </a:extLst>
            </p:cNvPr>
            <p:cNvSpPr txBox="1"/>
            <p:nvPr/>
          </p:nvSpPr>
          <p:spPr>
            <a:xfrm>
              <a:off x="1803404" y="8762016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{{TOP_MARKETS_CTR_1_VALUE}}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3DEF66-C9E0-6D64-7958-F425AE6DE073}"/>
                </a:ext>
              </a:extLst>
            </p:cNvPr>
            <p:cNvSpPr txBox="1"/>
            <p:nvPr/>
          </p:nvSpPr>
          <p:spPr>
            <a:xfrm>
              <a:off x="1803404" y="9040780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{{TOP_MARKETS_CTR_2_VALUE}}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1A3DE0-BD92-F8C6-1BB1-F00C5D556691}"/>
                </a:ext>
              </a:extLst>
            </p:cNvPr>
            <p:cNvSpPr txBox="1"/>
            <p:nvPr/>
          </p:nvSpPr>
          <p:spPr>
            <a:xfrm>
              <a:off x="1803404" y="9319543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{{TOP_MARKETS_CTR_3_VALUE}}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1B7EFC-FAFD-3E7C-3C63-9268710A6708}"/>
                </a:ext>
              </a:extLst>
            </p:cNvPr>
            <p:cNvSpPr txBox="1"/>
            <p:nvPr/>
          </p:nvSpPr>
          <p:spPr>
            <a:xfrm>
              <a:off x="4489548" y="8765228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{{TOP_MARKETS_VCR_1_NAME}}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A516D9-EC93-03F4-21BE-BCC19F44BD3E}"/>
                </a:ext>
              </a:extLst>
            </p:cNvPr>
            <p:cNvSpPr txBox="1"/>
            <p:nvPr/>
          </p:nvSpPr>
          <p:spPr>
            <a:xfrm>
              <a:off x="4489548" y="904399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{{TOP_MARKETS_VCR_2_NAME}}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610E52-CA7F-D00D-74A0-669430F2AD94}"/>
                </a:ext>
              </a:extLst>
            </p:cNvPr>
            <p:cNvSpPr txBox="1"/>
            <p:nvPr/>
          </p:nvSpPr>
          <p:spPr>
            <a:xfrm>
              <a:off x="4489548" y="932275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{{TOP_MARKETS_VCR_3_NAME}}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74B230-B77B-74A7-A825-435841CDC855}"/>
                </a:ext>
              </a:extLst>
            </p:cNvPr>
            <p:cNvSpPr txBox="1"/>
            <p:nvPr/>
          </p:nvSpPr>
          <p:spPr>
            <a:xfrm>
              <a:off x="5217743" y="8762016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{{TOP_MARKETS_VCR_1_VALUE}}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033607-40EB-7D1B-D734-F9B0D511292A}"/>
                </a:ext>
              </a:extLst>
            </p:cNvPr>
            <p:cNvSpPr txBox="1"/>
            <p:nvPr/>
          </p:nvSpPr>
          <p:spPr>
            <a:xfrm>
              <a:off x="5217743" y="9040780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{{TOP_MARKETS_VCR_2_VALUE}}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E94D1A-3CF4-CA9F-EDE0-5BE264A28CB2}"/>
                </a:ext>
              </a:extLst>
            </p:cNvPr>
            <p:cNvSpPr txBox="1"/>
            <p:nvPr/>
          </p:nvSpPr>
          <p:spPr>
            <a:xfrm>
              <a:off x="5217743" y="9319543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{{TOP_MARKETS_VCR_3_VALUE}}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D9D54F-0E84-E922-3B2A-0EBB0718B76C}"/>
                </a:ext>
              </a:extLst>
            </p:cNvPr>
            <p:cNvSpPr txBox="1"/>
            <p:nvPr/>
          </p:nvSpPr>
          <p:spPr>
            <a:xfrm>
              <a:off x="7950999" y="8765228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{{TOP_MARKETS_ER_1_NAME}}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DF1172-FA3A-3149-746F-B792A77B2291}"/>
                </a:ext>
              </a:extLst>
            </p:cNvPr>
            <p:cNvSpPr txBox="1"/>
            <p:nvPr/>
          </p:nvSpPr>
          <p:spPr>
            <a:xfrm>
              <a:off x="7950999" y="904399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{{TOP_MARKETS_ER_2_NAME}}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7EDD2E-F217-D1F1-F5AE-71D385393FDD}"/>
                </a:ext>
              </a:extLst>
            </p:cNvPr>
            <p:cNvSpPr txBox="1"/>
            <p:nvPr/>
          </p:nvSpPr>
          <p:spPr>
            <a:xfrm>
              <a:off x="7950999" y="932275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{{TOP_MARKETS_ER_3_NAME}}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C18CE7-4785-F7E0-10A3-170E9F5A26FA}"/>
                </a:ext>
              </a:extLst>
            </p:cNvPr>
            <p:cNvSpPr txBox="1"/>
            <p:nvPr/>
          </p:nvSpPr>
          <p:spPr>
            <a:xfrm>
              <a:off x="8672770" y="8762016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{{TOP_MARKETS_ER_1_VALUE}}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864FA8-75F5-53BE-930B-BEAA0DAA566B}"/>
                </a:ext>
              </a:extLst>
            </p:cNvPr>
            <p:cNvSpPr txBox="1"/>
            <p:nvPr/>
          </p:nvSpPr>
          <p:spPr>
            <a:xfrm>
              <a:off x="8672770" y="9040780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{{TOP_MARKETS_ER_2_VALUE}}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BC4F6C-C6E6-DE03-C085-8BAC04208DA3}"/>
                </a:ext>
              </a:extLst>
            </p:cNvPr>
            <p:cNvSpPr txBox="1"/>
            <p:nvPr/>
          </p:nvSpPr>
          <p:spPr>
            <a:xfrm>
              <a:off x="8672770" y="9319543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{{TOP_MARKETS_ER_3_VALUE}}</a:t>
              </a:r>
            </a:p>
          </p:txBody>
        </p:sp>
        <p:sp>
          <p:nvSpPr>
            <p:cNvPr id="29" name="Google Shape;100;p2">
              <a:extLst>
                <a:ext uri="{FF2B5EF4-FFF2-40B4-BE49-F238E27FC236}">
                  <a16:creationId xmlns:a16="http://schemas.microsoft.com/office/drawing/2014/main" id="{50FF493F-AE3D-CD38-943F-A69649C8AF83}"/>
                </a:ext>
              </a:extLst>
            </p:cNvPr>
            <p:cNvSpPr txBox="1"/>
            <p:nvPr/>
          </p:nvSpPr>
          <p:spPr>
            <a:xfrm>
              <a:off x="1202059" y="8086620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Click-through Rate</a:t>
              </a:r>
            </a:p>
          </p:txBody>
        </p:sp>
        <p:sp>
          <p:nvSpPr>
            <p:cNvPr id="30" name="Google Shape;100;p2">
              <a:extLst>
                <a:ext uri="{FF2B5EF4-FFF2-40B4-BE49-F238E27FC236}">
                  <a16:creationId xmlns:a16="http://schemas.microsoft.com/office/drawing/2014/main" id="{8343452B-5B1B-DB9D-5BF9-DFBA243B9000}"/>
                </a:ext>
              </a:extLst>
            </p:cNvPr>
            <p:cNvSpPr txBox="1"/>
            <p:nvPr/>
          </p:nvSpPr>
          <p:spPr>
            <a:xfrm>
              <a:off x="4489546" y="808117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Video Completion Rate</a:t>
              </a:r>
            </a:p>
          </p:txBody>
        </p:sp>
        <p:sp>
          <p:nvSpPr>
            <p:cNvPr id="31" name="Google Shape;100;p2">
              <a:extLst>
                <a:ext uri="{FF2B5EF4-FFF2-40B4-BE49-F238E27FC236}">
                  <a16:creationId xmlns:a16="http://schemas.microsoft.com/office/drawing/2014/main" id="{84570981-E5AB-B247-2D70-2C3257F980D7}"/>
                </a:ext>
              </a:extLst>
            </p:cNvPr>
            <p:cNvSpPr txBox="1"/>
            <p:nvPr/>
          </p:nvSpPr>
          <p:spPr>
            <a:xfrm>
              <a:off x="7950998" y="8082857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Engagement Rate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AC7D771-0BBA-B30C-7C05-F9B2A42607B8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65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842FF8D-E64D-CB0B-EF73-377B54E60D6A}"/>
                </a:ext>
              </a:extLst>
            </p:cNvPr>
            <p:cNvCxnSpPr>
              <a:cxnSpLocks/>
            </p:cNvCxnSpPr>
            <p:nvPr/>
          </p:nvCxnSpPr>
          <p:spPr>
            <a:xfrm>
              <a:off x="7673608" y="7749293"/>
              <a:ext cx="0" cy="2598370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78DD08B-7D30-2F88-FB56-E84CBE211866}"/>
                </a:ext>
              </a:extLst>
            </p:cNvPr>
            <p:cNvSpPr/>
            <p:nvPr/>
          </p:nvSpPr>
          <p:spPr>
            <a:xfrm>
              <a:off x="779459" y="9859603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53A903-6DC9-2840-EB05-977805A6AD45}"/>
                </a:ext>
              </a:extLst>
            </p:cNvPr>
            <p:cNvSpPr txBox="1"/>
            <p:nvPr/>
          </p:nvSpPr>
          <p:spPr>
            <a:xfrm>
              <a:off x="1202059" y="9610194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{{TOP_MARKETS_CTR_4_NAME}}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12BC4E-7968-DBD1-437A-F7F51FB4E262}"/>
                </a:ext>
              </a:extLst>
            </p:cNvPr>
            <p:cNvSpPr txBox="1"/>
            <p:nvPr/>
          </p:nvSpPr>
          <p:spPr>
            <a:xfrm>
              <a:off x="1202059" y="9888957"/>
              <a:ext cx="199833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{{TOP_MARKETS_CTR_5_NAME}}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547C1C-FCEA-4B52-3A51-17CA9F18A4F8}"/>
                </a:ext>
              </a:extLst>
            </p:cNvPr>
            <p:cNvSpPr txBox="1"/>
            <p:nvPr/>
          </p:nvSpPr>
          <p:spPr>
            <a:xfrm>
              <a:off x="1803402" y="9606982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{{TOP_MARKETS_CTR_4_VALUE}}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6D13841-D86D-4141-82EA-853F3E3583E3}"/>
                </a:ext>
              </a:extLst>
            </p:cNvPr>
            <p:cNvSpPr txBox="1"/>
            <p:nvPr/>
          </p:nvSpPr>
          <p:spPr>
            <a:xfrm>
              <a:off x="1803402" y="9885745"/>
              <a:ext cx="229221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{{TOP_MARKETS_CTR_5_VALUE}}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16EFFF1-3FD4-6EB9-F30C-4CDC3B9888CE}"/>
                </a:ext>
              </a:extLst>
            </p:cNvPr>
            <p:cNvSpPr txBox="1"/>
            <p:nvPr/>
          </p:nvSpPr>
          <p:spPr>
            <a:xfrm>
              <a:off x="4489546" y="9610194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{{TOP_MARKETS_VCR_4_NAME}}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1F4838-42F2-A221-F9AE-AECE26E7A18D}"/>
                </a:ext>
              </a:extLst>
            </p:cNvPr>
            <p:cNvSpPr txBox="1"/>
            <p:nvPr/>
          </p:nvSpPr>
          <p:spPr>
            <a:xfrm>
              <a:off x="4489546" y="9888957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{{TOP_MARKETS_VCR_5_NAME}}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2A47D6-16F8-4F1C-62C1-02D1C8AEE3BA}"/>
                </a:ext>
              </a:extLst>
            </p:cNvPr>
            <p:cNvSpPr txBox="1"/>
            <p:nvPr/>
          </p:nvSpPr>
          <p:spPr>
            <a:xfrm>
              <a:off x="5217741" y="960698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{{TOP_MARKETS_VCR_4_VALUE}}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AD3EFB-7D63-AE7C-8243-6F14CF537F52}"/>
                </a:ext>
              </a:extLst>
            </p:cNvPr>
            <p:cNvSpPr txBox="1"/>
            <p:nvPr/>
          </p:nvSpPr>
          <p:spPr>
            <a:xfrm>
              <a:off x="5217741" y="988574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{{TOP_MARKETS_VCR_5_VALUE}}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70E2F3-9F9B-1C4C-BA7A-0ACA4CFA2A54}"/>
                </a:ext>
              </a:extLst>
            </p:cNvPr>
            <p:cNvSpPr txBox="1"/>
            <p:nvPr/>
          </p:nvSpPr>
          <p:spPr>
            <a:xfrm>
              <a:off x="7950997" y="9610194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{{TOP_MARKETS_ER_4_NAME}}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FF1B288-0A4E-AD91-72CA-BE2E3DC626E1}"/>
                </a:ext>
              </a:extLst>
            </p:cNvPr>
            <p:cNvSpPr txBox="1"/>
            <p:nvPr/>
          </p:nvSpPr>
          <p:spPr>
            <a:xfrm>
              <a:off x="7950997" y="9888957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{{TOP_MARKETS_ER_5_NAME}}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2EC7E3-7768-49A0-5571-8CAA24DA083B}"/>
                </a:ext>
              </a:extLst>
            </p:cNvPr>
            <p:cNvSpPr txBox="1"/>
            <p:nvPr/>
          </p:nvSpPr>
          <p:spPr>
            <a:xfrm>
              <a:off x="8672768" y="9606982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{{TOP_MARKETS_ER_4_VALUE}}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B42CFC-4819-6FAC-4F05-0889752BDC27}"/>
                </a:ext>
              </a:extLst>
            </p:cNvPr>
            <p:cNvSpPr txBox="1"/>
            <p:nvPr/>
          </p:nvSpPr>
          <p:spPr>
            <a:xfrm>
              <a:off x="8672768" y="9885745"/>
              <a:ext cx="23171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{{TOP_MARKETS_ER_5_VALUE}}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AB0ADBC-6C99-D60E-86CF-544AC8B0F877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MARKET_PERFORMANCE</a:t>
            </a:r>
          </a:p>
        </p:txBody>
      </p:sp>
    </p:spTree>
    <p:extLst>
      <p:ext uri="{BB962C8B-B14F-4D97-AF65-F5344CB8AC3E}">
        <p14:creationId xmlns:p14="http://schemas.microsoft.com/office/powerpoint/2010/main" val="1444697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DD359BA-8D11-CC7B-C90D-4DBEEB27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>
            <a:extLst>
              <a:ext uri="{FF2B5EF4-FFF2-40B4-BE49-F238E27FC236}">
                <a16:creationId xmlns:a16="http://schemas.microsoft.com/office/drawing/2014/main" id="{7DA6C7B0-875B-8BC2-6053-560FCF15FE6E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TOP_TITLES_MARKETS</a:t>
            </a: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6B33BE6-6FEC-6396-1AB0-7577CE559E5A}"/>
              </a:ext>
            </a:extLst>
          </p:cNvPr>
          <p:cNvGrpSpPr/>
          <p:nvPr/>
        </p:nvGrpSpPr>
        <p:grpSpPr>
          <a:xfrm>
            <a:off x="779461" y="5966661"/>
            <a:ext cx="10632989" cy="4790239"/>
            <a:chOff x="779461" y="5687261"/>
            <a:chExt cx="10632989" cy="479023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5D0FC4C-F030-E0CE-8E00-B68606B14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8372" b="8067"/>
            <a:stretch>
              <a:fillRect/>
            </a:stretch>
          </p:blipFill>
          <p:spPr>
            <a:xfrm>
              <a:off x="779461" y="6469329"/>
              <a:ext cx="10632989" cy="4008171"/>
            </a:xfrm>
            <a:prstGeom prst="roundRect">
              <a:avLst>
                <a:gd name="adj" fmla="val 4716"/>
              </a:avLst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0BE7FA6-D6DD-2339-736E-CCA330542F46}"/>
                </a:ext>
              </a:extLst>
            </p:cNvPr>
            <p:cNvSpPr/>
            <p:nvPr/>
          </p:nvSpPr>
          <p:spPr>
            <a:xfrm>
              <a:off x="779461" y="7779895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12AE31E-B48C-ABCD-65DE-9CB0491F8452}"/>
                </a:ext>
              </a:extLst>
            </p:cNvPr>
            <p:cNvSpPr/>
            <p:nvPr/>
          </p:nvSpPr>
          <p:spPr>
            <a:xfrm>
              <a:off x="779461" y="8343872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Google Shape;100;p2">
              <a:extLst>
                <a:ext uri="{FF2B5EF4-FFF2-40B4-BE49-F238E27FC236}">
                  <a16:creationId xmlns:a16="http://schemas.microsoft.com/office/drawing/2014/main" id="{AF05326C-0426-493E-4D6D-1C66215A14F0}"/>
                </a:ext>
              </a:extLst>
            </p:cNvPr>
            <p:cNvSpPr txBox="1"/>
            <p:nvPr/>
          </p:nvSpPr>
          <p:spPr>
            <a:xfrm>
              <a:off x="1202057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CTR</a:t>
              </a:r>
            </a:p>
          </p:txBody>
        </p:sp>
        <p:sp>
          <p:nvSpPr>
            <p:cNvPr id="50" name="Google Shape;100;p2">
              <a:extLst>
                <a:ext uri="{FF2B5EF4-FFF2-40B4-BE49-F238E27FC236}">
                  <a16:creationId xmlns:a16="http://schemas.microsoft.com/office/drawing/2014/main" id="{36A072CF-0E4F-095C-EFE7-D67219CC08C6}"/>
                </a:ext>
              </a:extLst>
            </p:cNvPr>
            <p:cNvSpPr txBox="1"/>
            <p:nvPr/>
          </p:nvSpPr>
          <p:spPr>
            <a:xfrm>
              <a:off x="1202060" y="7446614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Performers.</a:t>
              </a:r>
            </a:p>
          </p:txBody>
        </p:sp>
        <p:sp>
          <p:nvSpPr>
            <p:cNvPr id="51" name="Google Shape;100;p2">
              <a:extLst>
                <a:ext uri="{FF2B5EF4-FFF2-40B4-BE49-F238E27FC236}">
                  <a16:creationId xmlns:a16="http://schemas.microsoft.com/office/drawing/2014/main" id="{641E7CBE-40F2-A591-99EC-0009C9D74E48}"/>
                </a:ext>
              </a:extLst>
            </p:cNvPr>
            <p:cNvSpPr txBox="1"/>
            <p:nvPr/>
          </p:nvSpPr>
          <p:spPr>
            <a:xfrm>
              <a:off x="4489543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VCR</a:t>
              </a:r>
            </a:p>
          </p:txBody>
        </p:sp>
        <p:sp>
          <p:nvSpPr>
            <p:cNvPr id="52" name="Google Shape;100;p2">
              <a:extLst>
                <a:ext uri="{FF2B5EF4-FFF2-40B4-BE49-F238E27FC236}">
                  <a16:creationId xmlns:a16="http://schemas.microsoft.com/office/drawing/2014/main" id="{2D0F76CF-A05B-1B9B-2A91-D64F4EACB417}"/>
                </a:ext>
              </a:extLst>
            </p:cNvPr>
            <p:cNvSpPr txBox="1"/>
            <p:nvPr/>
          </p:nvSpPr>
          <p:spPr>
            <a:xfrm>
              <a:off x="7950993" y="6799769"/>
              <a:ext cx="2317178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0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ER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AC4DC4F-2FE3-65E2-4CF9-6925923FC334}"/>
                </a:ext>
              </a:extLst>
            </p:cNvPr>
            <p:cNvSpPr/>
            <p:nvPr/>
          </p:nvSpPr>
          <p:spPr>
            <a:xfrm>
              <a:off x="779461" y="9150257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745C02A-9A0C-EA94-EF37-D923AD6D6E30}"/>
                </a:ext>
              </a:extLst>
            </p:cNvPr>
            <p:cNvSpPr/>
            <p:nvPr/>
          </p:nvSpPr>
          <p:spPr>
            <a:xfrm>
              <a:off x="779461" y="9714234"/>
              <a:ext cx="10632989" cy="282828"/>
            </a:xfrm>
            <a:prstGeom prst="rect">
              <a:avLst/>
            </a:prstGeom>
            <a:solidFill>
              <a:schemeClr val="accent6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Google Shape;100;p2">
              <a:extLst>
                <a:ext uri="{FF2B5EF4-FFF2-40B4-BE49-F238E27FC236}">
                  <a16:creationId xmlns:a16="http://schemas.microsoft.com/office/drawing/2014/main" id="{2CAA7415-73D4-8BC2-8605-E83B5D07BC47}"/>
                </a:ext>
              </a:extLst>
            </p:cNvPr>
            <p:cNvSpPr txBox="1"/>
            <p:nvPr/>
          </p:nvSpPr>
          <p:spPr>
            <a:xfrm>
              <a:off x="1202060" y="8816976"/>
              <a:ext cx="2317179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Markets.</a:t>
              </a:r>
            </a:p>
          </p:txBody>
        </p:sp>
        <p:sp>
          <p:nvSpPr>
            <p:cNvPr id="92" name="Google Shape;100;p2">
              <a:extLst>
                <a:ext uri="{FF2B5EF4-FFF2-40B4-BE49-F238E27FC236}">
                  <a16:creationId xmlns:a16="http://schemas.microsoft.com/office/drawing/2014/main" id="{FF790B96-4021-655E-9D08-8318BC120FCF}"/>
                </a:ext>
              </a:extLst>
            </p:cNvPr>
            <p:cNvSpPr txBox="1"/>
            <p:nvPr/>
          </p:nvSpPr>
          <p:spPr>
            <a:xfrm>
              <a:off x="1202059" y="7137091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Click-through Rate</a:t>
              </a:r>
            </a:p>
          </p:txBody>
        </p:sp>
        <p:sp>
          <p:nvSpPr>
            <p:cNvPr id="93" name="Google Shape;100;p2">
              <a:extLst>
                <a:ext uri="{FF2B5EF4-FFF2-40B4-BE49-F238E27FC236}">
                  <a16:creationId xmlns:a16="http://schemas.microsoft.com/office/drawing/2014/main" id="{1D29C93D-944A-6E75-096B-89F9A39CAFFC}"/>
                </a:ext>
              </a:extLst>
            </p:cNvPr>
            <p:cNvSpPr txBox="1"/>
            <p:nvPr/>
          </p:nvSpPr>
          <p:spPr>
            <a:xfrm>
              <a:off x="4489546" y="7131648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Video Completion Rate</a:t>
              </a:r>
            </a:p>
          </p:txBody>
        </p:sp>
        <p:sp>
          <p:nvSpPr>
            <p:cNvPr id="94" name="Google Shape;100;p2">
              <a:extLst>
                <a:ext uri="{FF2B5EF4-FFF2-40B4-BE49-F238E27FC236}">
                  <a16:creationId xmlns:a16="http://schemas.microsoft.com/office/drawing/2014/main" id="{44E1A2BF-5B39-C07D-F94F-338983E0F8B0}"/>
                </a:ext>
              </a:extLst>
            </p:cNvPr>
            <p:cNvSpPr txBox="1"/>
            <p:nvPr/>
          </p:nvSpPr>
          <p:spPr>
            <a:xfrm>
              <a:off x="7950998" y="7133328"/>
              <a:ext cx="231717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Engagement Rate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C7021D1-A245-4634-7AE0-1BB1FD91775A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65" y="6706900"/>
              <a:ext cx="0" cy="3553097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E1A0712-C70B-D413-2EEA-06D839FD4B00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6" y="6706900"/>
              <a:ext cx="0" cy="3553097"/>
            </a:xfrm>
            <a:prstGeom prst="line">
              <a:avLst/>
            </a:prstGeom>
            <a:ln>
              <a:solidFill>
                <a:schemeClr val="accent6">
                  <a:alpha val="2961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285E192-4D78-F0DE-60B6-4C5840933039}"/>
                </a:ext>
              </a:extLst>
            </p:cNvPr>
            <p:cNvSpPr txBox="1"/>
            <p:nvPr/>
          </p:nvSpPr>
          <p:spPr>
            <a:xfrm>
              <a:off x="912811" y="5687261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Titles &amp; Markets.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D733708-6CFE-BA2D-CB8A-D592AAA5C21F}"/>
                </a:ext>
              </a:extLst>
            </p:cNvPr>
            <p:cNvSpPr txBox="1"/>
            <p:nvPr/>
          </p:nvSpPr>
          <p:spPr>
            <a:xfrm>
              <a:off x="1199048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{{TOP_TITLES_CTR_1_NAME}}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4BBB932-D03F-2DC9-7FCF-023543EA6D16}"/>
                </a:ext>
              </a:extLst>
            </p:cNvPr>
            <p:cNvSpPr txBox="1"/>
            <p:nvPr/>
          </p:nvSpPr>
          <p:spPr>
            <a:xfrm>
              <a:off x="1199048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{{TOP_TITLES_CTR_2_NAME}}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C20F48A-D92E-2519-7637-45ABCAA11BBA}"/>
                </a:ext>
              </a:extLst>
            </p:cNvPr>
            <p:cNvSpPr txBox="1"/>
            <p:nvPr/>
          </p:nvSpPr>
          <p:spPr>
            <a:xfrm>
              <a:off x="1199048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{{TOP_TITLES_CTR_3_NAME}}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F2201B7-8FFC-6B91-EFA1-D89532C9C799}"/>
                </a:ext>
              </a:extLst>
            </p:cNvPr>
            <p:cNvSpPr txBox="1"/>
            <p:nvPr/>
          </p:nvSpPr>
          <p:spPr>
            <a:xfrm>
              <a:off x="1844529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{{TOP_TITLES_CTR_1_VALUE}}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9754DC7-5F24-941F-41C1-A7B809E9B69D}"/>
                </a:ext>
              </a:extLst>
            </p:cNvPr>
            <p:cNvSpPr txBox="1"/>
            <p:nvPr/>
          </p:nvSpPr>
          <p:spPr>
            <a:xfrm>
              <a:off x="1844529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{{TOP_TITLES_CTR_2_VALUE}}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A03DCA4-B14F-C994-F0EE-24B5DB4E7E00}"/>
                </a:ext>
              </a:extLst>
            </p:cNvPr>
            <p:cNvSpPr txBox="1"/>
            <p:nvPr/>
          </p:nvSpPr>
          <p:spPr>
            <a:xfrm>
              <a:off x="1844529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{{TOP_TITLES_CTR_3_VALUE}}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7FE2D9D-D57B-B020-359F-7ABBFFC25B31}"/>
                </a:ext>
              </a:extLst>
            </p:cNvPr>
            <p:cNvSpPr txBox="1"/>
            <p:nvPr/>
          </p:nvSpPr>
          <p:spPr>
            <a:xfrm>
              <a:off x="4486535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{{TOP_TITLES_VCR_1_NAME}}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3618047-CC1E-F206-7C06-B8AC7405D6A9}"/>
                </a:ext>
              </a:extLst>
            </p:cNvPr>
            <p:cNvSpPr txBox="1"/>
            <p:nvPr/>
          </p:nvSpPr>
          <p:spPr>
            <a:xfrm>
              <a:off x="4486535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{{TOP_TITLES_VCR_2_NAME}}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906E04B-0E59-7636-9B37-29340A73F17B}"/>
                </a:ext>
              </a:extLst>
            </p:cNvPr>
            <p:cNvSpPr txBox="1"/>
            <p:nvPr/>
          </p:nvSpPr>
          <p:spPr>
            <a:xfrm>
              <a:off x="4486535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{{TOP_TITLES_VCR_3_NAME}}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35DBB5A-46D9-7A0C-F128-73A3F0A3FF6C}"/>
                </a:ext>
              </a:extLst>
            </p:cNvPr>
            <p:cNvSpPr txBox="1"/>
            <p:nvPr/>
          </p:nvSpPr>
          <p:spPr>
            <a:xfrm>
              <a:off x="5283822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{{TOP_TITLES_VCR_1_VALUE}}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911DFD8-C66E-49C9-BFAB-16D87533C248}"/>
                </a:ext>
              </a:extLst>
            </p:cNvPr>
            <p:cNvSpPr txBox="1"/>
            <p:nvPr/>
          </p:nvSpPr>
          <p:spPr>
            <a:xfrm>
              <a:off x="5283822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{{TOP_TITLES_VCR_2_VALUE}}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E4A260C-A28A-041A-3748-8E891BE8E487}"/>
                </a:ext>
              </a:extLst>
            </p:cNvPr>
            <p:cNvSpPr txBox="1"/>
            <p:nvPr/>
          </p:nvSpPr>
          <p:spPr>
            <a:xfrm>
              <a:off x="5283822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{{TOP_TITLES_VCR_3_VALUE}}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E5E31A8-F985-69B5-8B10-8AC8E838F1D3}"/>
                </a:ext>
              </a:extLst>
            </p:cNvPr>
            <p:cNvSpPr txBox="1"/>
            <p:nvPr/>
          </p:nvSpPr>
          <p:spPr>
            <a:xfrm>
              <a:off x="7947986" y="7824099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{{TOP_TITLES_ER_1_NAME}}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653D0B2-0FC7-55D2-D962-B2F805E94B2E}"/>
                </a:ext>
              </a:extLst>
            </p:cNvPr>
            <p:cNvSpPr txBox="1"/>
            <p:nvPr/>
          </p:nvSpPr>
          <p:spPr>
            <a:xfrm>
              <a:off x="7947986" y="8102863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{{TOP_TITLES_ER_2_NAME}}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711ECEE-450C-C69C-BBCC-94AAC2B8C601}"/>
                </a:ext>
              </a:extLst>
            </p:cNvPr>
            <p:cNvSpPr txBox="1"/>
            <p:nvPr/>
          </p:nvSpPr>
          <p:spPr>
            <a:xfrm>
              <a:off x="7947986" y="8381626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{{TOP_TITLES_ER_3_NAME}}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120E9E-DB2A-064A-93EC-C9C2E6D33B7C}"/>
                </a:ext>
              </a:extLst>
            </p:cNvPr>
            <p:cNvSpPr txBox="1"/>
            <p:nvPr/>
          </p:nvSpPr>
          <p:spPr>
            <a:xfrm>
              <a:off x="8738849" y="7820887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{{TOP_TITLES_ER_1_VALUE}}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D442D86-C1D8-7786-4F3E-CC9753AC1414}"/>
                </a:ext>
              </a:extLst>
            </p:cNvPr>
            <p:cNvSpPr txBox="1"/>
            <p:nvPr/>
          </p:nvSpPr>
          <p:spPr>
            <a:xfrm>
              <a:off x="8738849" y="8099651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{{TOP_TITLES_ER_2_VALUE}}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46F4417-5AF5-0665-1C33-44CCD853F494}"/>
                </a:ext>
              </a:extLst>
            </p:cNvPr>
            <p:cNvSpPr txBox="1"/>
            <p:nvPr/>
          </p:nvSpPr>
          <p:spPr>
            <a:xfrm>
              <a:off x="8738849" y="8378414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{{TOP_TITLES_ER_3_VALUE}}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D2FDE1E-7BFE-7D99-F857-2F32867BB140}"/>
                </a:ext>
              </a:extLst>
            </p:cNvPr>
            <p:cNvSpPr txBox="1"/>
            <p:nvPr/>
          </p:nvSpPr>
          <p:spPr>
            <a:xfrm>
              <a:off x="1199048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{{TOP_MARKETS_CTR_1_NAME}}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06446F5-9BF7-70AC-8D0C-9BB839F50150}"/>
                </a:ext>
              </a:extLst>
            </p:cNvPr>
            <p:cNvSpPr txBox="1"/>
            <p:nvPr/>
          </p:nvSpPr>
          <p:spPr>
            <a:xfrm>
              <a:off x="1199048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{{TOP_MARKETS_CTR_2_NAME}}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0A1DFBDD-E0B8-63C6-71EF-7176B127FDD1}"/>
                </a:ext>
              </a:extLst>
            </p:cNvPr>
            <p:cNvSpPr txBox="1"/>
            <p:nvPr/>
          </p:nvSpPr>
          <p:spPr>
            <a:xfrm>
              <a:off x="1199048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{{TOP_MARKETS_CTR_3_NAME}}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DB82729-11A5-64A9-F7B6-9155B4BE1F34}"/>
                </a:ext>
              </a:extLst>
            </p:cNvPr>
            <p:cNvSpPr txBox="1"/>
            <p:nvPr/>
          </p:nvSpPr>
          <p:spPr>
            <a:xfrm>
              <a:off x="1844529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{{TOP_MARKETS_CTR_1_VALUE}}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A39D1E2-2A4C-B87E-91C9-095BB41BFDA7}"/>
                </a:ext>
              </a:extLst>
            </p:cNvPr>
            <p:cNvSpPr txBox="1"/>
            <p:nvPr/>
          </p:nvSpPr>
          <p:spPr>
            <a:xfrm>
              <a:off x="1844529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{{TOP_MARKETS_CTR_2_VALUE}}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086647E-0965-2D38-1FDF-06A561357D6D}"/>
                </a:ext>
              </a:extLst>
            </p:cNvPr>
            <p:cNvSpPr txBox="1"/>
            <p:nvPr/>
          </p:nvSpPr>
          <p:spPr>
            <a:xfrm>
              <a:off x="1844529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{{TOP_MARKETS_CTR_3_VALUE}}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113A0F1-E675-6413-431C-A8C64F0822CE}"/>
                </a:ext>
              </a:extLst>
            </p:cNvPr>
            <p:cNvSpPr txBox="1"/>
            <p:nvPr/>
          </p:nvSpPr>
          <p:spPr>
            <a:xfrm>
              <a:off x="4486535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{{TOP_MARKETS_VCR_1_NAME}}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D3F087A-359B-CB2A-98EE-D0EA5C80CBDB}"/>
                </a:ext>
              </a:extLst>
            </p:cNvPr>
            <p:cNvSpPr txBox="1"/>
            <p:nvPr/>
          </p:nvSpPr>
          <p:spPr>
            <a:xfrm>
              <a:off x="4486535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{{TOP_MARKETS_VCR_2_NAME}}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C33E4F7-5B52-60F4-CC54-7174C1ECF255}"/>
                </a:ext>
              </a:extLst>
            </p:cNvPr>
            <p:cNvSpPr txBox="1"/>
            <p:nvPr/>
          </p:nvSpPr>
          <p:spPr>
            <a:xfrm>
              <a:off x="4486535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{{TOP_MARKETS_VCR_3_NAME}}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41B86FA-D1AD-C033-BC0A-9A4B8590BB5E}"/>
                </a:ext>
              </a:extLst>
            </p:cNvPr>
            <p:cNvSpPr txBox="1"/>
            <p:nvPr/>
          </p:nvSpPr>
          <p:spPr>
            <a:xfrm>
              <a:off x="5283822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{{TOP_MARKETS_VCR_1_VALUE}}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D0083F2-E31A-57BB-D49B-C0C7028B2336}"/>
                </a:ext>
              </a:extLst>
            </p:cNvPr>
            <p:cNvSpPr txBox="1"/>
            <p:nvPr/>
          </p:nvSpPr>
          <p:spPr>
            <a:xfrm>
              <a:off x="5283822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{{TOP_MARKETS_VCR_2_VALUE}}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D3CDA63-4D43-C901-CE68-07BC3B00E5D4}"/>
                </a:ext>
              </a:extLst>
            </p:cNvPr>
            <p:cNvSpPr txBox="1"/>
            <p:nvPr/>
          </p:nvSpPr>
          <p:spPr>
            <a:xfrm>
              <a:off x="5283822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{{TOP_MARKETS_VCR_3_VALUE}}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846E674C-852D-BF66-2625-1E9A791E795B}"/>
                </a:ext>
              </a:extLst>
            </p:cNvPr>
            <p:cNvSpPr txBox="1"/>
            <p:nvPr/>
          </p:nvSpPr>
          <p:spPr>
            <a:xfrm>
              <a:off x="7947986" y="9208440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{{TOP_MARKETS_ER_1_NAME}}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3F2A847-FA3D-4145-0BDD-5BDFD2583146}"/>
                </a:ext>
              </a:extLst>
            </p:cNvPr>
            <p:cNvSpPr txBox="1"/>
            <p:nvPr/>
          </p:nvSpPr>
          <p:spPr>
            <a:xfrm>
              <a:off x="7947986" y="9487204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{{TOP_MARKETS_ER_2_NAME}}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D5BB467-AD27-1A65-7C47-0E38E16616CD}"/>
                </a:ext>
              </a:extLst>
            </p:cNvPr>
            <p:cNvSpPr txBox="1"/>
            <p:nvPr/>
          </p:nvSpPr>
          <p:spPr>
            <a:xfrm>
              <a:off x="7947986" y="9765967"/>
              <a:ext cx="21104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{{TOP_MARKETS_ER_3_NAME}}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0F23B522-2903-6F50-DC6A-38CCD8E40016}"/>
                </a:ext>
              </a:extLst>
            </p:cNvPr>
            <p:cNvSpPr txBox="1"/>
            <p:nvPr/>
          </p:nvSpPr>
          <p:spPr>
            <a:xfrm>
              <a:off x="8738849" y="9205228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{{TOP_MARKETS_ER_1_VALUE}}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B0BD5142-D401-4AB7-E362-A9F75D1AFDD0}"/>
                </a:ext>
              </a:extLst>
            </p:cNvPr>
            <p:cNvSpPr txBox="1"/>
            <p:nvPr/>
          </p:nvSpPr>
          <p:spPr>
            <a:xfrm>
              <a:off x="8738849" y="9483992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{{TOP_MARKETS_ER_2_VALUE}}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EC151065-8D3E-1651-3D12-35C9FAB47307}"/>
                </a:ext>
              </a:extLst>
            </p:cNvPr>
            <p:cNvSpPr txBox="1"/>
            <p:nvPr/>
          </p:nvSpPr>
          <p:spPr>
            <a:xfrm>
              <a:off x="8738849" y="9762755"/>
              <a:ext cx="22480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{{TOP_MARKETS_ER_3_VALUE}}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46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2E84AB0-4098-0D71-480A-3F9FBC8F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645D206-2663-28A1-3677-ECAE77140EB0}"/>
              </a:ext>
            </a:extLst>
          </p:cNvPr>
          <p:cNvGrpSpPr/>
          <p:nvPr/>
        </p:nvGrpSpPr>
        <p:grpSpPr>
          <a:xfrm>
            <a:off x="912807" y="6676596"/>
            <a:ext cx="10218051" cy="5151744"/>
            <a:chOff x="912807" y="6676596"/>
            <a:chExt cx="10218051" cy="51517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A2D8039-F1C9-8054-44FA-075023A57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12807" y="7658809"/>
              <a:ext cx="1618372" cy="3322894"/>
            </a:xfrm>
            <a:prstGeom prst="rect">
              <a:avLst/>
            </a:prstGeom>
          </p:spPr>
        </p:pic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122C8606-298F-3E1A-9135-202E51AF74E7}"/>
                </a:ext>
              </a:extLst>
            </p:cNvPr>
            <p:cNvSpPr txBox="1"/>
            <p:nvPr/>
          </p:nvSpPr>
          <p:spPr>
            <a:xfrm>
              <a:off x="912807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4" name="Google Shape;100;p2">
              <a:extLst>
                <a:ext uri="{FF2B5EF4-FFF2-40B4-BE49-F238E27FC236}">
                  <a16:creationId xmlns:a16="http://schemas.microsoft.com/office/drawing/2014/main" id="{78B3C53E-5637-87F4-FA93-988948D25ACB}"/>
                </a:ext>
              </a:extLst>
            </p:cNvPr>
            <p:cNvSpPr txBox="1"/>
            <p:nvPr/>
          </p:nvSpPr>
          <p:spPr>
            <a:xfrm>
              <a:off x="912811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46798F-9700-73FF-B99F-7E619FA79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46430" y="7658809"/>
              <a:ext cx="1618372" cy="3322894"/>
            </a:xfrm>
            <a:prstGeom prst="rect">
              <a:avLst/>
            </a:prstGeom>
          </p:spPr>
        </p:pic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6BC26EBB-8735-A9CA-21BD-D8B83BBF3B42}"/>
                </a:ext>
              </a:extLst>
            </p:cNvPr>
            <p:cNvSpPr txBox="1"/>
            <p:nvPr/>
          </p:nvSpPr>
          <p:spPr>
            <a:xfrm>
              <a:off x="3546430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6C32BB08-5408-A16F-294C-8D06963FB200}"/>
                </a:ext>
              </a:extLst>
            </p:cNvPr>
            <p:cNvSpPr txBox="1"/>
            <p:nvPr/>
          </p:nvSpPr>
          <p:spPr>
            <a:xfrm>
              <a:off x="3546434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A04E27-DA3B-E038-80A2-8070B2127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80053" y="7658809"/>
              <a:ext cx="1618372" cy="3322894"/>
            </a:xfrm>
            <a:prstGeom prst="rect">
              <a:avLst/>
            </a:prstGeom>
          </p:spPr>
        </p:pic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4460268F-0407-5205-918D-EC05AE4CB95D}"/>
                </a:ext>
              </a:extLst>
            </p:cNvPr>
            <p:cNvSpPr txBox="1"/>
            <p:nvPr/>
          </p:nvSpPr>
          <p:spPr>
            <a:xfrm>
              <a:off x="6180053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1641B0E4-C4BA-3AE6-371C-7796A885441F}"/>
                </a:ext>
              </a:extLst>
            </p:cNvPr>
            <p:cNvSpPr txBox="1"/>
            <p:nvPr/>
          </p:nvSpPr>
          <p:spPr>
            <a:xfrm>
              <a:off x="6180057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B97D3BD-C268-056A-5277-D8B8DFA73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813675" y="7658809"/>
              <a:ext cx="1618372" cy="3322894"/>
            </a:xfrm>
            <a:prstGeom prst="rect">
              <a:avLst/>
            </a:prstGeom>
          </p:spPr>
        </p:pic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35E283B8-7905-3497-A80F-1D5B593C140B}"/>
                </a:ext>
              </a:extLst>
            </p:cNvPr>
            <p:cNvSpPr txBox="1"/>
            <p:nvPr/>
          </p:nvSpPr>
          <p:spPr>
            <a:xfrm>
              <a:off x="8813675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4" name="Google Shape;100;p2">
              <a:extLst>
                <a:ext uri="{FF2B5EF4-FFF2-40B4-BE49-F238E27FC236}">
                  <a16:creationId xmlns:a16="http://schemas.microsoft.com/office/drawing/2014/main" id="{63E656F2-77AF-4763-ADFA-7C348D33FF8F}"/>
                </a:ext>
              </a:extLst>
            </p:cNvPr>
            <p:cNvSpPr txBox="1"/>
            <p:nvPr/>
          </p:nvSpPr>
          <p:spPr>
            <a:xfrm>
              <a:off x="8813679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680E87-CACD-F64E-FE27-55DC0DFEAAE3}"/>
                </a:ext>
              </a:extLst>
            </p:cNvPr>
            <p:cNvSpPr txBox="1"/>
            <p:nvPr/>
          </p:nvSpPr>
          <p:spPr>
            <a:xfrm>
              <a:off x="912811" y="6676596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Creative Overview.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11C2A83-F47A-112E-5FA8-4D53EB76A551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CREATIVE_OVERVIEW</a:t>
            </a:r>
          </a:p>
        </p:txBody>
      </p:sp>
    </p:spTree>
    <p:extLst>
      <p:ext uri="{BB962C8B-B14F-4D97-AF65-F5344CB8AC3E}">
        <p14:creationId xmlns:p14="http://schemas.microsoft.com/office/powerpoint/2010/main" val="195827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382B394-134D-E80D-1B19-D96E05CE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7EE0CE8-AA07-1B80-778C-CBAEDF605D62}"/>
              </a:ext>
            </a:extLst>
          </p:cNvPr>
          <p:cNvGrpSpPr/>
          <p:nvPr/>
        </p:nvGrpSpPr>
        <p:grpSpPr>
          <a:xfrm>
            <a:off x="912807" y="6676596"/>
            <a:ext cx="10218051" cy="5151744"/>
            <a:chOff x="912807" y="6676596"/>
            <a:chExt cx="10218051" cy="51517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6A97FE4-F3DD-5865-B4F2-433D14DE0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12807" y="7658809"/>
              <a:ext cx="1618372" cy="3322894"/>
            </a:xfrm>
            <a:prstGeom prst="rect">
              <a:avLst/>
            </a:prstGeom>
          </p:spPr>
        </p:pic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3127FC57-04CE-7F8F-06A1-710BDFB3FF68}"/>
                </a:ext>
              </a:extLst>
            </p:cNvPr>
            <p:cNvSpPr txBox="1"/>
            <p:nvPr/>
          </p:nvSpPr>
          <p:spPr>
            <a:xfrm>
              <a:off x="912807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4" name="Google Shape;100;p2">
              <a:extLst>
                <a:ext uri="{FF2B5EF4-FFF2-40B4-BE49-F238E27FC236}">
                  <a16:creationId xmlns:a16="http://schemas.microsoft.com/office/drawing/2014/main" id="{5C4D2482-E4BA-4A24-9221-171900E6F61F}"/>
                </a:ext>
              </a:extLst>
            </p:cNvPr>
            <p:cNvSpPr txBox="1"/>
            <p:nvPr/>
          </p:nvSpPr>
          <p:spPr>
            <a:xfrm>
              <a:off x="912811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17E0F2-27C5-2D96-BFC8-77D8F654C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546430" y="7658809"/>
              <a:ext cx="1618372" cy="3322894"/>
            </a:xfrm>
            <a:prstGeom prst="rect">
              <a:avLst/>
            </a:prstGeom>
          </p:spPr>
        </p:pic>
        <p:sp>
          <p:nvSpPr>
            <p:cNvPr id="6" name="Google Shape;100;p2">
              <a:extLst>
                <a:ext uri="{FF2B5EF4-FFF2-40B4-BE49-F238E27FC236}">
                  <a16:creationId xmlns:a16="http://schemas.microsoft.com/office/drawing/2014/main" id="{8B7A2879-5853-C065-DE67-03EAB4FA9AB9}"/>
                </a:ext>
              </a:extLst>
            </p:cNvPr>
            <p:cNvSpPr txBox="1"/>
            <p:nvPr/>
          </p:nvSpPr>
          <p:spPr>
            <a:xfrm>
              <a:off x="3546430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1D4835C8-FEBA-04D3-31B3-48F3F92E1B87}"/>
                </a:ext>
              </a:extLst>
            </p:cNvPr>
            <p:cNvSpPr txBox="1"/>
            <p:nvPr/>
          </p:nvSpPr>
          <p:spPr>
            <a:xfrm>
              <a:off x="3546434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928B65-3F1D-5065-BE6B-929C75BA1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180053" y="7658809"/>
              <a:ext cx="1618372" cy="3322894"/>
            </a:xfrm>
            <a:prstGeom prst="rect">
              <a:avLst/>
            </a:prstGeom>
          </p:spPr>
        </p:pic>
        <p:sp>
          <p:nvSpPr>
            <p:cNvPr id="9" name="Google Shape;100;p2">
              <a:extLst>
                <a:ext uri="{FF2B5EF4-FFF2-40B4-BE49-F238E27FC236}">
                  <a16:creationId xmlns:a16="http://schemas.microsoft.com/office/drawing/2014/main" id="{3F5C9632-157F-EF51-3277-D3182ED4F398}"/>
                </a:ext>
              </a:extLst>
            </p:cNvPr>
            <p:cNvSpPr txBox="1"/>
            <p:nvPr/>
          </p:nvSpPr>
          <p:spPr>
            <a:xfrm>
              <a:off x="6180053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D9B3930F-8E48-92FC-B7C2-4B0129151D46}"/>
                </a:ext>
              </a:extLst>
            </p:cNvPr>
            <p:cNvSpPr txBox="1"/>
            <p:nvPr/>
          </p:nvSpPr>
          <p:spPr>
            <a:xfrm>
              <a:off x="6180057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57FFC3-6E68-A04C-68DA-CFBD6681C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813675" y="7658809"/>
              <a:ext cx="1618372" cy="3322894"/>
            </a:xfrm>
            <a:prstGeom prst="rect">
              <a:avLst/>
            </a:prstGeom>
          </p:spPr>
        </p:pic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CAD0ECFE-1A78-F270-BB2C-09BAFB98BD54}"/>
                </a:ext>
              </a:extLst>
            </p:cNvPr>
            <p:cNvSpPr txBox="1"/>
            <p:nvPr/>
          </p:nvSpPr>
          <p:spPr>
            <a:xfrm>
              <a:off x="8813675" y="11117462"/>
              <a:ext cx="226232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2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 Name</a:t>
              </a:r>
            </a:p>
          </p:txBody>
        </p:sp>
        <p:sp>
          <p:nvSpPr>
            <p:cNvPr id="14" name="Google Shape;100;p2">
              <a:extLst>
                <a:ext uri="{FF2B5EF4-FFF2-40B4-BE49-F238E27FC236}">
                  <a16:creationId xmlns:a16="http://schemas.microsoft.com/office/drawing/2014/main" id="{DA146852-C926-2EF6-A483-9C71D85FE42B}"/>
                </a:ext>
              </a:extLst>
            </p:cNvPr>
            <p:cNvSpPr txBox="1"/>
            <p:nvPr/>
          </p:nvSpPr>
          <p:spPr>
            <a:xfrm>
              <a:off x="8813679" y="11412882"/>
              <a:ext cx="2317179" cy="415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Main KPI: XX%</a:t>
              </a:r>
            </a:p>
            <a:p>
              <a:pPr>
                <a:defRPr/>
              </a:pPr>
              <a:endPara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endParaRPr>
            </a:p>
            <a:p>
              <a:pPr>
                <a:defRPr/>
              </a:pPr>
              <a:r>
                <a:rPr lang="en-GB" sz="700" b="1" spc="40" dirty="0">
                  <a:solidFill>
                    <a:schemeClr val="accent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Secondary KPI: XX%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68A424-CAFE-8E6B-0F24-A045EA42290E}"/>
                </a:ext>
              </a:extLst>
            </p:cNvPr>
            <p:cNvSpPr txBox="1"/>
            <p:nvPr/>
          </p:nvSpPr>
          <p:spPr>
            <a:xfrm>
              <a:off x="912811" y="6676596"/>
              <a:ext cx="8938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Top Performing Creative.</a:t>
              </a:r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92259638-C100-5274-115C-70C73D6B74AA}"/>
                </a:ext>
              </a:extLst>
            </p:cNvPr>
            <p:cNvSpPr/>
            <p:nvPr/>
          </p:nvSpPr>
          <p:spPr>
            <a:xfrm rot="5400000">
              <a:off x="3010733" y="6247466"/>
              <a:ext cx="68947" cy="2642534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Google Shape;100;p2">
              <a:extLst>
                <a:ext uri="{FF2B5EF4-FFF2-40B4-BE49-F238E27FC236}">
                  <a16:creationId xmlns:a16="http://schemas.microsoft.com/office/drawing/2014/main" id="{2A5C1A0D-D1BC-06DF-2E50-C7DC226ACB11}"/>
                </a:ext>
              </a:extLst>
            </p:cNvPr>
            <p:cNvSpPr txBox="1"/>
            <p:nvPr/>
          </p:nvSpPr>
          <p:spPr>
            <a:xfrm>
              <a:off x="2654680" y="7426561"/>
              <a:ext cx="781051" cy="21540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defRPr/>
              </a:pPr>
              <a:r>
                <a:rPr lang="en-GB" sz="8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Phase One</a:t>
              </a:r>
            </a:p>
          </p:txBody>
        </p:sp>
        <p:sp>
          <p:nvSpPr>
            <p:cNvPr id="18" name="Left Bracket 17">
              <a:extLst>
                <a:ext uri="{FF2B5EF4-FFF2-40B4-BE49-F238E27FC236}">
                  <a16:creationId xmlns:a16="http://schemas.microsoft.com/office/drawing/2014/main" id="{1DD873CD-CF69-57F7-4904-23AF7754C431}"/>
                </a:ext>
              </a:extLst>
            </p:cNvPr>
            <p:cNvSpPr/>
            <p:nvPr/>
          </p:nvSpPr>
          <p:spPr>
            <a:xfrm rot="5400000">
              <a:off x="8273305" y="6247470"/>
              <a:ext cx="68947" cy="2642534"/>
            </a:xfrm>
            <a:prstGeom prst="leftBracket">
              <a:avLst>
                <a:gd name="adj" fmla="val 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Google Shape;100;p2">
              <a:extLst>
                <a:ext uri="{FF2B5EF4-FFF2-40B4-BE49-F238E27FC236}">
                  <a16:creationId xmlns:a16="http://schemas.microsoft.com/office/drawing/2014/main" id="{5863E9E2-A375-A240-3BE1-CFFBBBC396E5}"/>
                </a:ext>
              </a:extLst>
            </p:cNvPr>
            <p:cNvSpPr txBox="1"/>
            <p:nvPr/>
          </p:nvSpPr>
          <p:spPr>
            <a:xfrm>
              <a:off x="7917252" y="7426565"/>
              <a:ext cx="781051" cy="21540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defRPr/>
              </a:pPr>
              <a:r>
                <a:rPr lang="en-GB" sz="8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Phase Two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86966B1-5FBC-D323-AB00-DE40ECDAB44D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CREATIVE_PERFORMANCE</a:t>
            </a:r>
          </a:p>
        </p:txBody>
      </p:sp>
    </p:spTree>
    <p:extLst>
      <p:ext uri="{BB962C8B-B14F-4D97-AF65-F5344CB8AC3E}">
        <p14:creationId xmlns:p14="http://schemas.microsoft.com/office/powerpoint/2010/main" val="143970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0429C6A-2DB6-C20A-9B38-149A620D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F904825-74B5-49EC-5098-BA3A3121F4B0}"/>
              </a:ext>
            </a:extLst>
          </p:cNvPr>
          <p:cNvGrpSpPr/>
          <p:nvPr/>
        </p:nvGrpSpPr>
        <p:grpSpPr>
          <a:xfrm>
            <a:off x="779459" y="6666741"/>
            <a:ext cx="10632989" cy="3915814"/>
            <a:chOff x="779459" y="6666741"/>
            <a:chExt cx="10632989" cy="39158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835929-3B7C-8FF1-B128-F544E4D01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680" b="23680"/>
            <a:stretch/>
          </p:blipFill>
          <p:spPr>
            <a:xfrm>
              <a:off x="779459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622B7A8-5032-D90F-F8AB-84062D5308D3}"/>
                </a:ext>
              </a:extLst>
            </p:cNvPr>
            <p:cNvSpPr/>
            <p:nvPr/>
          </p:nvSpPr>
          <p:spPr>
            <a:xfrm>
              <a:off x="1136695" y="8111765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905478B8-B618-E7DE-495F-0F9B29FC83BF}"/>
                </a:ext>
              </a:extLst>
            </p:cNvPr>
            <p:cNvSpPr/>
            <p:nvPr/>
          </p:nvSpPr>
          <p:spPr>
            <a:xfrm>
              <a:off x="6418724" y="8106528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Google Shape;110;p2">
              <a:extLst>
                <a:ext uri="{FF2B5EF4-FFF2-40B4-BE49-F238E27FC236}">
                  <a16:creationId xmlns:a16="http://schemas.microsoft.com/office/drawing/2014/main" id="{02EF3836-6A6E-5D12-DE5E-1B9E1F4DF896}"/>
                </a:ext>
              </a:extLst>
            </p:cNvPr>
            <p:cNvSpPr txBox="1"/>
            <p:nvPr/>
          </p:nvSpPr>
          <p:spPr>
            <a:xfrm>
              <a:off x="1244913" y="8217124"/>
              <a:ext cx="438280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solidFill>
                    <a:schemeClr val="bg1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XX.XXXM</a:t>
              </a:r>
              <a:endParaRPr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pic>
          <p:nvPicPr>
            <p:cNvPr id="23" name="Picture 2" descr="logo-placeholder - Shop at RaceYa">
              <a:extLst>
                <a:ext uri="{FF2B5EF4-FFF2-40B4-BE49-F238E27FC236}">
                  <a16:creationId xmlns:a16="http://schemas.microsoft.com/office/drawing/2014/main" id="{B517C27E-970B-A7F7-3593-7A37EDE8BC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6746819" y="8252037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" descr="logo-placeholder - Shop at RaceYa">
              <a:extLst>
                <a:ext uri="{FF2B5EF4-FFF2-40B4-BE49-F238E27FC236}">
                  <a16:creationId xmlns:a16="http://schemas.microsoft.com/office/drawing/2014/main" id="{3DF8B9D6-CD4B-C5CD-FF21-C97A6B8E0D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8245946" y="8252037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logo-placeholder - Shop at RaceYa">
              <a:extLst>
                <a:ext uri="{FF2B5EF4-FFF2-40B4-BE49-F238E27FC236}">
                  <a16:creationId xmlns:a16="http://schemas.microsoft.com/office/drawing/2014/main" id="{C01C21B5-7BE6-B1AC-13A7-B5141363A2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" t="23174" r="1200" b="24508"/>
            <a:stretch>
              <a:fillRect/>
            </a:stretch>
          </p:blipFill>
          <p:spPr bwMode="auto">
            <a:xfrm>
              <a:off x="9745072" y="8247455"/>
              <a:ext cx="923993" cy="353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Google Shape;114;p2">
              <a:extLst>
                <a:ext uri="{FF2B5EF4-FFF2-40B4-BE49-F238E27FC236}">
                  <a16:creationId xmlns:a16="http://schemas.microsoft.com/office/drawing/2014/main" id="{F027F059-DD76-E46B-60B1-54A707AE0283}"/>
                </a:ext>
              </a:extLst>
            </p:cNvPr>
            <p:cNvSpPr txBox="1"/>
            <p:nvPr/>
          </p:nvSpPr>
          <p:spPr>
            <a:xfrm>
              <a:off x="1247099" y="9938439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7" name="Google Shape;110;p2">
              <a:extLst>
                <a:ext uri="{FF2B5EF4-FFF2-40B4-BE49-F238E27FC236}">
                  <a16:creationId xmlns:a16="http://schemas.microsoft.com/office/drawing/2014/main" id="{DA898C65-7909-7877-D2CC-0A96CEF8320F}"/>
                </a:ext>
              </a:extLst>
            </p:cNvPr>
            <p:cNvSpPr txBox="1"/>
            <p:nvPr/>
          </p:nvSpPr>
          <p:spPr>
            <a:xfrm>
              <a:off x="1247099" y="9642575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824CD89-3515-1DFE-0674-9E07DFD13CCB}"/>
                </a:ext>
              </a:extLst>
            </p:cNvPr>
            <p:cNvSpPr/>
            <p:nvPr/>
          </p:nvSpPr>
          <p:spPr>
            <a:xfrm>
              <a:off x="1136696" y="9354215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013EFD88-8CF0-9CA5-473F-B108612B4DB2}"/>
                </a:ext>
              </a:extLst>
            </p:cNvPr>
            <p:cNvSpPr/>
            <p:nvPr/>
          </p:nvSpPr>
          <p:spPr>
            <a:xfrm>
              <a:off x="3790492" y="9354215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016DDC48-49BA-A737-41C0-48CBDB84B74F}"/>
                </a:ext>
              </a:extLst>
            </p:cNvPr>
            <p:cNvSpPr/>
            <p:nvPr/>
          </p:nvSpPr>
          <p:spPr>
            <a:xfrm>
              <a:off x="6418724" y="9335978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3A26F3E1-4B41-E221-ACE5-096130DD0265}"/>
                </a:ext>
              </a:extLst>
            </p:cNvPr>
            <p:cNvSpPr/>
            <p:nvPr/>
          </p:nvSpPr>
          <p:spPr>
            <a:xfrm>
              <a:off x="9072520" y="9335978"/>
              <a:ext cx="1924643" cy="923149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Google Shape;114;p2">
              <a:extLst>
                <a:ext uri="{FF2B5EF4-FFF2-40B4-BE49-F238E27FC236}">
                  <a16:creationId xmlns:a16="http://schemas.microsoft.com/office/drawing/2014/main" id="{6D82C938-7D74-DF61-A9A7-794EEEE90D1E}"/>
                </a:ext>
              </a:extLst>
            </p:cNvPr>
            <p:cNvSpPr txBox="1"/>
            <p:nvPr/>
          </p:nvSpPr>
          <p:spPr>
            <a:xfrm>
              <a:off x="1142154" y="8995967"/>
              <a:ext cx="1919185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Viewable Rate</a:t>
              </a:r>
            </a:p>
          </p:txBody>
        </p:sp>
        <p:sp>
          <p:nvSpPr>
            <p:cNvPr id="33" name="Google Shape;114;p2">
              <a:extLst>
                <a:ext uri="{FF2B5EF4-FFF2-40B4-BE49-F238E27FC236}">
                  <a16:creationId xmlns:a16="http://schemas.microsoft.com/office/drawing/2014/main" id="{B12A98EB-0A9F-FBBC-31E4-0B84ADE54A88}"/>
                </a:ext>
              </a:extLst>
            </p:cNvPr>
            <p:cNvSpPr txBox="1"/>
            <p:nvPr/>
          </p:nvSpPr>
          <p:spPr>
            <a:xfrm>
              <a:off x="6418721" y="8990730"/>
              <a:ext cx="1919186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Attention Rate</a:t>
              </a:r>
            </a:p>
          </p:txBody>
        </p:sp>
        <p:sp>
          <p:nvSpPr>
            <p:cNvPr id="34" name="Google Shape;114;p2">
              <a:extLst>
                <a:ext uri="{FF2B5EF4-FFF2-40B4-BE49-F238E27FC236}">
                  <a16:creationId xmlns:a16="http://schemas.microsoft.com/office/drawing/2014/main" id="{E76AD9B5-EFDB-1398-E94C-DAACFEB102BE}"/>
                </a:ext>
              </a:extLst>
            </p:cNvPr>
            <p:cNvSpPr txBox="1"/>
            <p:nvPr/>
          </p:nvSpPr>
          <p:spPr>
            <a:xfrm>
              <a:off x="3790489" y="9024969"/>
              <a:ext cx="192464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Attention Time</a:t>
              </a:r>
            </a:p>
          </p:txBody>
        </p:sp>
        <p:sp>
          <p:nvSpPr>
            <p:cNvPr id="35" name="Google Shape;114;p2">
              <a:extLst>
                <a:ext uri="{FF2B5EF4-FFF2-40B4-BE49-F238E27FC236}">
                  <a16:creationId xmlns:a16="http://schemas.microsoft.com/office/drawing/2014/main" id="{6AB9B444-79BB-2223-6C0E-B47363BD1A1F}"/>
                </a:ext>
              </a:extLst>
            </p:cNvPr>
            <p:cNvSpPr txBox="1"/>
            <p:nvPr/>
          </p:nvSpPr>
          <p:spPr>
            <a:xfrm>
              <a:off x="9061298" y="8999703"/>
              <a:ext cx="1935862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Att. Time on Att. Imps</a:t>
              </a:r>
            </a:p>
          </p:txBody>
        </p:sp>
        <p:sp>
          <p:nvSpPr>
            <p:cNvPr id="36" name="Google Shape;100;p2">
              <a:extLst>
                <a:ext uri="{FF2B5EF4-FFF2-40B4-BE49-F238E27FC236}">
                  <a16:creationId xmlns:a16="http://schemas.microsoft.com/office/drawing/2014/main" id="{B414683E-708A-E88E-8FEA-2F61C5B2204D}"/>
                </a:ext>
              </a:extLst>
            </p:cNvPr>
            <p:cNvSpPr txBox="1"/>
            <p:nvPr/>
          </p:nvSpPr>
          <p:spPr>
            <a:xfrm>
              <a:off x="1194845" y="9880958"/>
              <a:ext cx="1797741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% of viewable impressions 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(MRC large unit definition)</a:t>
              </a:r>
            </a:p>
          </p:txBody>
        </p:sp>
        <p:sp>
          <p:nvSpPr>
            <p:cNvPr id="37" name="Google Shape;100;p2">
              <a:extLst>
                <a:ext uri="{FF2B5EF4-FFF2-40B4-BE49-F238E27FC236}">
                  <a16:creationId xmlns:a16="http://schemas.microsoft.com/office/drawing/2014/main" id="{17EA7EB6-D0CB-1D09-5DFA-E192BEA458D1}"/>
                </a:ext>
              </a:extLst>
            </p:cNvPr>
            <p:cNvSpPr txBox="1"/>
            <p:nvPr/>
          </p:nvSpPr>
          <p:spPr>
            <a:xfrm>
              <a:off x="6443621" y="9880958"/>
              <a:ext cx="1802325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% of effectively viewed impressions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 (&gt;0.2 second) vs. 50% benchmark</a:t>
              </a:r>
            </a:p>
          </p:txBody>
        </p:sp>
        <p:sp>
          <p:nvSpPr>
            <p:cNvPr id="38" name="Google Shape;100;p2">
              <a:extLst>
                <a:ext uri="{FF2B5EF4-FFF2-40B4-BE49-F238E27FC236}">
                  <a16:creationId xmlns:a16="http://schemas.microsoft.com/office/drawing/2014/main" id="{A3C82EF9-6916-5A75-485D-A62174C4DC8D}"/>
                </a:ext>
              </a:extLst>
            </p:cNvPr>
            <p:cNvSpPr txBox="1"/>
            <p:nvPr/>
          </p:nvSpPr>
          <p:spPr>
            <a:xfrm>
              <a:off x="3843179" y="9880958"/>
              <a:ext cx="1784648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Average Viewed Time vs. 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1.34” benchmark</a:t>
              </a:r>
            </a:p>
          </p:txBody>
        </p:sp>
        <p:sp>
          <p:nvSpPr>
            <p:cNvPr id="39" name="Google Shape;100;p2">
              <a:extLst>
                <a:ext uri="{FF2B5EF4-FFF2-40B4-BE49-F238E27FC236}">
                  <a16:creationId xmlns:a16="http://schemas.microsoft.com/office/drawing/2014/main" id="{187D6BDD-CE5A-948D-CC13-CA98E7262D87}"/>
                </a:ext>
              </a:extLst>
            </p:cNvPr>
            <p:cNvSpPr txBox="1"/>
            <p:nvPr/>
          </p:nvSpPr>
          <p:spPr>
            <a:xfrm>
              <a:off x="9117962" y="9880958"/>
              <a:ext cx="1826944" cy="32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920"/>
                </a:lnSpc>
                <a:defRPr/>
              </a:pP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average attention time per imps </a:t>
              </a:r>
              <a:b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</a:br>
              <a:r>
                <a:rPr lang="en-GB" sz="600" b="1" spc="30" dirty="0">
                  <a:solidFill>
                    <a:schemeClr val="tx2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on attention imps vs. 2.7” benchmark</a:t>
              </a:r>
            </a:p>
          </p:txBody>
        </p:sp>
        <p:sp>
          <p:nvSpPr>
            <p:cNvPr id="40" name="Google Shape;110;p2">
              <a:extLst>
                <a:ext uri="{FF2B5EF4-FFF2-40B4-BE49-F238E27FC236}">
                  <a16:creationId xmlns:a16="http://schemas.microsoft.com/office/drawing/2014/main" id="{0F194ED2-2590-21E4-5FDD-882543513D44}"/>
                </a:ext>
              </a:extLst>
            </p:cNvPr>
            <p:cNvSpPr txBox="1"/>
            <p:nvPr/>
          </p:nvSpPr>
          <p:spPr>
            <a:xfrm>
              <a:off x="9117962" y="9464799"/>
              <a:ext cx="182694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41" name="Google Shape;110;p2">
              <a:extLst>
                <a:ext uri="{FF2B5EF4-FFF2-40B4-BE49-F238E27FC236}">
                  <a16:creationId xmlns:a16="http://schemas.microsoft.com/office/drawing/2014/main" id="{14D568F7-3D5F-D98F-A0CD-B7FA9611224D}"/>
                </a:ext>
              </a:extLst>
            </p:cNvPr>
            <p:cNvSpPr txBox="1"/>
            <p:nvPr/>
          </p:nvSpPr>
          <p:spPr>
            <a:xfrm>
              <a:off x="1194845" y="9464799"/>
              <a:ext cx="1797741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XX"</a:t>
              </a:r>
              <a:endParaRPr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42" name="Google Shape;110;p2">
              <a:extLst>
                <a:ext uri="{FF2B5EF4-FFF2-40B4-BE49-F238E27FC236}">
                  <a16:creationId xmlns:a16="http://schemas.microsoft.com/office/drawing/2014/main" id="{A4A0DC28-85C5-F6BA-D016-78FEEFF8153A}"/>
                </a:ext>
              </a:extLst>
            </p:cNvPr>
            <p:cNvSpPr txBox="1"/>
            <p:nvPr/>
          </p:nvSpPr>
          <p:spPr>
            <a:xfrm>
              <a:off x="3839903" y="9464799"/>
              <a:ext cx="1787817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</a:p>
          </p:txBody>
        </p:sp>
        <p:sp>
          <p:nvSpPr>
            <p:cNvPr id="43" name="Google Shape;110;p2">
              <a:extLst>
                <a:ext uri="{FF2B5EF4-FFF2-40B4-BE49-F238E27FC236}">
                  <a16:creationId xmlns:a16="http://schemas.microsoft.com/office/drawing/2014/main" id="{5018ED43-643D-6574-A962-AA9E2A6F1186}"/>
                </a:ext>
              </a:extLst>
            </p:cNvPr>
            <p:cNvSpPr txBox="1"/>
            <p:nvPr/>
          </p:nvSpPr>
          <p:spPr>
            <a:xfrm>
              <a:off x="6469550" y="9464799"/>
              <a:ext cx="1776392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GB" sz="2400" b="1" spc="10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XX"</a:t>
              </a:r>
            </a:p>
          </p:txBody>
        </p:sp>
        <p:sp>
          <p:nvSpPr>
            <p:cNvPr id="44" name="Google Shape;114;p2">
              <a:extLst>
                <a:ext uri="{FF2B5EF4-FFF2-40B4-BE49-F238E27FC236}">
                  <a16:creationId xmlns:a16="http://schemas.microsoft.com/office/drawing/2014/main" id="{7FDBDE57-1F7D-0B89-78F9-059A8641EF28}"/>
                </a:ext>
              </a:extLst>
            </p:cNvPr>
            <p:cNvSpPr txBox="1"/>
            <p:nvPr/>
          </p:nvSpPr>
          <p:spPr>
            <a:xfrm>
              <a:off x="1142150" y="7728072"/>
              <a:ext cx="4485566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Total Measured Impressions</a:t>
              </a:r>
            </a:p>
          </p:txBody>
        </p:sp>
        <p:sp>
          <p:nvSpPr>
            <p:cNvPr id="45" name="Google Shape;114;p2">
              <a:extLst>
                <a:ext uri="{FF2B5EF4-FFF2-40B4-BE49-F238E27FC236}">
                  <a16:creationId xmlns:a16="http://schemas.microsoft.com/office/drawing/2014/main" id="{89C2AA84-3760-7898-217B-B192AAAA832D}"/>
                </a:ext>
              </a:extLst>
            </p:cNvPr>
            <p:cNvSpPr txBox="1"/>
            <p:nvPr/>
          </p:nvSpPr>
          <p:spPr>
            <a:xfrm>
              <a:off x="6424183" y="7722835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Top 3 Sites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D6BF82-09F0-1E27-C02C-80B1BDFD0425}"/>
                </a:ext>
              </a:extLst>
            </p:cNvPr>
            <p:cNvSpPr txBox="1"/>
            <p:nvPr/>
          </p:nvSpPr>
          <p:spPr>
            <a:xfrm>
              <a:off x="912808" y="6666741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Attention Score.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2AA0BD3-C25B-108B-4C6A-AA055E7D7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7642" y="6885767"/>
              <a:ext cx="1089422" cy="277368"/>
            </a:xfrm>
            <a:prstGeom prst="rect">
              <a:avLst/>
            </a:prstGeom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C9F1A36-7EFC-D5DA-16B8-A44D66A058B0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ATTENTION_SCORE</a:t>
            </a:r>
          </a:p>
        </p:txBody>
      </p:sp>
    </p:spTree>
    <p:extLst>
      <p:ext uri="{BB962C8B-B14F-4D97-AF65-F5344CB8AC3E}">
        <p14:creationId xmlns:p14="http://schemas.microsoft.com/office/powerpoint/2010/main" val="107668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E1C6FA7-AD3F-9023-BF17-EE382A3D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AD4B308-AEBA-1AA0-74B4-5B456303CE86}"/>
              </a:ext>
            </a:extLst>
          </p:cNvPr>
          <p:cNvGrpSpPr/>
          <p:nvPr/>
        </p:nvGrpSpPr>
        <p:grpSpPr>
          <a:xfrm>
            <a:off x="779459" y="6616100"/>
            <a:ext cx="10632989" cy="3966455"/>
            <a:chOff x="779459" y="6616100"/>
            <a:chExt cx="10632989" cy="396645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02E5809-206E-7298-5F1A-2CCEF6D5A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981" b="23981"/>
            <a:stretch/>
          </p:blipFill>
          <p:spPr>
            <a:xfrm>
              <a:off x="779459" y="7418107"/>
              <a:ext cx="10632989" cy="3164448"/>
            </a:xfrm>
            <a:prstGeom prst="roundRect">
              <a:avLst>
                <a:gd name="adj" fmla="val 7425"/>
              </a:avLst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00A80CE-9679-E135-D344-8D6B3D779C04}"/>
                </a:ext>
              </a:extLst>
            </p:cNvPr>
            <p:cNvSpPr/>
            <p:nvPr/>
          </p:nvSpPr>
          <p:spPr>
            <a:xfrm>
              <a:off x="1136695" y="8264416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174016-E87E-A306-4FC2-FDCC3BEAF6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34312" y="6816575"/>
              <a:ext cx="1908894" cy="296653"/>
            </a:xfrm>
            <a:prstGeom prst="rect">
              <a:avLst/>
            </a:prstGeom>
          </p:spPr>
        </p:pic>
        <p:sp>
          <p:nvSpPr>
            <p:cNvPr id="5" name="Google Shape;114;p2">
              <a:extLst>
                <a:ext uri="{FF2B5EF4-FFF2-40B4-BE49-F238E27FC236}">
                  <a16:creationId xmlns:a16="http://schemas.microsoft.com/office/drawing/2014/main" id="{80E96BFB-BB69-493B-A25C-740F51821B54}"/>
                </a:ext>
              </a:extLst>
            </p:cNvPr>
            <p:cNvSpPr txBox="1"/>
            <p:nvPr/>
          </p:nvSpPr>
          <p:spPr>
            <a:xfrm>
              <a:off x="1142154" y="7880723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Attribution</a:t>
              </a:r>
            </a:p>
          </p:txBody>
        </p:sp>
        <p:sp>
          <p:nvSpPr>
            <p:cNvPr id="6" name="Google Shape;110;p2">
              <a:extLst>
                <a:ext uri="{FF2B5EF4-FFF2-40B4-BE49-F238E27FC236}">
                  <a16:creationId xmlns:a16="http://schemas.microsoft.com/office/drawing/2014/main" id="{9505F995-330D-3503-5F4C-98F805FBA2B9}"/>
                </a:ext>
              </a:extLst>
            </p:cNvPr>
            <p:cNvSpPr txBox="1"/>
            <p:nvPr/>
          </p:nvSpPr>
          <p:spPr>
            <a:xfrm>
              <a:off x="3468625" y="7760901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7" name="Google Shape;114;p2">
              <a:extLst>
                <a:ext uri="{FF2B5EF4-FFF2-40B4-BE49-F238E27FC236}">
                  <a16:creationId xmlns:a16="http://schemas.microsoft.com/office/drawing/2014/main" id="{62AB930A-A57C-73ED-4C6C-F2444DBD60D6}"/>
                </a:ext>
              </a:extLst>
            </p:cNvPr>
            <p:cNvSpPr txBox="1"/>
            <p:nvPr/>
          </p:nvSpPr>
          <p:spPr>
            <a:xfrm>
              <a:off x="1247099" y="8628528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8" name="Google Shape;100;p2">
              <a:extLst>
                <a:ext uri="{FF2B5EF4-FFF2-40B4-BE49-F238E27FC236}">
                  <a16:creationId xmlns:a16="http://schemas.microsoft.com/office/drawing/2014/main" id="{C269B323-2785-54A6-E88D-ACFA6526FFC4}"/>
                </a:ext>
              </a:extLst>
            </p:cNvPr>
            <p:cNvSpPr txBox="1"/>
            <p:nvPr/>
          </p:nvSpPr>
          <p:spPr>
            <a:xfrm>
              <a:off x="1142154" y="7733637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Creative Diagnosis</a:t>
              </a:r>
            </a:p>
          </p:txBody>
        </p:sp>
        <p:sp>
          <p:nvSpPr>
            <p:cNvPr id="9" name="Google Shape;114;p2">
              <a:extLst>
                <a:ext uri="{FF2B5EF4-FFF2-40B4-BE49-F238E27FC236}">
                  <a16:creationId xmlns:a16="http://schemas.microsoft.com/office/drawing/2014/main" id="{5332072E-88AF-7FFB-4AEF-C2DE561A6582}"/>
                </a:ext>
              </a:extLst>
            </p:cNvPr>
            <p:cNvSpPr txBox="1"/>
            <p:nvPr/>
          </p:nvSpPr>
          <p:spPr>
            <a:xfrm>
              <a:off x="3596458" y="8628528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DF2F91A8-D8BD-DAB1-3AA1-04C50E0E6355}"/>
                </a:ext>
              </a:extLst>
            </p:cNvPr>
            <p:cNvSpPr txBox="1"/>
            <p:nvPr/>
          </p:nvSpPr>
          <p:spPr>
            <a:xfrm>
              <a:off x="1247099" y="8332664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1" name="Google Shape;110;p2">
              <a:extLst>
                <a:ext uri="{FF2B5EF4-FFF2-40B4-BE49-F238E27FC236}">
                  <a16:creationId xmlns:a16="http://schemas.microsoft.com/office/drawing/2014/main" id="{FF021078-CD75-F5AA-D9F6-E11502CF638F}"/>
                </a:ext>
              </a:extLst>
            </p:cNvPr>
            <p:cNvSpPr txBox="1"/>
            <p:nvPr/>
          </p:nvSpPr>
          <p:spPr>
            <a:xfrm>
              <a:off x="3596458" y="8332221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272F7E1-C400-685E-B762-79B1530C2303}"/>
                </a:ext>
              </a:extLst>
            </p:cNvPr>
            <p:cNvSpPr/>
            <p:nvPr/>
          </p:nvSpPr>
          <p:spPr>
            <a:xfrm>
              <a:off x="6418724" y="8259179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Google Shape;114;p2">
              <a:extLst>
                <a:ext uri="{FF2B5EF4-FFF2-40B4-BE49-F238E27FC236}">
                  <a16:creationId xmlns:a16="http://schemas.microsoft.com/office/drawing/2014/main" id="{29017539-214E-D1A3-168D-24DCB8465CBC}"/>
                </a:ext>
              </a:extLst>
            </p:cNvPr>
            <p:cNvSpPr txBox="1"/>
            <p:nvPr/>
          </p:nvSpPr>
          <p:spPr>
            <a:xfrm>
              <a:off x="6424183" y="7875486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Consideration</a:t>
              </a:r>
            </a:p>
          </p:txBody>
        </p:sp>
        <p:sp>
          <p:nvSpPr>
            <p:cNvPr id="14" name="Google Shape;110;p2">
              <a:extLst>
                <a:ext uri="{FF2B5EF4-FFF2-40B4-BE49-F238E27FC236}">
                  <a16:creationId xmlns:a16="http://schemas.microsoft.com/office/drawing/2014/main" id="{90E02493-E8B1-92AE-00C8-2A76137FC1C7}"/>
                </a:ext>
              </a:extLst>
            </p:cNvPr>
            <p:cNvSpPr txBox="1"/>
            <p:nvPr/>
          </p:nvSpPr>
          <p:spPr>
            <a:xfrm>
              <a:off x="8750654" y="7755664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5" name="Google Shape;114;p2">
              <a:extLst>
                <a:ext uri="{FF2B5EF4-FFF2-40B4-BE49-F238E27FC236}">
                  <a16:creationId xmlns:a16="http://schemas.microsoft.com/office/drawing/2014/main" id="{4A6A37F5-A268-D4A3-28A3-3BD1388D047F}"/>
                </a:ext>
              </a:extLst>
            </p:cNvPr>
            <p:cNvSpPr txBox="1"/>
            <p:nvPr/>
          </p:nvSpPr>
          <p:spPr>
            <a:xfrm>
              <a:off x="6529128" y="8623291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16" name="Google Shape;100;p2">
              <a:extLst>
                <a:ext uri="{FF2B5EF4-FFF2-40B4-BE49-F238E27FC236}">
                  <a16:creationId xmlns:a16="http://schemas.microsoft.com/office/drawing/2014/main" id="{05CC77B5-4C31-5749-6066-AD3525B305F7}"/>
                </a:ext>
              </a:extLst>
            </p:cNvPr>
            <p:cNvSpPr txBox="1"/>
            <p:nvPr/>
          </p:nvSpPr>
          <p:spPr>
            <a:xfrm>
              <a:off x="6424183" y="7728400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Ad Recall Impact</a:t>
              </a:r>
            </a:p>
          </p:txBody>
        </p:sp>
        <p:sp>
          <p:nvSpPr>
            <p:cNvPr id="17" name="Google Shape;114;p2">
              <a:extLst>
                <a:ext uri="{FF2B5EF4-FFF2-40B4-BE49-F238E27FC236}">
                  <a16:creationId xmlns:a16="http://schemas.microsoft.com/office/drawing/2014/main" id="{E2053EFD-F553-2034-B830-FC309013FF6E}"/>
                </a:ext>
              </a:extLst>
            </p:cNvPr>
            <p:cNvSpPr txBox="1"/>
            <p:nvPr/>
          </p:nvSpPr>
          <p:spPr>
            <a:xfrm>
              <a:off x="8878487" y="8623291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18" name="Google Shape;110;p2">
              <a:extLst>
                <a:ext uri="{FF2B5EF4-FFF2-40B4-BE49-F238E27FC236}">
                  <a16:creationId xmlns:a16="http://schemas.microsoft.com/office/drawing/2014/main" id="{3C3C32FE-2477-0245-5DCB-ED0F4640DE59}"/>
                </a:ext>
              </a:extLst>
            </p:cNvPr>
            <p:cNvSpPr txBox="1"/>
            <p:nvPr/>
          </p:nvSpPr>
          <p:spPr>
            <a:xfrm>
              <a:off x="6529128" y="8327427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B13C0B03-CAAA-2F6F-DB35-E7304C9B93BE}"/>
                </a:ext>
              </a:extLst>
            </p:cNvPr>
            <p:cNvSpPr txBox="1"/>
            <p:nvPr/>
          </p:nvSpPr>
          <p:spPr>
            <a:xfrm>
              <a:off x="8878487" y="8326984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D293081-318B-97B8-E17C-A54F98C6148D}"/>
                </a:ext>
              </a:extLst>
            </p:cNvPr>
            <p:cNvSpPr/>
            <p:nvPr/>
          </p:nvSpPr>
          <p:spPr>
            <a:xfrm>
              <a:off x="1136695" y="9604701"/>
              <a:ext cx="4578439" cy="685982"/>
            </a:xfrm>
            <a:prstGeom prst="roundRect">
              <a:avLst>
                <a:gd name="adj" fmla="val 16461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Google Shape;114;p2">
              <a:extLst>
                <a:ext uri="{FF2B5EF4-FFF2-40B4-BE49-F238E27FC236}">
                  <a16:creationId xmlns:a16="http://schemas.microsoft.com/office/drawing/2014/main" id="{691FB0B3-679E-5668-ADE8-C6D14084D4E9}"/>
                </a:ext>
              </a:extLst>
            </p:cNvPr>
            <p:cNvSpPr txBox="1"/>
            <p:nvPr/>
          </p:nvSpPr>
          <p:spPr>
            <a:xfrm>
              <a:off x="1142154" y="9221008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Brand Familiarity</a:t>
              </a:r>
            </a:p>
          </p:txBody>
        </p:sp>
        <p:sp>
          <p:nvSpPr>
            <p:cNvPr id="22" name="Google Shape;110;p2">
              <a:extLst>
                <a:ext uri="{FF2B5EF4-FFF2-40B4-BE49-F238E27FC236}">
                  <a16:creationId xmlns:a16="http://schemas.microsoft.com/office/drawing/2014/main" id="{58617D6F-3FCA-4652-225C-CC7DD6A08779}"/>
                </a:ext>
              </a:extLst>
            </p:cNvPr>
            <p:cNvSpPr txBox="1"/>
            <p:nvPr/>
          </p:nvSpPr>
          <p:spPr>
            <a:xfrm>
              <a:off x="3468625" y="9101186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3" name="Google Shape;114;p2">
              <a:extLst>
                <a:ext uri="{FF2B5EF4-FFF2-40B4-BE49-F238E27FC236}">
                  <a16:creationId xmlns:a16="http://schemas.microsoft.com/office/drawing/2014/main" id="{7E33BCE9-A462-26B7-9744-3167C49A77CE}"/>
                </a:ext>
              </a:extLst>
            </p:cNvPr>
            <p:cNvSpPr txBox="1"/>
            <p:nvPr/>
          </p:nvSpPr>
          <p:spPr>
            <a:xfrm>
              <a:off x="1247099" y="9968813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4" name="Google Shape;100;p2">
              <a:extLst>
                <a:ext uri="{FF2B5EF4-FFF2-40B4-BE49-F238E27FC236}">
                  <a16:creationId xmlns:a16="http://schemas.microsoft.com/office/drawing/2014/main" id="{DFD73E3F-0C68-BBC4-B645-B8F0F26E5250}"/>
                </a:ext>
              </a:extLst>
            </p:cNvPr>
            <p:cNvSpPr txBox="1"/>
            <p:nvPr/>
          </p:nvSpPr>
          <p:spPr>
            <a:xfrm>
              <a:off x="1142154" y="9073922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Ad Recall Impact</a:t>
              </a:r>
            </a:p>
          </p:txBody>
        </p:sp>
        <p:sp>
          <p:nvSpPr>
            <p:cNvPr id="25" name="Google Shape;114;p2">
              <a:extLst>
                <a:ext uri="{FF2B5EF4-FFF2-40B4-BE49-F238E27FC236}">
                  <a16:creationId xmlns:a16="http://schemas.microsoft.com/office/drawing/2014/main" id="{B121738A-6762-BEBE-7E9B-3142425CDA13}"/>
                </a:ext>
              </a:extLst>
            </p:cNvPr>
            <p:cNvSpPr txBox="1"/>
            <p:nvPr/>
          </p:nvSpPr>
          <p:spPr>
            <a:xfrm>
              <a:off x="3596458" y="9968813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26" name="Google Shape;110;p2">
              <a:extLst>
                <a:ext uri="{FF2B5EF4-FFF2-40B4-BE49-F238E27FC236}">
                  <a16:creationId xmlns:a16="http://schemas.microsoft.com/office/drawing/2014/main" id="{8723E68F-2806-343D-4002-B5E6E10885F2}"/>
                </a:ext>
              </a:extLst>
            </p:cNvPr>
            <p:cNvSpPr txBox="1"/>
            <p:nvPr/>
          </p:nvSpPr>
          <p:spPr>
            <a:xfrm>
              <a:off x="1247099" y="9672949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7" name="Google Shape;110;p2">
              <a:extLst>
                <a:ext uri="{FF2B5EF4-FFF2-40B4-BE49-F238E27FC236}">
                  <a16:creationId xmlns:a16="http://schemas.microsoft.com/office/drawing/2014/main" id="{EF16A684-7C6F-4861-926E-7DC9E1C361B6}"/>
                </a:ext>
              </a:extLst>
            </p:cNvPr>
            <p:cNvSpPr txBox="1"/>
            <p:nvPr/>
          </p:nvSpPr>
          <p:spPr>
            <a:xfrm>
              <a:off x="3596458" y="9672506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1C098DE-39B0-E0B3-4977-F4274A8312AF}"/>
                </a:ext>
              </a:extLst>
            </p:cNvPr>
            <p:cNvSpPr/>
            <p:nvPr/>
          </p:nvSpPr>
          <p:spPr>
            <a:xfrm>
              <a:off x="6418724" y="9599464"/>
              <a:ext cx="4578439" cy="685982"/>
            </a:xfrm>
            <a:prstGeom prst="roundRect">
              <a:avLst>
                <a:gd name="adj" fmla="val 19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Google Shape;114;p2">
              <a:extLst>
                <a:ext uri="{FF2B5EF4-FFF2-40B4-BE49-F238E27FC236}">
                  <a16:creationId xmlns:a16="http://schemas.microsoft.com/office/drawing/2014/main" id="{ABFA8D35-5AE0-0E85-41FC-0864994F7E66}"/>
                </a:ext>
              </a:extLst>
            </p:cNvPr>
            <p:cNvSpPr txBox="1"/>
            <p:nvPr/>
          </p:nvSpPr>
          <p:spPr>
            <a:xfrm>
              <a:off x="6424183" y="9215771"/>
              <a:ext cx="2827171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4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Preference</a:t>
              </a:r>
            </a:p>
          </p:txBody>
        </p:sp>
        <p:sp>
          <p:nvSpPr>
            <p:cNvPr id="30" name="Google Shape;110;p2">
              <a:extLst>
                <a:ext uri="{FF2B5EF4-FFF2-40B4-BE49-F238E27FC236}">
                  <a16:creationId xmlns:a16="http://schemas.microsoft.com/office/drawing/2014/main" id="{6330F234-764B-DC5A-5480-AA815CA24949}"/>
                </a:ext>
              </a:extLst>
            </p:cNvPr>
            <p:cNvSpPr txBox="1"/>
            <p:nvPr/>
          </p:nvSpPr>
          <p:spPr>
            <a:xfrm>
              <a:off x="8750654" y="9095949"/>
              <a:ext cx="2041799" cy="4000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r"/>
              <a:r>
                <a:rPr lang="en-GB" sz="2000" b="1" spc="10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+</a:t>
              </a:r>
              <a:r>
                <a:rPr lang="en-GB" sz="2000" b="1" spc="100" dirty="0" err="1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XXpts</a:t>
              </a:r>
              <a:endParaRPr sz="16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1" name="Google Shape;114;p2">
              <a:extLst>
                <a:ext uri="{FF2B5EF4-FFF2-40B4-BE49-F238E27FC236}">
                  <a16:creationId xmlns:a16="http://schemas.microsoft.com/office/drawing/2014/main" id="{3C513E0B-35B9-8E73-DA41-2E68C94904A3}"/>
                </a:ext>
              </a:extLst>
            </p:cNvPr>
            <p:cNvSpPr txBox="1"/>
            <p:nvPr/>
          </p:nvSpPr>
          <p:spPr>
            <a:xfrm>
              <a:off x="6529128" y="9963576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7E47F6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32" name="Google Shape;100;p2">
              <a:extLst>
                <a:ext uri="{FF2B5EF4-FFF2-40B4-BE49-F238E27FC236}">
                  <a16:creationId xmlns:a16="http://schemas.microsoft.com/office/drawing/2014/main" id="{E7BB67C1-48B6-E59D-1D3A-ADFC67F30C41}"/>
                </a:ext>
              </a:extLst>
            </p:cNvPr>
            <p:cNvSpPr txBox="1"/>
            <p:nvPr/>
          </p:nvSpPr>
          <p:spPr>
            <a:xfrm>
              <a:off x="6424183" y="9068685"/>
              <a:ext cx="2041799" cy="2000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700" b="1" spc="40" dirty="0">
                  <a:solidFill>
                    <a:schemeClr val="accent5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Ad Recall Impact</a:t>
              </a:r>
            </a:p>
          </p:txBody>
        </p:sp>
        <p:sp>
          <p:nvSpPr>
            <p:cNvPr id="33" name="Google Shape;114;p2">
              <a:extLst>
                <a:ext uri="{FF2B5EF4-FFF2-40B4-BE49-F238E27FC236}">
                  <a16:creationId xmlns:a16="http://schemas.microsoft.com/office/drawing/2014/main" id="{7D4410D9-11F5-912B-9505-A133964A7DB9}"/>
                </a:ext>
              </a:extLst>
            </p:cNvPr>
            <p:cNvSpPr txBox="1"/>
            <p:nvPr/>
          </p:nvSpPr>
          <p:spPr>
            <a:xfrm>
              <a:off x="8878487" y="9963576"/>
              <a:ext cx="204179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rgbClr val="F4AD58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Inter SemiBold" panose="02000503000000020004" pitchFamily="2" charset="0"/>
                  <a:sym typeface="Inter"/>
                </a:rPr>
                <a:t>Exposed Ad Recallers</a:t>
              </a:r>
              <a:endParaRPr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endParaRPr>
            </a:p>
          </p:txBody>
        </p:sp>
        <p:sp>
          <p:nvSpPr>
            <p:cNvPr id="34" name="Google Shape;110;p2">
              <a:extLst>
                <a:ext uri="{FF2B5EF4-FFF2-40B4-BE49-F238E27FC236}">
                  <a16:creationId xmlns:a16="http://schemas.microsoft.com/office/drawing/2014/main" id="{250BDDAA-C244-2AC1-DFC9-EB763B9F7301}"/>
                </a:ext>
              </a:extLst>
            </p:cNvPr>
            <p:cNvSpPr txBox="1"/>
            <p:nvPr/>
          </p:nvSpPr>
          <p:spPr>
            <a:xfrm>
              <a:off x="6529128" y="9667712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7E47F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5" name="Google Shape;110;p2">
              <a:extLst>
                <a:ext uri="{FF2B5EF4-FFF2-40B4-BE49-F238E27FC236}">
                  <a16:creationId xmlns:a16="http://schemas.microsoft.com/office/drawing/2014/main" id="{F5F11AD6-5292-A3D1-EA91-4BFDAF952A2C}"/>
                </a:ext>
              </a:extLst>
            </p:cNvPr>
            <p:cNvSpPr txBox="1"/>
            <p:nvPr/>
          </p:nvSpPr>
          <p:spPr>
            <a:xfrm>
              <a:off x="8878487" y="9667269"/>
              <a:ext cx="2041799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GB" b="1" spc="100" dirty="0">
                  <a:solidFill>
                    <a:srgbClr val="F4AD58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 ExtraBold"/>
                </a:rPr>
                <a:t>XX%</a:t>
              </a:r>
              <a:endParaRPr sz="1400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ABF8E5-C55A-5816-B37C-45B550C1EAFE}"/>
                </a:ext>
              </a:extLst>
            </p:cNvPr>
            <p:cNvSpPr txBox="1"/>
            <p:nvPr/>
          </p:nvSpPr>
          <p:spPr>
            <a:xfrm>
              <a:off x="912807" y="6616100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Brand Study Results.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5E0276D-C62F-4618-DD2A-D73927B81683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HAPPYDEMICS</a:t>
            </a:r>
          </a:p>
        </p:txBody>
      </p:sp>
    </p:spTree>
    <p:extLst>
      <p:ext uri="{BB962C8B-B14F-4D97-AF65-F5344CB8AC3E}">
        <p14:creationId xmlns:p14="http://schemas.microsoft.com/office/powerpoint/2010/main" val="85992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A1122CD-314D-53BD-A142-B1DF36A15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9579FC1-7202-8477-FF6B-178174CF88D0}"/>
              </a:ext>
            </a:extLst>
          </p:cNvPr>
          <p:cNvGrpSpPr/>
          <p:nvPr/>
        </p:nvGrpSpPr>
        <p:grpSpPr>
          <a:xfrm>
            <a:off x="779556" y="6404515"/>
            <a:ext cx="10632888" cy="4412477"/>
            <a:chOff x="779556" y="6404515"/>
            <a:chExt cx="10632888" cy="441247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1224771-A67A-35E1-1844-D0E7ACBD7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779556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110F408-EA75-4EAA-98BC-6D86A221118C}"/>
                </a:ext>
              </a:extLst>
            </p:cNvPr>
            <p:cNvSpPr/>
            <p:nvPr/>
          </p:nvSpPr>
          <p:spPr>
            <a:xfrm>
              <a:off x="899020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Google Shape;114;p2">
              <a:extLst>
                <a:ext uri="{FF2B5EF4-FFF2-40B4-BE49-F238E27FC236}">
                  <a16:creationId xmlns:a16="http://schemas.microsoft.com/office/drawing/2014/main" id="{14AC6837-F638-7BD7-B267-B16EC07209A2}"/>
                </a:ext>
              </a:extLst>
            </p:cNvPr>
            <p:cNvSpPr txBox="1"/>
            <p:nvPr/>
          </p:nvSpPr>
          <p:spPr>
            <a:xfrm>
              <a:off x="912808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Attention</a:t>
              </a:r>
            </a:p>
          </p:txBody>
        </p:sp>
        <p:sp>
          <p:nvSpPr>
            <p:cNvPr id="5" name="Google Shape;100;p2">
              <a:extLst>
                <a:ext uri="{FF2B5EF4-FFF2-40B4-BE49-F238E27FC236}">
                  <a16:creationId xmlns:a16="http://schemas.microsoft.com/office/drawing/2014/main" id="{4B214DA6-09A7-3DEF-DDF6-2326C135724E}"/>
                </a:ext>
              </a:extLst>
            </p:cNvPr>
            <p:cNvSpPr txBox="1"/>
            <p:nvPr/>
          </p:nvSpPr>
          <p:spPr>
            <a:xfrm>
              <a:off x="912807" y="7830822"/>
              <a:ext cx="22537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18EB86-5D35-FD1E-DB21-B89450058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804" t="34429" r="10565" b="33342"/>
            <a:stretch>
              <a:fillRect/>
            </a:stretch>
          </p:blipFill>
          <p:spPr>
            <a:xfrm>
              <a:off x="9760929" y="6638748"/>
              <a:ext cx="1343791" cy="246954"/>
            </a:xfrm>
            <a:prstGeom prst="rect">
              <a:avLst/>
            </a:prstGeom>
          </p:spPr>
        </p:pic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FC91DB1E-4A7C-3F15-2BEF-AFE0F8C85213}"/>
                </a:ext>
              </a:extLst>
            </p:cNvPr>
            <p:cNvSpPr txBox="1"/>
            <p:nvPr/>
          </p:nvSpPr>
          <p:spPr>
            <a:xfrm>
              <a:off x="912807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776515-BADC-46B5-E420-B522A5134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3487491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53EF693-ACCB-A19F-E1F5-8A7FD08C1D48}"/>
                </a:ext>
              </a:extLst>
            </p:cNvPr>
            <p:cNvSpPr/>
            <p:nvPr/>
          </p:nvSpPr>
          <p:spPr>
            <a:xfrm>
              <a:off x="3606955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Google Shape;114;p2">
              <a:extLst>
                <a:ext uri="{FF2B5EF4-FFF2-40B4-BE49-F238E27FC236}">
                  <a16:creationId xmlns:a16="http://schemas.microsoft.com/office/drawing/2014/main" id="{B9F7F8FC-446C-2074-9A68-474784A84E5E}"/>
                </a:ext>
              </a:extLst>
            </p:cNvPr>
            <p:cNvSpPr txBox="1"/>
            <p:nvPr/>
          </p:nvSpPr>
          <p:spPr>
            <a:xfrm>
              <a:off x="3620743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Recall</a:t>
              </a:r>
            </a:p>
          </p:txBody>
        </p:sp>
        <p:sp>
          <p:nvSpPr>
            <p:cNvPr id="11" name="Google Shape;100;p2">
              <a:extLst>
                <a:ext uri="{FF2B5EF4-FFF2-40B4-BE49-F238E27FC236}">
                  <a16:creationId xmlns:a16="http://schemas.microsoft.com/office/drawing/2014/main" id="{73480A68-4A17-E210-E227-543DE7CD6BBD}"/>
                </a:ext>
              </a:extLst>
            </p:cNvPr>
            <p:cNvSpPr txBox="1"/>
            <p:nvPr/>
          </p:nvSpPr>
          <p:spPr>
            <a:xfrm>
              <a:off x="3620742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12" name="Google Shape;100;p2">
              <a:extLst>
                <a:ext uri="{FF2B5EF4-FFF2-40B4-BE49-F238E27FC236}">
                  <a16:creationId xmlns:a16="http://schemas.microsoft.com/office/drawing/2014/main" id="{2BAAFDD9-BF7B-ABFC-8E4D-41DC127BF053}"/>
                </a:ext>
              </a:extLst>
            </p:cNvPr>
            <p:cNvSpPr txBox="1"/>
            <p:nvPr/>
          </p:nvSpPr>
          <p:spPr>
            <a:xfrm>
              <a:off x="3620742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9EF13A7-9573-6F95-55DD-2423FF06D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6195430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3534D7B-F0A6-CCE8-2BA6-41677070F6CD}"/>
                </a:ext>
              </a:extLst>
            </p:cNvPr>
            <p:cNvSpPr/>
            <p:nvPr/>
          </p:nvSpPr>
          <p:spPr>
            <a:xfrm>
              <a:off x="6314894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Google Shape;114;p2">
              <a:extLst>
                <a:ext uri="{FF2B5EF4-FFF2-40B4-BE49-F238E27FC236}">
                  <a16:creationId xmlns:a16="http://schemas.microsoft.com/office/drawing/2014/main" id="{0F55DE98-BBAD-575B-6A00-623FC92677C3}"/>
                </a:ext>
              </a:extLst>
            </p:cNvPr>
            <p:cNvSpPr txBox="1"/>
            <p:nvPr/>
          </p:nvSpPr>
          <p:spPr>
            <a:xfrm>
              <a:off x="6328682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Brand Choice</a:t>
              </a:r>
            </a:p>
          </p:txBody>
        </p:sp>
        <p:sp>
          <p:nvSpPr>
            <p:cNvPr id="16" name="Google Shape;100;p2">
              <a:extLst>
                <a:ext uri="{FF2B5EF4-FFF2-40B4-BE49-F238E27FC236}">
                  <a16:creationId xmlns:a16="http://schemas.microsoft.com/office/drawing/2014/main" id="{C4F7CC8C-F5F6-1FED-1F46-E4E1861460CC}"/>
                </a:ext>
              </a:extLst>
            </p:cNvPr>
            <p:cNvSpPr txBox="1"/>
            <p:nvPr/>
          </p:nvSpPr>
          <p:spPr>
            <a:xfrm>
              <a:off x="6328681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17" name="Google Shape;100;p2">
              <a:extLst>
                <a:ext uri="{FF2B5EF4-FFF2-40B4-BE49-F238E27FC236}">
                  <a16:creationId xmlns:a16="http://schemas.microsoft.com/office/drawing/2014/main" id="{894193A1-F666-03A3-864A-AD0D8BE24DEE}"/>
                </a:ext>
              </a:extLst>
            </p:cNvPr>
            <p:cNvSpPr txBox="1"/>
            <p:nvPr/>
          </p:nvSpPr>
          <p:spPr>
            <a:xfrm>
              <a:off x="6328681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9CB7D17-BC80-2E0A-218D-C3A6AB6FB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7" r="60491"/>
            <a:stretch>
              <a:fillRect/>
            </a:stretch>
          </p:blipFill>
          <p:spPr>
            <a:xfrm>
              <a:off x="8903368" y="7183670"/>
              <a:ext cx="2509076" cy="3633322"/>
            </a:xfrm>
            <a:prstGeom prst="roundRect">
              <a:avLst>
                <a:gd name="adj" fmla="val 7921"/>
              </a:avLst>
            </a:prstGeom>
          </p:spPr>
        </p:pic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E35BF53-B12D-D462-F7AA-86968793447C}"/>
                </a:ext>
              </a:extLst>
            </p:cNvPr>
            <p:cNvSpPr/>
            <p:nvPr/>
          </p:nvSpPr>
          <p:spPr>
            <a:xfrm>
              <a:off x="9022832" y="9177304"/>
              <a:ext cx="2270146" cy="1522913"/>
            </a:xfrm>
            <a:prstGeom prst="roundRect">
              <a:avLst>
                <a:gd name="adj" fmla="val 8415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Google Shape;114;p2">
              <a:extLst>
                <a:ext uri="{FF2B5EF4-FFF2-40B4-BE49-F238E27FC236}">
                  <a16:creationId xmlns:a16="http://schemas.microsoft.com/office/drawing/2014/main" id="{396B6AB8-8F84-9730-BA76-717DB23D3E44}"/>
                </a:ext>
              </a:extLst>
            </p:cNvPr>
            <p:cNvSpPr txBox="1"/>
            <p:nvPr/>
          </p:nvSpPr>
          <p:spPr>
            <a:xfrm>
              <a:off x="9036620" y="7445620"/>
              <a:ext cx="223255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600" b="1" spc="5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</a:t>
              </a:r>
            </a:p>
          </p:txBody>
        </p:sp>
        <p:sp>
          <p:nvSpPr>
            <p:cNvPr id="21" name="Google Shape;100;p2">
              <a:extLst>
                <a:ext uri="{FF2B5EF4-FFF2-40B4-BE49-F238E27FC236}">
                  <a16:creationId xmlns:a16="http://schemas.microsoft.com/office/drawing/2014/main" id="{5EC531F1-905B-621C-BCB2-A0C9656C088F}"/>
                </a:ext>
              </a:extLst>
            </p:cNvPr>
            <p:cNvSpPr txBox="1"/>
            <p:nvPr/>
          </p:nvSpPr>
          <p:spPr>
            <a:xfrm>
              <a:off x="9036619" y="7830822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accent5"/>
                  </a:solidFill>
                  <a:latin typeface="Inter Medium" panose="02000503000000020004" pitchFamily="2" charset="0"/>
                  <a:ea typeface="Inter Medium" panose="02000503000000020004" pitchFamily="2" charset="0"/>
                  <a:cs typeface="Inter Medium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22" name="Google Shape;100;p2">
              <a:extLst>
                <a:ext uri="{FF2B5EF4-FFF2-40B4-BE49-F238E27FC236}">
                  <a16:creationId xmlns:a16="http://schemas.microsoft.com/office/drawing/2014/main" id="{A6E38E71-3D4B-1350-0F96-5C1354281DFD}"/>
                </a:ext>
              </a:extLst>
            </p:cNvPr>
            <p:cNvSpPr txBox="1"/>
            <p:nvPr/>
          </p:nvSpPr>
          <p:spPr>
            <a:xfrm>
              <a:off x="9036619" y="9240299"/>
              <a:ext cx="222252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lnSpc>
                  <a:spcPts val="1160"/>
                </a:lnSpc>
                <a:defRPr/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E55FCE-58D5-5610-C544-EC2BB6D82811}"/>
                </a:ext>
              </a:extLst>
            </p:cNvPr>
            <p:cNvSpPr txBox="1"/>
            <p:nvPr/>
          </p:nvSpPr>
          <p:spPr>
            <a:xfrm>
              <a:off x="912808" y="6404515"/>
              <a:ext cx="63574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Brand Study Results.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9288123-CA76-B71C-FC83-A16D6E855837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LUMEN_RESULTS</a:t>
            </a:r>
          </a:p>
        </p:txBody>
      </p:sp>
    </p:spTree>
    <p:extLst>
      <p:ext uri="{BB962C8B-B14F-4D97-AF65-F5344CB8AC3E}">
        <p14:creationId xmlns:p14="http://schemas.microsoft.com/office/powerpoint/2010/main" val="25684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57A5C2B-7C9D-FBD7-F001-003C98B8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87AC5C4-AD86-CB76-FCF0-6ACC7AA80A23}"/>
              </a:ext>
            </a:extLst>
          </p:cNvPr>
          <p:cNvGrpSpPr/>
          <p:nvPr/>
        </p:nvGrpSpPr>
        <p:grpSpPr>
          <a:xfrm>
            <a:off x="912807" y="6307053"/>
            <a:ext cx="10249930" cy="5386556"/>
            <a:chOff x="912807" y="6307053"/>
            <a:chExt cx="10249930" cy="538655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141913E0-51B6-D701-F308-03D874D808FB}"/>
                </a:ext>
              </a:extLst>
            </p:cNvPr>
            <p:cNvSpPr/>
            <p:nvPr/>
          </p:nvSpPr>
          <p:spPr>
            <a:xfrm>
              <a:off x="988927" y="11342910"/>
              <a:ext cx="4016692" cy="10597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70C0"/>
                </a:gs>
                <a:gs pos="19000">
                  <a:srgbClr val="00BADB"/>
                </a:gs>
                <a:gs pos="62000">
                  <a:srgbClr val="92D050"/>
                </a:gs>
                <a:gs pos="42000">
                  <a:srgbClr val="91ED5D">
                    <a:lumMod val="75000"/>
                  </a:srgbClr>
                </a:gs>
                <a:gs pos="81000">
                  <a:srgbClr val="FFC31C"/>
                </a:gs>
                <a:gs pos="100000">
                  <a:srgbClr val="FF5850">
                    <a:lumMod val="75000"/>
                  </a:srgbClr>
                </a:gs>
              </a:gsLst>
              <a:lin ang="0" scaled="1"/>
              <a:tileRect/>
            </a:gradFill>
            <a:ln w="12700" cap="flat">
              <a:noFill/>
              <a:miter lim="400000"/>
            </a:ln>
            <a:effectLst/>
            <a:sp3d/>
          </p:spPr>
          <p:txBody>
            <a:bodyPr rot="0" spcFirstLastPara="1" vertOverflow="overflow" horzOverflow="overflow" vert="horz" wrap="square" lIns="71437" tIns="71437" rIns="71437" bIns="71437" numCol="1" spcCol="38100" rtlCol="0" anchor="ctr">
              <a:noAutofit/>
            </a:bodyPr>
            <a:lstStyle/>
            <a:p>
              <a:pPr algn="ctr" defTabSz="821531" hangingPunct="0">
                <a:defRPr/>
              </a:pPr>
              <a:endParaRPr lang="en-US" sz="2000" kern="0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271723-6B13-831D-B6D1-FF5C5E645AEA}"/>
                </a:ext>
              </a:extLst>
            </p:cNvPr>
            <p:cNvSpPr txBox="1"/>
            <p:nvPr/>
          </p:nvSpPr>
          <p:spPr>
            <a:xfrm>
              <a:off x="912807" y="11052725"/>
              <a:ext cx="1116130" cy="255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sz="800" b="1" spc="20" dirty="0">
                  <a:solidFill>
                    <a:schemeClr val="bg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Arial" panose="020B0604020202020204" pitchFamily="34" charset="0"/>
                </a:rPr>
                <a:t>Less Attention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8E69204-495E-962E-2215-20EE20219D48}"/>
                </a:ext>
              </a:extLst>
            </p:cNvPr>
            <p:cNvSpPr txBox="1"/>
            <p:nvPr/>
          </p:nvSpPr>
          <p:spPr>
            <a:xfrm>
              <a:off x="3941153" y="11049053"/>
              <a:ext cx="1116130" cy="255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  <a:defRPr/>
              </a:pPr>
              <a:r>
                <a:rPr lang="en-US" sz="800" b="1" spc="20" dirty="0">
                  <a:solidFill>
                    <a:schemeClr val="bg1"/>
                  </a:solidFill>
                  <a:latin typeface="Inter SemiBold" panose="02000503000000020004" pitchFamily="2" charset="0"/>
                  <a:ea typeface="Inter SemiBold" panose="02000503000000020004" pitchFamily="2" charset="0"/>
                  <a:cs typeface="Arial" panose="020B0604020202020204" pitchFamily="34" charset="0"/>
                </a:rPr>
                <a:t>More Attention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97263F-FD45-3E1D-BEAB-C4E902726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39285" y="6307053"/>
              <a:ext cx="2623452" cy="538655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16C3DB-8C3C-0111-BBCC-62A5A3DB8B21}"/>
                </a:ext>
              </a:extLst>
            </p:cNvPr>
            <p:cNvSpPr txBox="1"/>
            <p:nvPr/>
          </p:nvSpPr>
          <p:spPr>
            <a:xfrm>
              <a:off x="912810" y="8438895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77C0F0DC-4E06-B7FE-8715-A8427449BCBA}"/>
                </a:ext>
              </a:extLst>
            </p:cNvPr>
            <p:cNvSpPr txBox="1"/>
            <p:nvPr/>
          </p:nvSpPr>
          <p:spPr>
            <a:xfrm>
              <a:off x="1189526" y="8165578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Learning One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985F98-D6E3-A4ED-237C-8A40C468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8185782"/>
              <a:ext cx="200599" cy="20059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CAC971-AB5A-7E8C-23FE-774619B9D9FB}"/>
                </a:ext>
              </a:extLst>
            </p:cNvPr>
            <p:cNvSpPr txBox="1"/>
            <p:nvPr/>
          </p:nvSpPr>
          <p:spPr>
            <a:xfrm>
              <a:off x="912810" y="9366721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0" name="Google Shape;100;p2">
              <a:extLst>
                <a:ext uri="{FF2B5EF4-FFF2-40B4-BE49-F238E27FC236}">
                  <a16:creationId xmlns:a16="http://schemas.microsoft.com/office/drawing/2014/main" id="{F2C9725F-EB6A-7D38-3A35-E2EA37C7F868}"/>
                </a:ext>
              </a:extLst>
            </p:cNvPr>
            <p:cNvSpPr txBox="1"/>
            <p:nvPr/>
          </p:nvSpPr>
          <p:spPr>
            <a:xfrm>
              <a:off x="1189526" y="9092995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Learning Two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6D56BB-135F-CE8F-38AC-78FC4C2A1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9113608"/>
              <a:ext cx="200599" cy="20059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67398E-8D8C-80C5-7EEA-46E8DF4F6AF2}"/>
                </a:ext>
              </a:extLst>
            </p:cNvPr>
            <p:cNvSpPr txBox="1"/>
            <p:nvPr/>
          </p:nvSpPr>
          <p:spPr>
            <a:xfrm>
              <a:off x="912810" y="10302297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13" name="Google Shape;100;p2">
              <a:extLst>
                <a:ext uri="{FF2B5EF4-FFF2-40B4-BE49-F238E27FC236}">
                  <a16:creationId xmlns:a16="http://schemas.microsoft.com/office/drawing/2014/main" id="{26175168-892F-773D-1803-ED8DF0F3C871}"/>
                </a:ext>
              </a:extLst>
            </p:cNvPr>
            <p:cNvSpPr txBox="1"/>
            <p:nvPr/>
          </p:nvSpPr>
          <p:spPr>
            <a:xfrm>
              <a:off x="1189526" y="10022250"/>
              <a:ext cx="2262320" cy="246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0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Learning Three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1004E39-3ADB-F6A1-C90C-279BF7C29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8930" y="10049184"/>
              <a:ext cx="200599" cy="20059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C1568C-EC54-3A02-FB01-78655CC88B39}"/>
                </a:ext>
              </a:extLst>
            </p:cNvPr>
            <p:cNvSpPr txBox="1"/>
            <p:nvPr/>
          </p:nvSpPr>
          <p:spPr>
            <a:xfrm>
              <a:off x="912811" y="6899538"/>
              <a:ext cx="38956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Brand Study Learnings &amp; Recommendations.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73A3361-2D98-768B-DA37-744E6CA27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804" t="34429" r="10565" b="33342"/>
            <a:stretch>
              <a:fillRect/>
            </a:stretch>
          </p:blipFill>
          <p:spPr>
            <a:xfrm>
              <a:off x="1016857" y="6542794"/>
              <a:ext cx="967589" cy="177818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97ABC56-839B-EE37-2C26-C8A1952E13B4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BRAND_STUDY</a:t>
            </a:r>
          </a:p>
        </p:txBody>
      </p:sp>
    </p:spTree>
    <p:extLst>
      <p:ext uri="{BB962C8B-B14F-4D97-AF65-F5344CB8AC3E}">
        <p14:creationId xmlns:p14="http://schemas.microsoft.com/office/powerpoint/2010/main" val="198395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025A50C-4B7B-C484-5F6D-C3AD07D4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65C3FE2-FF5B-6A23-BBA4-994BBA248200}"/>
              </a:ext>
            </a:extLst>
          </p:cNvPr>
          <p:cNvGrpSpPr/>
          <p:nvPr/>
        </p:nvGrpSpPr>
        <p:grpSpPr>
          <a:xfrm>
            <a:off x="912807" y="6307053"/>
            <a:ext cx="10249930" cy="5386556"/>
            <a:chOff x="912807" y="6307053"/>
            <a:chExt cx="10249930" cy="538655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F319D2-A69F-EA5C-FCBA-69A80C74608D}"/>
                </a:ext>
              </a:extLst>
            </p:cNvPr>
            <p:cNvSpPr txBox="1"/>
            <p:nvPr/>
          </p:nvSpPr>
          <p:spPr>
            <a:xfrm>
              <a:off x="912810" y="8381143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3" name="Google Shape;100;p2">
              <a:extLst>
                <a:ext uri="{FF2B5EF4-FFF2-40B4-BE49-F238E27FC236}">
                  <a16:creationId xmlns:a16="http://schemas.microsoft.com/office/drawing/2014/main" id="{03862F39-1268-6D60-9E32-931988158B8C}"/>
                </a:ext>
              </a:extLst>
            </p:cNvPr>
            <p:cNvSpPr txBox="1"/>
            <p:nvPr/>
          </p:nvSpPr>
          <p:spPr>
            <a:xfrm>
              <a:off x="912807" y="8126303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Overall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17DEC3-7E5B-9ABD-28F2-F59ADC4E4A03}"/>
                </a:ext>
              </a:extLst>
            </p:cNvPr>
            <p:cNvSpPr txBox="1"/>
            <p:nvPr/>
          </p:nvSpPr>
          <p:spPr>
            <a:xfrm>
              <a:off x="912810" y="9308969"/>
              <a:ext cx="6357491" cy="624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Best Performing Sites – XXX</a:t>
              </a:r>
            </a:p>
          </p:txBody>
        </p:sp>
        <p:sp>
          <p:nvSpPr>
            <p:cNvPr id="5" name="Google Shape;100;p2">
              <a:extLst>
                <a:ext uri="{FF2B5EF4-FFF2-40B4-BE49-F238E27FC236}">
                  <a16:creationId xmlns:a16="http://schemas.microsoft.com/office/drawing/2014/main" id="{EE265A38-AB41-F34C-0F4C-38D4EFFE1542}"/>
                </a:ext>
              </a:extLst>
            </p:cNvPr>
            <p:cNvSpPr txBox="1"/>
            <p:nvPr/>
          </p:nvSpPr>
          <p:spPr>
            <a:xfrm>
              <a:off x="912807" y="9053720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Publishers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514E3A-892D-6CFB-C030-740C90F820C1}"/>
                </a:ext>
              </a:extLst>
            </p:cNvPr>
            <p:cNvSpPr txBox="1"/>
            <p:nvPr/>
          </p:nvSpPr>
          <p:spPr>
            <a:xfrm>
              <a:off x="912810" y="10421461"/>
              <a:ext cx="63574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Lorem ipsum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dolor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sit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amet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consectetur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adipiscing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elit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sed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do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eiusmod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tempor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incididunt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labore et dolore magna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Ut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enim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ad minim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veniam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, quis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nostrud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exercitation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ullamco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laboris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nisi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ut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aliquip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ex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ea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commodo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 </a:t>
              </a:r>
              <a:r>
                <a:rPr lang="en-GB" sz="800" spc="40" dirty="0" err="1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consequat</a:t>
              </a:r>
              <a:r>
                <a:rPr lang="en-GB" sz="800" spc="40" dirty="0">
                  <a:solidFill>
                    <a:schemeClr val="tx2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. </a:t>
              </a:r>
            </a:p>
          </p:txBody>
        </p:sp>
        <p:sp>
          <p:nvSpPr>
            <p:cNvPr id="7" name="Google Shape;100;p2">
              <a:extLst>
                <a:ext uri="{FF2B5EF4-FFF2-40B4-BE49-F238E27FC236}">
                  <a16:creationId xmlns:a16="http://schemas.microsoft.com/office/drawing/2014/main" id="{4B99ADEC-0D08-97EE-7074-74C0ED982084}"/>
                </a:ext>
              </a:extLst>
            </p:cNvPr>
            <p:cNvSpPr txBox="1"/>
            <p:nvPr/>
          </p:nvSpPr>
          <p:spPr>
            <a:xfrm>
              <a:off x="912807" y="10159891"/>
              <a:ext cx="2262320" cy="26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1100" b="1" spc="40" dirty="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Creative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E6D5CF-AEAF-F407-2441-A9EC90DD51BA}"/>
                </a:ext>
              </a:extLst>
            </p:cNvPr>
            <p:cNvSpPr txBox="1"/>
            <p:nvPr/>
          </p:nvSpPr>
          <p:spPr>
            <a:xfrm>
              <a:off x="912811" y="6935828"/>
              <a:ext cx="33195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400" b="1" spc="100" dirty="0">
                  <a:solidFill>
                    <a:srgbClr val="000000"/>
                  </a:solidFill>
                  <a:latin typeface="Inter" panose="02000503000000020004" pitchFamily="2" charset="0"/>
                  <a:ea typeface="Inter" panose="02000503000000020004" pitchFamily="2" charset="0"/>
                  <a:cs typeface="Arial" panose="020B0604020202020204" pitchFamily="34" charset="0"/>
                </a:rPr>
                <a:t>Learnings &amp; Recommendations.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A9661A-9B99-1DCE-6703-E6E820DE7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39285" y="6307053"/>
              <a:ext cx="2623452" cy="538655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3F78856-1138-2104-13DD-7606C7F02806}"/>
              </a:ext>
            </a:extLst>
          </p:cNvPr>
          <p:cNvSpPr txBox="1"/>
          <p:nvPr/>
        </p:nvSpPr>
        <p:spPr>
          <a:xfrm>
            <a:off x="0" y="62568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SECTION_ID: LEARNING_RECOMMENDATIONS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8224751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3321</TotalTime>
  <Words>2288</Words>
  <Application>Microsoft Macintosh PowerPoint</Application>
  <PresentationFormat>Custom</PresentationFormat>
  <Paragraphs>293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</vt:lpstr>
      <vt:lpstr>Inter SemiBold</vt:lpstr>
      <vt:lpstr>Aptos</vt:lpstr>
      <vt:lpstr>Inter</vt:lpstr>
      <vt:lpstr>Inter Medium</vt:lpstr>
      <vt:lpstr>Poppins</vt:lpstr>
      <vt:lpstr>Arial</vt:lpstr>
      <vt:lpstr>Calibri Light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74</cp:revision>
  <dcterms:created xsi:type="dcterms:W3CDTF">2025-02-28T16:34:04Z</dcterms:created>
  <dcterms:modified xsi:type="dcterms:W3CDTF">2026-07-23T09:02:47Z</dcterms:modified>
</cp:coreProperties>
</file>