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3"/>
  </p:notesMasterIdLst>
  <p:sldIdLst>
    <p:sldId id="257" r:id="rId2"/>
  </p:sldIdLst>
  <p:sldSz cx="12192000" cy="20880388"/>
  <p:notesSz cx="6858000" cy="9144000"/>
  <p:embeddedFontLst>
    <p:embeddedFont>
      <p:font typeface="Inter" panose="02000503000000020004" pitchFamily="2" charset="0"/>
      <p:regular r:id="rId4"/>
      <p:bold r:id="rId4"/>
      <p:italic r:id="rId5"/>
      <p:boldItalic r:id="rId5"/>
    </p:embeddedFont>
    <p:embeddedFont>
      <p:font typeface="Inter SemiBold" panose="02000503000000020004" pitchFamily="2" charset="0"/>
      <p:regular r:id="rId5"/>
      <p:bold r:id="rId5"/>
      <p:italic r:id="rId5"/>
      <p:boldItalic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19"/>
    <p:restoredTop sz="96846"/>
  </p:normalViewPr>
  <p:slideViewPr>
    <p:cSldViewPr snapToGrid="0">
      <p:cViewPr>
        <p:scale>
          <a:sx n="120" d="100"/>
          <a:sy n="120" d="100"/>
        </p:scale>
        <p:origin x="6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28888" y="1143000"/>
            <a:ext cx="1800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28888" y="1143000"/>
            <a:ext cx="180022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417234"/>
            <a:ext cx="9144000" cy="726946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0967040"/>
            <a:ext cx="9144000" cy="5041259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5205605"/>
            <a:ext cx="10515600" cy="868566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3973432"/>
            <a:ext cx="10515600" cy="456758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5558440"/>
            <a:ext cx="5181600" cy="132484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5558440"/>
            <a:ext cx="5181600" cy="132484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11690"/>
            <a:ext cx="10515600" cy="403591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5118600"/>
            <a:ext cx="5157787" cy="250854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7627146"/>
            <a:ext cx="5157787" cy="1121837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5118600"/>
            <a:ext cx="5183188" cy="250854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7627146"/>
            <a:ext cx="5183188" cy="1121837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392028"/>
            <a:ext cx="3932237" cy="487209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3006394"/>
            <a:ext cx="6172200" cy="1483861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6264119"/>
            <a:ext cx="3932237" cy="1160505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392028"/>
            <a:ext cx="3932237" cy="487209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3006394"/>
            <a:ext cx="6172200" cy="1483861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6264119"/>
            <a:ext cx="3932237" cy="1160505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111689"/>
            <a:ext cx="2628900" cy="1769516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111689"/>
            <a:ext cx="7734300" cy="1769516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6"/>
            <a:ext cx="8231633" cy="1776793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2370135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6" y="11498558"/>
            <a:ext cx="3339661" cy="9381838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111690"/>
            <a:ext cx="10515600" cy="4035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5558440"/>
            <a:ext cx="10515600" cy="13248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9353028"/>
            <a:ext cx="2743200" cy="1111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9353028"/>
            <a:ext cx="4114800" cy="1111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9353028"/>
            <a:ext cx="2743200" cy="1111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172">
            <a:extLst>
              <a:ext uri="{FF2B5EF4-FFF2-40B4-BE49-F238E27FC236}">
                <a16:creationId xmlns:a16="http://schemas.microsoft.com/office/drawing/2014/main" id="{82D2A7DF-8846-A138-D72D-685128F437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63" y="5719549"/>
            <a:ext cx="10632989" cy="2419731"/>
          </a:xfrm>
          <a:prstGeom prst="roundRect">
            <a:avLst>
              <a:gd name="adj" fmla="val 7492"/>
            </a:avLst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497E04D6-01E3-00D9-786B-A70C81FE6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 t="89" b="89"/>
          <a:stretch/>
        </p:blipFill>
        <p:spPr bwMode="auto">
          <a:xfrm>
            <a:off x="1036320" y="5948184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6F3EDD-F6E9-8AF0-564C-B8D206515E44}"/>
              </a:ext>
            </a:extLst>
          </p:cNvPr>
          <p:cNvSpPr txBox="1"/>
          <p:nvPr/>
        </p:nvSpPr>
        <p:spPr>
          <a:xfrm>
            <a:off x="912806" y="2692416"/>
            <a:ext cx="6760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8960-DCA3-D697-BB3B-22CB18B8003C}"/>
              </a:ext>
            </a:extLst>
          </p:cNvPr>
          <p:cNvSpPr txBox="1"/>
          <p:nvPr/>
        </p:nvSpPr>
        <p:spPr>
          <a:xfrm>
            <a:off x="912815" y="3976372"/>
            <a:ext cx="6045777" cy="27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E817D-0999-74F3-1AB9-79B6F14853F7}"/>
              </a:ext>
            </a:extLst>
          </p:cNvPr>
          <p:cNvSpPr txBox="1"/>
          <p:nvPr/>
        </p:nvSpPr>
        <p:spPr>
          <a:xfrm>
            <a:off x="912815" y="336647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pic>
        <p:nvPicPr>
          <p:cNvPr id="12" name="Picture 11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44620540-83D2-7EEE-B3E4-00B37A3478D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34" y="1281273"/>
            <a:ext cx="5388871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1877BB3-3DA1-2BA1-B635-FE2A2AE7D1C9}"/>
              </a:ext>
            </a:extLst>
          </p:cNvPr>
          <p:cNvSpPr txBox="1"/>
          <p:nvPr/>
        </p:nvSpPr>
        <p:spPr>
          <a:xfrm>
            <a:off x="3272075" y="6408628"/>
            <a:ext cx="10782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9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9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5" name="Google Shape;100;p2">
            <a:extLst>
              <a:ext uri="{FF2B5EF4-FFF2-40B4-BE49-F238E27FC236}">
                <a16:creationId xmlns:a16="http://schemas.microsoft.com/office/drawing/2014/main" id="{361060F7-BE5E-7180-1ECD-3981993CD5A1}"/>
              </a:ext>
            </a:extLst>
          </p:cNvPr>
          <p:cNvSpPr txBox="1"/>
          <p:nvPr/>
        </p:nvSpPr>
        <p:spPr>
          <a:xfrm>
            <a:off x="3268344" y="6004396"/>
            <a:ext cx="226232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C7A446-84B0-7527-2758-458BB9DF01F4}"/>
              </a:ext>
            </a:extLst>
          </p:cNvPr>
          <p:cNvSpPr txBox="1"/>
          <p:nvPr/>
        </p:nvSpPr>
        <p:spPr>
          <a:xfrm>
            <a:off x="912815" y="5067358"/>
            <a:ext cx="6357491" cy="285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9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9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1B8D04BB-CC69-BF0F-959E-06F149356D0B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6977" y="1459303"/>
            <a:ext cx="1758433" cy="289576"/>
          </a:xfrm>
          <a:prstGeom prst="rect">
            <a:avLst/>
          </a:prstGeom>
        </p:spPr>
      </p:pic>
      <p:sp>
        <p:nvSpPr>
          <p:cNvPr id="170" name="TextBox 169">
            <a:extLst>
              <a:ext uri="{FF2B5EF4-FFF2-40B4-BE49-F238E27FC236}">
                <a16:creationId xmlns:a16="http://schemas.microsoft.com/office/drawing/2014/main" id="{5FDB919F-7A60-830C-4095-8801FE804202}"/>
              </a:ext>
            </a:extLst>
          </p:cNvPr>
          <p:cNvSpPr txBox="1"/>
          <p:nvPr/>
        </p:nvSpPr>
        <p:spPr>
          <a:xfrm>
            <a:off x="912806" y="8925398"/>
            <a:ext cx="12303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9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9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71" name="Google Shape;100;p2">
            <a:extLst>
              <a:ext uri="{FF2B5EF4-FFF2-40B4-BE49-F238E27FC236}">
                <a16:creationId xmlns:a16="http://schemas.microsoft.com/office/drawing/2014/main" id="{7955899C-956F-858B-FD70-51340F98C5D9}"/>
              </a:ext>
            </a:extLst>
          </p:cNvPr>
          <p:cNvSpPr txBox="1"/>
          <p:nvPr/>
        </p:nvSpPr>
        <p:spPr>
          <a:xfrm>
            <a:off x="912807" y="8512888"/>
            <a:ext cx="2929728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4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D866094-5B16-0046-4510-A0A995B5F66E}"/>
              </a:ext>
            </a:extLst>
          </p:cNvPr>
          <p:cNvSpPr txBox="1"/>
          <p:nvPr/>
        </p:nvSpPr>
        <p:spPr>
          <a:xfrm>
            <a:off x="912812" y="2400193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C1768E79-06A2-8A91-E143-6439DDEE0F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63" y="10188904"/>
            <a:ext cx="10632989" cy="1243369"/>
          </a:xfrm>
          <a:prstGeom prst="roundRect">
            <a:avLst>
              <a:gd name="adj" fmla="val 13262"/>
            </a:avLst>
          </a:prstGeom>
        </p:spPr>
      </p:pic>
      <p:sp>
        <p:nvSpPr>
          <p:cNvPr id="193" name="Google Shape;100;p2">
            <a:extLst>
              <a:ext uri="{FF2B5EF4-FFF2-40B4-BE49-F238E27FC236}">
                <a16:creationId xmlns:a16="http://schemas.microsoft.com/office/drawing/2014/main" id="{4C9CE555-4145-AB33-4262-69CD4FA2529A}"/>
              </a:ext>
            </a:extLst>
          </p:cNvPr>
          <p:cNvSpPr txBox="1"/>
          <p:nvPr/>
        </p:nvSpPr>
        <p:spPr>
          <a:xfrm>
            <a:off x="1202057" y="10699358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83534DAE-21AE-B98F-4D15-5FBE4430A836}"/>
              </a:ext>
            </a:extLst>
          </p:cNvPr>
          <p:cNvSpPr txBox="1"/>
          <p:nvPr/>
        </p:nvSpPr>
        <p:spPr>
          <a:xfrm>
            <a:off x="1202055" y="10456457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Delivered Impressions</a:t>
            </a:r>
          </a:p>
        </p:txBody>
      </p:sp>
      <p:sp>
        <p:nvSpPr>
          <p:cNvPr id="196" name="Google Shape;100;p2">
            <a:extLst>
              <a:ext uri="{FF2B5EF4-FFF2-40B4-BE49-F238E27FC236}">
                <a16:creationId xmlns:a16="http://schemas.microsoft.com/office/drawing/2014/main" id="{2DE7AAA7-75CD-5055-95CE-C55D234B5444}"/>
              </a:ext>
            </a:extLst>
          </p:cNvPr>
          <p:cNvSpPr txBox="1"/>
          <p:nvPr/>
        </p:nvSpPr>
        <p:spPr>
          <a:xfrm>
            <a:off x="3175359" y="10699358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97" name="Google Shape;100;p2">
            <a:extLst>
              <a:ext uri="{FF2B5EF4-FFF2-40B4-BE49-F238E27FC236}">
                <a16:creationId xmlns:a16="http://schemas.microsoft.com/office/drawing/2014/main" id="{56E2863B-EA43-3185-C605-FFD3A65D50E9}"/>
              </a:ext>
            </a:extLst>
          </p:cNvPr>
          <p:cNvSpPr txBox="1"/>
          <p:nvPr/>
        </p:nvSpPr>
        <p:spPr>
          <a:xfrm>
            <a:off x="3175357" y="10456457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IO Overall Impressions</a:t>
            </a:r>
          </a:p>
        </p:txBody>
      </p:sp>
      <p:sp>
        <p:nvSpPr>
          <p:cNvPr id="199" name="Google Shape;100;p2">
            <a:extLst>
              <a:ext uri="{FF2B5EF4-FFF2-40B4-BE49-F238E27FC236}">
                <a16:creationId xmlns:a16="http://schemas.microsoft.com/office/drawing/2014/main" id="{662BD19F-F3D7-19B1-B0DE-0CCF66C29658}"/>
              </a:ext>
            </a:extLst>
          </p:cNvPr>
          <p:cNvSpPr txBox="1"/>
          <p:nvPr/>
        </p:nvSpPr>
        <p:spPr>
          <a:xfrm>
            <a:off x="5148661" y="10699358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200" name="Google Shape;100;p2">
            <a:extLst>
              <a:ext uri="{FF2B5EF4-FFF2-40B4-BE49-F238E27FC236}">
                <a16:creationId xmlns:a16="http://schemas.microsoft.com/office/drawing/2014/main" id="{911B2425-FEDB-8D33-2C47-73E76C7D6DD8}"/>
              </a:ext>
            </a:extLst>
          </p:cNvPr>
          <p:cNvSpPr txBox="1"/>
          <p:nvPr/>
        </p:nvSpPr>
        <p:spPr>
          <a:xfrm>
            <a:off x="5148659" y="10456457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Delivered Overall AV</a:t>
            </a:r>
          </a:p>
        </p:txBody>
      </p:sp>
      <p:sp>
        <p:nvSpPr>
          <p:cNvPr id="202" name="Google Shape;100;p2">
            <a:extLst>
              <a:ext uri="{FF2B5EF4-FFF2-40B4-BE49-F238E27FC236}">
                <a16:creationId xmlns:a16="http://schemas.microsoft.com/office/drawing/2014/main" id="{4EC3A646-2CF9-FA10-1DA5-9E0692D8BD62}"/>
              </a:ext>
            </a:extLst>
          </p:cNvPr>
          <p:cNvSpPr txBox="1"/>
          <p:nvPr/>
        </p:nvSpPr>
        <p:spPr>
          <a:xfrm>
            <a:off x="7121963" y="10699358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203" name="Google Shape;100;p2">
            <a:extLst>
              <a:ext uri="{FF2B5EF4-FFF2-40B4-BE49-F238E27FC236}">
                <a16:creationId xmlns:a16="http://schemas.microsoft.com/office/drawing/2014/main" id="{28FD479D-0F7C-CC6D-28DC-CAE7419C4249}"/>
              </a:ext>
            </a:extLst>
          </p:cNvPr>
          <p:cNvSpPr txBox="1"/>
          <p:nvPr/>
        </p:nvSpPr>
        <p:spPr>
          <a:xfrm>
            <a:off x="7121961" y="10456457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Delivery incl. AV Imps</a:t>
            </a:r>
          </a:p>
        </p:txBody>
      </p:sp>
      <p:sp>
        <p:nvSpPr>
          <p:cNvPr id="205" name="Google Shape;100;p2">
            <a:extLst>
              <a:ext uri="{FF2B5EF4-FFF2-40B4-BE49-F238E27FC236}">
                <a16:creationId xmlns:a16="http://schemas.microsoft.com/office/drawing/2014/main" id="{3C53EF09-D099-30E3-258A-CB5A9C8A834C}"/>
              </a:ext>
            </a:extLst>
          </p:cNvPr>
          <p:cNvSpPr txBox="1"/>
          <p:nvPr/>
        </p:nvSpPr>
        <p:spPr>
          <a:xfrm>
            <a:off x="9095266" y="10699358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206" name="Google Shape;100;p2">
            <a:extLst>
              <a:ext uri="{FF2B5EF4-FFF2-40B4-BE49-F238E27FC236}">
                <a16:creationId xmlns:a16="http://schemas.microsoft.com/office/drawing/2014/main" id="{8A439A24-0584-D96A-3078-49646094C207}"/>
              </a:ext>
            </a:extLst>
          </p:cNvPr>
          <p:cNvSpPr txBox="1"/>
          <p:nvPr/>
        </p:nvSpPr>
        <p:spPr>
          <a:xfrm>
            <a:off x="9095264" y="10456457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Worth of Added Value</a:t>
            </a:r>
          </a:p>
        </p:txBody>
      </p:sp>
      <p:sp>
        <p:nvSpPr>
          <p:cNvPr id="208" name="Google Shape;114;p2">
            <a:extLst>
              <a:ext uri="{FF2B5EF4-FFF2-40B4-BE49-F238E27FC236}">
                <a16:creationId xmlns:a16="http://schemas.microsoft.com/office/drawing/2014/main" id="{30BE65FB-D219-7525-988F-E15998C0304F}"/>
              </a:ext>
            </a:extLst>
          </p:cNvPr>
          <p:cNvSpPr txBox="1"/>
          <p:nvPr/>
        </p:nvSpPr>
        <p:spPr>
          <a:xfrm>
            <a:off x="912814" y="12353293"/>
            <a:ext cx="204179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On Screen</a:t>
            </a:r>
            <a:endParaRPr sz="11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09" name="Google Shape;100;p2">
            <a:extLst>
              <a:ext uri="{FF2B5EF4-FFF2-40B4-BE49-F238E27FC236}">
                <a16:creationId xmlns:a16="http://schemas.microsoft.com/office/drawing/2014/main" id="{8051EDDC-BCF5-B326-3F06-A2CC0223F221}"/>
              </a:ext>
            </a:extLst>
          </p:cNvPr>
          <p:cNvSpPr txBox="1"/>
          <p:nvPr/>
        </p:nvSpPr>
        <p:spPr>
          <a:xfrm>
            <a:off x="912814" y="12629673"/>
            <a:ext cx="2041799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210" name="Google Shape;110;p2">
            <a:extLst>
              <a:ext uri="{FF2B5EF4-FFF2-40B4-BE49-F238E27FC236}">
                <a16:creationId xmlns:a16="http://schemas.microsoft.com/office/drawing/2014/main" id="{FC9C987D-BF1E-8CF8-FBC6-3FE2EEDE349B}"/>
              </a:ext>
            </a:extLst>
          </p:cNvPr>
          <p:cNvSpPr txBox="1"/>
          <p:nvPr/>
        </p:nvSpPr>
        <p:spPr>
          <a:xfrm>
            <a:off x="3677691" y="11780831"/>
            <a:ext cx="20417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211" name="Google Shape;114;p2">
            <a:extLst>
              <a:ext uri="{FF2B5EF4-FFF2-40B4-BE49-F238E27FC236}">
                <a16:creationId xmlns:a16="http://schemas.microsoft.com/office/drawing/2014/main" id="{CB4A018C-BD50-69D7-ED7D-837A186CC2CF}"/>
              </a:ext>
            </a:extLst>
          </p:cNvPr>
          <p:cNvSpPr txBox="1"/>
          <p:nvPr/>
        </p:nvSpPr>
        <p:spPr>
          <a:xfrm>
            <a:off x="3677691" y="12353293"/>
            <a:ext cx="204179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1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12" name="Google Shape;100;p2">
            <a:extLst>
              <a:ext uri="{FF2B5EF4-FFF2-40B4-BE49-F238E27FC236}">
                <a16:creationId xmlns:a16="http://schemas.microsoft.com/office/drawing/2014/main" id="{6B45FF34-8DA9-1BA6-6858-6FCF60355964}"/>
              </a:ext>
            </a:extLst>
          </p:cNvPr>
          <p:cNvSpPr txBox="1"/>
          <p:nvPr/>
        </p:nvSpPr>
        <p:spPr>
          <a:xfrm>
            <a:off x="3677691" y="12629673"/>
            <a:ext cx="2041799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213" name="Google Shape;110;p2">
            <a:extLst>
              <a:ext uri="{FF2B5EF4-FFF2-40B4-BE49-F238E27FC236}">
                <a16:creationId xmlns:a16="http://schemas.microsoft.com/office/drawing/2014/main" id="{5D1413BA-9C89-2E2E-CCB5-F4F6CAA30712}"/>
              </a:ext>
            </a:extLst>
          </p:cNvPr>
          <p:cNvSpPr txBox="1"/>
          <p:nvPr/>
        </p:nvSpPr>
        <p:spPr>
          <a:xfrm>
            <a:off x="6386481" y="11780831"/>
            <a:ext cx="2041799" cy="255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214" name="Google Shape;114;p2">
            <a:extLst>
              <a:ext uri="{FF2B5EF4-FFF2-40B4-BE49-F238E27FC236}">
                <a16:creationId xmlns:a16="http://schemas.microsoft.com/office/drawing/2014/main" id="{7B472BA2-95FA-0DFB-BD4E-398076301548}"/>
              </a:ext>
            </a:extLst>
          </p:cNvPr>
          <p:cNvSpPr txBox="1"/>
          <p:nvPr/>
        </p:nvSpPr>
        <p:spPr>
          <a:xfrm>
            <a:off x="6386481" y="12353293"/>
            <a:ext cx="204179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1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15" name="Google Shape;100;p2">
            <a:extLst>
              <a:ext uri="{FF2B5EF4-FFF2-40B4-BE49-F238E27FC236}">
                <a16:creationId xmlns:a16="http://schemas.microsoft.com/office/drawing/2014/main" id="{51F0BB26-FA4C-F4C4-ADB0-00ABB4637BF6}"/>
              </a:ext>
            </a:extLst>
          </p:cNvPr>
          <p:cNvSpPr txBox="1"/>
          <p:nvPr/>
        </p:nvSpPr>
        <p:spPr>
          <a:xfrm>
            <a:off x="6386481" y="12629673"/>
            <a:ext cx="2041799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216" name="Google Shape;110;p2">
            <a:extLst>
              <a:ext uri="{FF2B5EF4-FFF2-40B4-BE49-F238E27FC236}">
                <a16:creationId xmlns:a16="http://schemas.microsoft.com/office/drawing/2014/main" id="{278701CA-8AD8-ABB3-261A-D1721274CE1A}"/>
              </a:ext>
            </a:extLst>
          </p:cNvPr>
          <p:cNvSpPr txBox="1"/>
          <p:nvPr/>
        </p:nvSpPr>
        <p:spPr>
          <a:xfrm>
            <a:off x="9095272" y="11780831"/>
            <a:ext cx="20417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217" name="Google Shape;114;p2">
            <a:extLst>
              <a:ext uri="{FF2B5EF4-FFF2-40B4-BE49-F238E27FC236}">
                <a16:creationId xmlns:a16="http://schemas.microsoft.com/office/drawing/2014/main" id="{05BA72DF-79FA-EDC5-98EF-45C8998256ED}"/>
              </a:ext>
            </a:extLst>
          </p:cNvPr>
          <p:cNvSpPr txBox="1"/>
          <p:nvPr/>
        </p:nvSpPr>
        <p:spPr>
          <a:xfrm>
            <a:off x="9095272" y="12353293"/>
            <a:ext cx="204179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1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18" name="Google Shape;100;p2">
            <a:extLst>
              <a:ext uri="{FF2B5EF4-FFF2-40B4-BE49-F238E27FC236}">
                <a16:creationId xmlns:a16="http://schemas.microsoft.com/office/drawing/2014/main" id="{1B0D8144-00A3-7545-35B4-D6463CDE948F}"/>
              </a:ext>
            </a:extLst>
          </p:cNvPr>
          <p:cNvSpPr txBox="1"/>
          <p:nvPr/>
        </p:nvSpPr>
        <p:spPr>
          <a:xfrm>
            <a:off x="9095272" y="12629673"/>
            <a:ext cx="2041799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63A6B494-2B29-7BA3-0F85-C73699EA4EFB}"/>
              </a:ext>
            </a:extLst>
          </p:cNvPr>
          <p:cNvSpPr txBox="1"/>
          <p:nvPr/>
        </p:nvSpPr>
        <p:spPr>
          <a:xfrm>
            <a:off x="912806" y="13176288"/>
            <a:ext cx="9949158" cy="483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03751B20-1F0B-CCE9-095F-8A4283D8A753}"/>
              </a:ext>
            </a:extLst>
          </p:cNvPr>
          <p:cNvSpPr txBox="1"/>
          <p:nvPr/>
        </p:nvSpPr>
        <p:spPr>
          <a:xfrm>
            <a:off x="912814" y="14559826"/>
            <a:ext cx="8938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4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</a:p>
        </p:txBody>
      </p:sp>
      <p:pic>
        <p:nvPicPr>
          <p:cNvPr id="406" name="Picture 405" descr="A black and grey gradient&#10;&#10;Description automatically generated">
            <a:extLst>
              <a:ext uri="{FF2B5EF4-FFF2-40B4-BE49-F238E27FC236}">
                <a16:creationId xmlns:a16="http://schemas.microsoft.com/office/drawing/2014/main" id="{899E9A7F-698D-51AB-E29A-92B22C83EC14}"/>
              </a:ext>
            </a:extLst>
          </p:cNvPr>
          <p:cNvPicPr/>
          <p:nvPr/>
        </p:nvPicPr>
        <p:blipFill>
          <a:blip r:embed="rId7"/>
          <a:srcRect t="43945" b="55489"/>
          <a:stretch/>
        </p:blipFill>
        <p:spPr>
          <a:xfrm>
            <a:off x="9" y="20811441"/>
            <a:ext cx="12191999" cy="68947"/>
          </a:xfrm>
          <a:prstGeom prst="rect">
            <a:avLst/>
          </a:prstGeom>
        </p:spPr>
      </p:pic>
      <p:pic>
        <p:nvPicPr>
          <p:cNvPr id="407" name="Graphic 406">
            <a:extLst>
              <a:ext uri="{FF2B5EF4-FFF2-40B4-BE49-F238E27FC236}">
                <a16:creationId xmlns:a16="http://schemas.microsoft.com/office/drawing/2014/main" id="{EE0E1F4A-79CF-FF3E-9C42-2E5C983A835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69908" y="20535935"/>
            <a:ext cx="897684" cy="14782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52F1E4C-83D1-46AE-161C-7758EF60CA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60" y="15265210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39C9D38-5E15-E316-9784-8ADC8DB22355}"/>
              </a:ext>
            </a:extLst>
          </p:cNvPr>
          <p:cNvSpPr/>
          <p:nvPr/>
        </p:nvSpPr>
        <p:spPr>
          <a:xfrm>
            <a:off x="779461" y="1657652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5C380-7BED-FDE7-DB0B-261604CD4061}"/>
              </a:ext>
            </a:extLst>
          </p:cNvPr>
          <p:cNvSpPr/>
          <p:nvPr/>
        </p:nvSpPr>
        <p:spPr>
          <a:xfrm>
            <a:off x="779461" y="17140504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oogle Shape;100;p2">
            <a:extLst>
              <a:ext uri="{FF2B5EF4-FFF2-40B4-BE49-F238E27FC236}">
                <a16:creationId xmlns:a16="http://schemas.microsoft.com/office/drawing/2014/main" id="{880F675D-F35C-B753-CFCE-B21E08FD9BA2}"/>
              </a:ext>
            </a:extLst>
          </p:cNvPr>
          <p:cNvSpPr txBox="1"/>
          <p:nvPr/>
        </p:nvSpPr>
        <p:spPr>
          <a:xfrm>
            <a:off x="1202057" y="15596401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6" name="Google Shape;100;p2">
            <a:extLst>
              <a:ext uri="{FF2B5EF4-FFF2-40B4-BE49-F238E27FC236}">
                <a16:creationId xmlns:a16="http://schemas.microsoft.com/office/drawing/2014/main" id="{34D86CB1-5D22-C399-BDC8-AD9227E2A361}"/>
              </a:ext>
            </a:extLst>
          </p:cNvPr>
          <p:cNvSpPr txBox="1"/>
          <p:nvPr/>
        </p:nvSpPr>
        <p:spPr>
          <a:xfrm>
            <a:off x="1202060" y="16243246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72B6A2D6-6F0F-AD55-81FC-938CCDD40CE3}"/>
              </a:ext>
            </a:extLst>
          </p:cNvPr>
          <p:cNvSpPr txBox="1"/>
          <p:nvPr/>
        </p:nvSpPr>
        <p:spPr>
          <a:xfrm>
            <a:off x="4489543" y="15596401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26C8C5EB-2EBE-539C-7E36-D511AB157838}"/>
              </a:ext>
            </a:extLst>
          </p:cNvPr>
          <p:cNvSpPr txBox="1"/>
          <p:nvPr/>
        </p:nvSpPr>
        <p:spPr>
          <a:xfrm>
            <a:off x="7950993" y="15596401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FF38AF-8866-0DD6-8355-7CA414E6D44E}"/>
              </a:ext>
            </a:extLst>
          </p:cNvPr>
          <p:cNvSpPr txBox="1"/>
          <p:nvPr/>
        </p:nvSpPr>
        <p:spPr>
          <a:xfrm>
            <a:off x="1202061" y="1661233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5BBA00-2D31-7448-A4C4-0CBE02831480}"/>
              </a:ext>
            </a:extLst>
          </p:cNvPr>
          <p:cNvSpPr txBox="1"/>
          <p:nvPr/>
        </p:nvSpPr>
        <p:spPr>
          <a:xfrm>
            <a:off x="1202061" y="1689109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1E2B55-2C5D-2E1A-A31D-61B020A3A6D5}"/>
              </a:ext>
            </a:extLst>
          </p:cNvPr>
          <p:cNvSpPr txBox="1"/>
          <p:nvPr/>
        </p:nvSpPr>
        <p:spPr>
          <a:xfrm>
            <a:off x="1202061" y="171698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A11996-A3FC-8F08-63AE-4ACC6FD9D37C}"/>
              </a:ext>
            </a:extLst>
          </p:cNvPr>
          <p:cNvSpPr txBox="1"/>
          <p:nvPr/>
        </p:nvSpPr>
        <p:spPr>
          <a:xfrm>
            <a:off x="2856612" y="16609119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55F327-C27A-57F7-7DEB-0E6E56E5A050}"/>
              </a:ext>
            </a:extLst>
          </p:cNvPr>
          <p:cNvSpPr txBox="1"/>
          <p:nvPr/>
        </p:nvSpPr>
        <p:spPr>
          <a:xfrm>
            <a:off x="2856612" y="1688788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03E25B-45BB-A8D5-EA95-A5508B2A7E18}"/>
              </a:ext>
            </a:extLst>
          </p:cNvPr>
          <p:cNvSpPr txBox="1"/>
          <p:nvPr/>
        </p:nvSpPr>
        <p:spPr>
          <a:xfrm>
            <a:off x="2856612" y="1716664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735ED-5249-AD73-807D-2CC9DF6AA79E}"/>
              </a:ext>
            </a:extLst>
          </p:cNvPr>
          <p:cNvSpPr txBox="1"/>
          <p:nvPr/>
        </p:nvSpPr>
        <p:spPr>
          <a:xfrm>
            <a:off x="4489548" y="1661233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7518E-877A-1E53-3CB8-3E138E3D7F2F}"/>
              </a:ext>
            </a:extLst>
          </p:cNvPr>
          <p:cNvSpPr txBox="1"/>
          <p:nvPr/>
        </p:nvSpPr>
        <p:spPr>
          <a:xfrm>
            <a:off x="4489548" y="1689109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8F857-F083-62B4-8585-BC2B15A8A239}"/>
              </a:ext>
            </a:extLst>
          </p:cNvPr>
          <p:cNvSpPr txBox="1"/>
          <p:nvPr/>
        </p:nvSpPr>
        <p:spPr>
          <a:xfrm>
            <a:off x="4489548" y="171698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0071EF-E5CE-195D-D73C-FE0D8BE23E0E}"/>
              </a:ext>
            </a:extLst>
          </p:cNvPr>
          <p:cNvSpPr txBox="1"/>
          <p:nvPr/>
        </p:nvSpPr>
        <p:spPr>
          <a:xfrm>
            <a:off x="6144099" y="16609119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9EEC4D-76AE-4D58-A963-9BA7720419D3}"/>
              </a:ext>
            </a:extLst>
          </p:cNvPr>
          <p:cNvSpPr txBox="1"/>
          <p:nvPr/>
        </p:nvSpPr>
        <p:spPr>
          <a:xfrm>
            <a:off x="6144099" y="1688788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895B2-323A-E438-F38A-5B93EBDD1614}"/>
              </a:ext>
            </a:extLst>
          </p:cNvPr>
          <p:cNvSpPr txBox="1"/>
          <p:nvPr/>
        </p:nvSpPr>
        <p:spPr>
          <a:xfrm>
            <a:off x="6144099" y="1716664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F48769-7F77-5A84-CDA4-B76A96559D57}"/>
              </a:ext>
            </a:extLst>
          </p:cNvPr>
          <p:cNvSpPr txBox="1"/>
          <p:nvPr/>
        </p:nvSpPr>
        <p:spPr>
          <a:xfrm>
            <a:off x="7950999" y="1661233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EABB7E-B78E-F30F-15B4-5AC20E71516E}"/>
              </a:ext>
            </a:extLst>
          </p:cNvPr>
          <p:cNvSpPr txBox="1"/>
          <p:nvPr/>
        </p:nvSpPr>
        <p:spPr>
          <a:xfrm>
            <a:off x="7950999" y="1689109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1B420F-2F51-27C3-06CB-03A2A6B6DAED}"/>
              </a:ext>
            </a:extLst>
          </p:cNvPr>
          <p:cNvSpPr txBox="1"/>
          <p:nvPr/>
        </p:nvSpPr>
        <p:spPr>
          <a:xfrm>
            <a:off x="7950999" y="171698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A10234-59F1-D6C7-7C5D-9F27D24B417E}"/>
              </a:ext>
            </a:extLst>
          </p:cNvPr>
          <p:cNvSpPr txBox="1"/>
          <p:nvPr/>
        </p:nvSpPr>
        <p:spPr>
          <a:xfrm>
            <a:off x="9605550" y="16609119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066E4B-F70E-9A17-F560-3ADC0C6D7A12}"/>
              </a:ext>
            </a:extLst>
          </p:cNvPr>
          <p:cNvSpPr txBox="1"/>
          <p:nvPr/>
        </p:nvSpPr>
        <p:spPr>
          <a:xfrm>
            <a:off x="9605550" y="1688788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6A492D-3A9D-9975-A99C-78E901A34151}"/>
              </a:ext>
            </a:extLst>
          </p:cNvPr>
          <p:cNvSpPr txBox="1"/>
          <p:nvPr/>
        </p:nvSpPr>
        <p:spPr>
          <a:xfrm>
            <a:off x="9605550" y="1716664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B258D98-E031-7C33-ABC6-634C244F5483}"/>
              </a:ext>
            </a:extLst>
          </p:cNvPr>
          <p:cNvSpPr txBox="1"/>
          <p:nvPr/>
        </p:nvSpPr>
        <p:spPr>
          <a:xfrm>
            <a:off x="1202059" y="1593372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37" name="Google Shape;100;p2">
            <a:extLst>
              <a:ext uri="{FF2B5EF4-FFF2-40B4-BE49-F238E27FC236}">
                <a16:creationId xmlns:a16="http://schemas.microsoft.com/office/drawing/2014/main" id="{3BB7BC25-AFB0-CDC5-3C8C-F9B37B020FA3}"/>
              </a:ext>
            </a:extLst>
          </p:cNvPr>
          <p:cNvSpPr txBox="1"/>
          <p:nvPr/>
        </p:nvSpPr>
        <p:spPr>
          <a:xfrm>
            <a:off x="4489546" y="15928280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575F9BFE-2234-7455-82A9-5369A61707A7}"/>
              </a:ext>
            </a:extLst>
          </p:cNvPr>
          <p:cNvSpPr txBox="1"/>
          <p:nvPr/>
        </p:nvSpPr>
        <p:spPr>
          <a:xfrm>
            <a:off x="7950998" y="15929960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0281289-CB0A-075F-E595-00CB382F27E0}"/>
              </a:ext>
            </a:extLst>
          </p:cNvPr>
          <p:cNvCxnSpPr>
            <a:cxnSpLocks/>
          </p:cNvCxnSpPr>
          <p:nvPr/>
        </p:nvCxnSpPr>
        <p:spPr>
          <a:xfrm>
            <a:off x="4232365" y="15596396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46E552E-FF61-033B-A8F4-A2329AD59B57}"/>
              </a:ext>
            </a:extLst>
          </p:cNvPr>
          <p:cNvCxnSpPr>
            <a:cxnSpLocks/>
          </p:cNvCxnSpPr>
          <p:nvPr/>
        </p:nvCxnSpPr>
        <p:spPr>
          <a:xfrm>
            <a:off x="7673608" y="15596396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E486574-28D0-73B0-3CE6-7DCA68CC0577}"/>
              </a:ext>
            </a:extLst>
          </p:cNvPr>
          <p:cNvSpPr/>
          <p:nvPr/>
        </p:nvSpPr>
        <p:spPr>
          <a:xfrm>
            <a:off x="779459" y="17706706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7C87AA-CAFF-4FA7-EA3F-5A4CD7B466FB}"/>
              </a:ext>
            </a:extLst>
          </p:cNvPr>
          <p:cNvSpPr txBox="1"/>
          <p:nvPr/>
        </p:nvSpPr>
        <p:spPr>
          <a:xfrm>
            <a:off x="1202059" y="1745729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2EB35C-6A2A-E2F1-3181-282F5B743950}"/>
              </a:ext>
            </a:extLst>
          </p:cNvPr>
          <p:cNvSpPr txBox="1"/>
          <p:nvPr/>
        </p:nvSpPr>
        <p:spPr>
          <a:xfrm>
            <a:off x="1202059" y="1773606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7D18EE-634B-C348-1664-49F670F95991}"/>
              </a:ext>
            </a:extLst>
          </p:cNvPr>
          <p:cNvSpPr txBox="1"/>
          <p:nvPr/>
        </p:nvSpPr>
        <p:spPr>
          <a:xfrm>
            <a:off x="2856610" y="1745408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12434F-80C3-498F-3771-62344CE277CF}"/>
              </a:ext>
            </a:extLst>
          </p:cNvPr>
          <p:cNvSpPr txBox="1"/>
          <p:nvPr/>
        </p:nvSpPr>
        <p:spPr>
          <a:xfrm>
            <a:off x="2856610" y="1773284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115DD6-8640-B026-5BE3-B3214AEC1058}"/>
              </a:ext>
            </a:extLst>
          </p:cNvPr>
          <p:cNvSpPr txBox="1"/>
          <p:nvPr/>
        </p:nvSpPr>
        <p:spPr>
          <a:xfrm>
            <a:off x="4489546" y="1745729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53664C-EBBF-0D33-85B1-E9EF9DBD86B2}"/>
              </a:ext>
            </a:extLst>
          </p:cNvPr>
          <p:cNvSpPr txBox="1"/>
          <p:nvPr/>
        </p:nvSpPr>
        <p:spPr>
          <a:xfrm>
            <a:off x="4489546" y="1773606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CAD704-B09C-E9D5-2179-0270E5D28F84}"/>
              </a:ext>
            </a:extLst>
          </p:cNvPr>
          <p:cNvSpPr txBox="1"/>
          <p:nvPr/>
        </p:nvSpPr>
        <p:spPr>
          <a:xfrm>
            <a:off x="6144097" y="1745408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1C76CE-1E73-4A71-2729-1C73D7F60AD8}"/>
              </a:ext>
            </a:extLst>
          </p:cNvPr>
          <p:cNvSpPr txBox="1"/>
          <p:nvPr/>
        </p:nvSpPr>
        <p:spPr>
          <a:xfrm>
            <a:off x="6144097" y="1773284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A5DF2A-B5C7-E0CE-7A84-A8F150CEB25F}"/>
              </a:ext>
            </a:extLst>
          </p:cNvPr>
          <p:cNvSpPr txBox="1"/>
          <p:nvPr/>
        </p:nvSpPr>
        <p:spPr>
          <a:xfrm>
            <a:off x="7950997" y="1745729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C69F0E8-6298-21FC-7EAD-4E8453A0AB8F}"/>
              </a:ext>
            </a:extLst>
          </p:cNvPr>
          <p:cNvSpPr txBox="1"/>
          <p:nvPr/>
        </p:nvSpPr>
        <p:spPr>
          <a:xfrm>
            <a:off x="7950997" y="1773606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7787260-5D12-A334-505D-2F1A2543B88B}"/>
              </a:ext>
            </a:extLst>
          </p:cNvPr>
          <p:cNvSpPr txBox="1"/>
          <p:nvPr/>
        </p:nvSpPr>
        <p:spPr>
          <a:xfrm>
            <a:off x="9605548" y="1745408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7A3D66-40BD-90E4-1BBC-C989B865DC48}"/>
              </a:ext>
            </a:extLst>
          </p:cNvPr>
          <p:cNvSpPr txBox="1"/>
          <p:nvPr/>
        </p:nvSpPr>
        <p:spPr>
          <a:xfrm>
            <a:off x="9605548" y="1773284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151BFE2-3D70-03A5-9298-0C0BFEEA6D29}"/>
              </a:ext>
            </a:extLst>
          </p:cNvPr>
          <p:cNvSpPr txBox="1"/>
          <p:nvPr/>
        </p:nvSpPr>
        <p:spPr>
          <a:xfrm>
            <a:off x="2070789" y="5064936"/>
            <a:ext cx="5388871" cy="285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9F1CB7-0C26-7358-EC08-DDA36FE3C04F}"/>
              </a:ext>
            </a:extLst>
          </p:cNvPr>
          <p:cNvSpPr txBox="1"/>
          <p:nvPr/>
        </p:nvSpPr>
        <p:spPr>
          <a:xfrm>
            <a:off x="4399504" y="6408627"/>
            <a:ext cx="333162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EFE8C9-3449-F304-CA0A-08A3F1E9DBFE}"/>
              </a:ext>
            </a:extLst>
          </p:cNvPr>
          <p:cNvSpPr txBox="1"/>
          <p:nvPr/>
        </p:nvSpPr>
        <p:spPr>
          <a:xfrm>
            <a:off x="3272075" y="6685953"/>
            <a:ext cx="10782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9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2975082-B32D-4276-280C-1801AD583ABC}"/>
              </a:ext>
            </a:extLst>
          </p:cNvPr>
          <p:cNvSpPr txBox="1"/>
          <p:nvPr/>
        </p:nvSpPr>
        <p:spPr>
          <a:xfrm>
            <a:off x="3272075" y="6963279"/>
            <a:ext cx="10782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9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9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20797A-2383-F5E1-310F-56DCB495B9F5}"/>
              </a:ext>
            </a:extLst>
          </p:cNvPr>
          <p:cNvSpPr txBox="1"/>
          <p:nvPr/>
        </p:nvSpPr>
        <p:spPr>
          <a:xfrm>
            <a:off x="3272075" y="7240605"/>
            <a:ext cx="10782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en-GB" sz="9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9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DE89A3-171F-1981-03BF-DF218B60AC3E}"/>
              </a:ext>
            </a:extLst>
          </p:cNvPr>
          <p:cNvSpPr txBox="1"/>
          <p:nvPr/>
        </p:nvSpPr>
        <p:spPr>
          <a:xfrm>
            <a:off x="3272075" y="7517930"/>
            <a:ext cx="13814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en-GB" sz="9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9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0CD5EF7-C32F-8EF2-16C2-FE0CC48C2350}"/>
              </a:ext>
            </a:extLst>
          </p:cNvPr>
          <p:cNvSpPr txBox="1"/>
          <p:nvPr/>
        </p:nvSpPr>
        <p:spPr>
          <a:xfrm>
            <a:off x="4399504" y="6684635"/>
            <a:ext cx="333162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9BCE1D-0714-AC91-64CF-FC15075A5E58}"/>
              </a:ext>
            </a:extLst>
          </p:cNvPr>
          <p:cNvSpPr txBox="1"/>
          <p:nvPr/>
        </p:nvSpPr>
        <p:spPr>
          <a:xfrm>
            <a:off x="4399504" y="6960643"/>
            <a:ext cx="333162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30773B-64A8-CD63-29FD-5CB95B27D3BD}"/>
              </a:ext>
            </a:extLst>
          </p:cNvPr>
          <p:cNvSpPr txBox="1"/>
          <p:nvPr/>
        </p:nvSpPr>
        <p:spPr>
          <a:xfrm>
            <a:off x="4399503" y="7236651"/>
            <a:ext cx="374638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C9EBDE1E-A306-6247-630C-3ED987E44BF4}"/>
              </a:ext>
            </a:extLst>
          </p:cNvPr>
          <p:cNvSpPr txBox="1"/>
          <p:nvPr/>
        </p:nvSpPr>
        <p:spPr>
          <a:xfrm>
            <a:off x="4399504" y="7512658"/>
            <a:ext cx="333162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23842E1-9235-A563-43D6-B0AB0F7BA543}"/>
              </a:ext>
            </a:extLst>
          </p:cNvPr>
          <p:cNvSpPr txBox="1"/>
          <p:nvPr/>
        </p:nvSpPr>
        <p:spPr>
          <a:xfrm>
            <a:off x="912806" y="9260841"/>
            <a:ext cx="12303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9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9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D21CD82-F867-8061-F9AA-561E8761CAFC}"/>
              </a:ext>
            </a:extLst>
          </p:cNvPr>
          <p:cNvSpPr txBox="1"/>
          <p:nvPr/>
        </p:nvSpPr>
        <p:spPr>
          <a:xfrm>
            <a:off x="912806" y="9596283"/>
            <a:ext cx="12303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9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391058EE-AC56-59F0-987A-DB8222D395BB}"/>
              </a:ext>
            </a:extLst>
          </p:cNvPr>
          <p:cNvSpPr txBox="1"/>
          <p:nvPr/>
        </p:nvSpPr>
        <p:spPr>
          <a:xfrm>
            <a:off x="1851548" y="8923865"/>
            <a:ext cx="96557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66C8F0E-DCA9-897F-4D3A-4C04F4666F14}"/>
              </a:ext>
            </a:extLst>
          </p:cNvPr>
          <p:cNvSpPr txBox="1"/>
          <p:nvPr/>
        </p:nvSpPr>
        <p:spPr>
          <a:xfrm>
            <a:off x="1845328" y="9266633"/>
            <a:ext cx="96557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332454-A3BA-0E89-A8B8-3ECD7C9104F3}"/>
              </a:ext>
            </a:extLst>
          </p:cNvPr>
          <p:cNvSpPr txBox="1"/>
          <p:nvPr/>
        </p:nvSpPr>
        <p:spPr>
          <a:xfrm>
            <a:off x="1558615" y="9599020"/>
            <a:ext cx="96557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207" name="Google Shape;110;p2">
            <a:extLst>
              <a:ext uri="{FF2B5EF4-FFF2-40B4-BE49-F238E27FC236}">
                <a16:creationId xmlns:a16="http://schemas.microsoft.com/office/drawing/2014/main" id="{C3051117-F59C-88EB-05DA-4AB2C597FE64}"/>
              </a:ext>
            </a:extLst>
          </p:cNvPr>
          <p:cNvSpPr txBox="1"/>
          <p:nvPr/>
        </p:nvSpPr>
        <p:spPr>
          <a:xfrm>
            <a:off x="912814" y="11780831"/>
            <a:ext cx="2041799" cy="206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3176</TotalTime>
  <Words>606</Words>
  <Application>Microsoft Macintosh PowerPoint</Application>
  <PresentationFormat>Custom</PresentationFormat>
  <Paragraphs>85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Inter</vt:lpstr>
      <vt:lpstr>Aptos</vt:lpstr>
      <vt:lpstr>Calibri</vt:lpstr>
      <vt:lpstr>Inter SemiBold</vt:lpstr>
      <vt:lpstr>Calibri Light</vt:lpstr>
      <vt:lpstr>Arial</vt:lpstr>
      <vt:lpstr>MOBKOI 2024 Colour Palette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65</cp:revision>
  <dcterms:created xsi:type="dcterms:W3CDTF">2025-02-28T16:34:04Z</dcterms:created>
  <dcterms:modified xsi:type="dcterms:W3CDTF">2026-05-06T09:30:33Z</dcterms:modified>
</cp:coreProperties>
</file>