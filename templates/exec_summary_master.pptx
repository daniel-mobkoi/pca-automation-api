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08803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18"/>
    <p:restoredTop sz="96846"/>
  </p:normalViewPr>
  <p:slideViewPr>
    <p:cSldViewPr snapToGrid="0">
      <p:cViewPr>
        <p:scale>
          <a:sx n="70" d="100"/>
          <a:sy n="70" d="100"/>
        </p:scale>
        <p:origin x="244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143000"/>
            <a:ext cx="1800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143000"/>
            <a:ext cx="1800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417234"/>
            <a:ext cx="9144000" cy="726946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967040"/>
            <a:ext cx="9144000" cy="504125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205605"/>
            <a:ext cx="10515600" cy="868566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3973432"/>
            <a:ext cx="10515600" cy="45675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558440"/>
            <a:ext cx="5181600" cy="132484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558440"/>
            <a:ext cx="5181600" cy="132484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11690"/>
            <a:ext cx="10515600" cy="40359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5118600"/>
            <a:ext cx="5157787" cy="25085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7627146"/>
            <a:ext cx="5157787" cy="112183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5118600"/>
            <a:ext cx="5183188" cy="25085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7627146"/>
            <a:ext cx="5183188" cy="112183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92028"/>
            <a:ext cx="3932237" cy="48720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006394"/>
            <a:ext cx="6172200" cy="1483861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264119"/>
            <a:ext cx="3932237" cy="116050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92028"/>
            <a:ext cx="3932237" cy="487209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006394"/>
            <a:ext cx="6172200" cy="1483861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6264119"/>
            <a:ext cx="3932237" cy="116050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111689"/>
            <a:ext cx="2628900" cy="176951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111689"/>
            <a:ext cx="7734300" cy="176951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6"/>
            <a:ext cx="8231633" cy="17767934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1"/>
            <a:ext cx="4019883" cy="12370135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6" y="11498558"/>
            <a:ext cx="3339661" cy="9381838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11690"/>
            <a:ext cx="10515600" cy="4035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558440"/>
            <a:ext cx="10515600" cy="13248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9353028"/>
            <a:ext cx="27432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9353028"/>
            <a:ext cx="41148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9353028"/>
            <a:ext cx="2743200" cy="1111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15" y="3976372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3" y="6187155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0" y="6415790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06" y="269241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15" y="336647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4" y="1748879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75" y="687623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472002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15" y="5487565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77" y="1459303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39223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980494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2" y="2400193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3" y="10656510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55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57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59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1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16696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4" y="1092406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4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4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1" y="1224843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1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1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1" y="1224843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1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1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2" y="1224843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2" y="1282089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2" y="1309727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643894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82D8D8C9-A10D-2B13-2442-C11C52A87DAC}"/>
              </a:ext>
            </a:extLst>
          </p:cNvPr>
          <p:cNvSpPr txBox="1"/>
          <p:nvPr/>
        </p:nvSpPr>
        <p:spPr>
          <a:xfrm>
            <a:off x="912814" y="15027432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9" y="208114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0535935"/>
            <a:ext cx="897684" cy="147829"/>
          </a:xfrm>
          <a:prstGeom prst="rect">
            <a:avLst/>
          </a:prstGeom>
        </p:spPr>
      </p:pic>
      <p:pic>
        <p:nvPicPr>
          <p:cNvPr id="433" name="Picture 432">
            <a:extLst>
              <a:ext uri="{FF2B5EF4-FFF2-40B4-BE49-F238E27FC236}">
                <a16:creationId xmlns:a16="http://schemas.microsoft.com/office/drawing/2014/main" id="{81BCD2C5-61BF-5E69-C4C6-6F67FB0D14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0" y="15732816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34" name="Rectangle 433">
            <a:extLst>
              <a:ext uri="{FF2B5EF4-FFF2-40B4-BE49-F238E27FC236}">
                <a16:creationId xmlns:a16="http://schemas.microsoft.com/office/drawing/2014/main" id="{6B2F57C2-5529-8F71-2E79-7C8952E240F1}"/>
              </a:ext>
            </a:extLst>
          </p:cNvPr>
          <p:cNvSpPr/>
          <p:nvPr/>
        </p:nvSpPr>
        <p:spPr>
          <a:xfrm>
            <a:off x="779461" y="17044133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82D3D6E2-BCCA-ECDA-16AE-BDB909D5445D}"/>
              </a:ext>
            </a:extLst>
          </p:cNvPr>
          <p:cNvSpPr/>
          <p:nvPr/>
        </p:nvSpPr>
        <p:spPr>
          <a:xfrm>
            <a:off x="779461" y="1760811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Google Shape;100;p2">
            <a:extLst>
              <a:ext uri="{FF2B5EF4-FFF2-40B4-BE49-F238E27FC236}">
                <a16:creationId xmlns:a16="http://schemas.microsoft.com/office/drawing/2014/main" id="{2ABDACC7-30AD-7534-8D4A-44A1CF804438}"/>
              </a:ext>
            </a:extLst>
          </p:cNvPr>
          <p:cNvSpPr txBox="1"/>
          <p:nvPr/>
        </p:nvSpPr>
        <p:spPr>
          <a:xfrm>
            <a:off x="1202057" y="1606400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437" name="Google Shape;100;p2">
            <a:extLst>
              <a:ext uri="{FF2B5EF4-FFF2-40B4-BE49-F238E27FC236}">
                <a16:creationId xmlns:a16="http://schemas.microsoft.com/office/drawing/2014/main" id="{1E2D12DA-76DF-07D6-9A4F-3B80124E994E}"/>
              </a:ext>
            </a:extLst>
          </p:cNvPr>
          <p:cNvSpPr txBox="1"/>
          <p:nvPr/>
        </p:nvSpPr>
        <p:spPr>
          <a:xfrm>
            <a:off x="1202060" y="16710852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438" name="Google Shape;100;p2">
            <a:extLst>
              <a:ext uri="{FF2B5EF4-FFF2-40B4-BE49-F238E27FC236}">
                <a16:creationId xmlns:a16="http://schemas.microsoft.com/office/drawing/2014/main" id="{B3CA06DC-F4D3-B0AD-53F5-365FA866EC5B}"/>
              </a:ext>
            </a:extLst>
          </p:cNvPr>
          <p:cNvSpPr txBox="1"/>
          <p:nvPr/>
        </p:nvSpPr>
        <p:spPr>
          <a:xfrm>
            <a:off x="4489543" y="1606400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439" name="Google Shape;100;p2">
            <a:extLst>
              <a:ext uri="{FF2B5EF4-FFF2-40B4-BE49-F238E27FC236}">
                <a16:creationId xmlns:a16="http://schemas.microsoft.com/office/drawing/2014/main" id="{353DCF3D-64A8-AFF5-39CF-0F3A978CB8B7}"/>
              </a:ext>
            </a:extLst>
          </p:cNvPr>
          <p:cNvSpPr txBox="1"/>
          <p:nvPr/>
        </p:nvSpPr>
        <p:spPr>
          <a:xfrm>
            <a:off x="7950993" y="1606400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EDBE1F9B-C49F-2AB5-AE3E-A1EA79F6C5C1}"/>
              </a:ext>
            </a:extLst>
          </p:cNvPr>
          <p:cNvSpPr txBox="1"/>
          <p:nvPr/>
        </p:nvSpPr>
        <p:spPr>
          <a:xfrm>
            <a:off x="1202061" y="1707993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406BDF0F-D207-BD7C-6DB7-E3288343B265}"/>
              </a:ext>
            </a:extLst>
          </p:cNvPr>
          <p:cNvSpPr txBox="1"/>
          <p:nvPr/>
        </p:nvSpPr>
        <p:spPr>
          <a:xfrm>
            <a:off x="1202061" y="1735870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C33B10E4-097D-5C04-ECA6-5FC4BA7CA590}"/>
              </a:ext>
            </a:extLst>
          </p:cNvPr>
          <p:cNvSpPr txBox="1"/>
          <p:nvPr/>
        </p:nvSpPr>
        <p:spPr>
          <a:xfrm>
            <a:off x="1202061" y="176374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10A89548-0062-0D74-D919-C2DDBEDEBCF5}"/>
              </a:ext>
            </a:extLst>
          </p:cNvPr>
          <p:cNvSpPr txBox="1"/>
          <p:nvPr/>
        </p:nvSpPr>
        <p:spPr>
          <a:xfrm>
            <a:off x="2856612" y="170767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5DBF3338-CA50-3009-ABF4-B1947FD5F8BD}"/>
              </a:ext>
            </a:extLst>
          </p:cNvPr>
          <p:cNvSpPr txBox="1"/>
          <p:nvPr/>
        </p:nvSpPr>
        <p:spPr>
          <a:xfrm>
            <a:off x="2856612" y="1735548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8BB56140-8282-2024-2597-9CC00241E1A9}"/>
              </a:ext>
            </a:extLst>
          </p:cNvPr>
          <p:cNvSpPr txBox="1"/>
          <p:nvPr/>
        </p:nvSpPr>
        <p:spPr>
          <a:xfrm>
            <a:off x="2856612" y="176342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51907AD3-D435-61C0-A381-B134BBD56B84}"/>
              </a:ext>
            </a:extLst>
          </p:cNvPr>
          <p:cNvSpPr txBox="1"/>
          <p:nvPr/>
        </p:nvSpPr>
        <p:spPr>
          <a:xfrm>
            <a:off x="4489548" y="1707993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684D3C8E-8638-135A-AB02-857061247174}"/>
              </a:ext>
            </a:extLst>
          </p:cNvPr>
          <p:cNvSpPr txBox="1"/>
          <p:nvPr/>
        </p:nvSpPr>
        <p:spPr>
          <a:xfrm>
            <a:off x="4489548" y="1735870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11F8FDA6-574C-2CDF-C9EA-CFDDAD9092E3}"/>
              </a:ext>
            </a:extLst>
          </p:cNvPr>
          <p:cNvSpPr txBox="1"/>
          <p:nvPr/>
        </p:nvSpPr>
        <p:spPr>
          <a:xfrm>
            <a:off x="4489548" y="176374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75070AE9-CA0E-24D2-75FF-8AD08A152797}"/>
              </a:ext>
            </a:extLst>
          </p:cNvPr>
          <p:cNvSpPr txBox="1"/>
          <p:nvPr/>
        </p:nvSpPr>
        <p:spPr>
          <a:xfrm>
            <a:off x="6144099" y="170767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87DA96AE-B731-8DDB-D2AB-304937F5E442}"/>
              </a:ext>
            </a:extLst>
          </p:cNvPr>
          <p:cNvSpPr txBox="1"/>
          <p:nvPr/>
        </p:nvSpPr>
        <p:spPr>
          <a:xfrm>
            <a:off x="6144099" y="1735548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928F9D2-6AF3-E753-BF38-1D98D9D6EF3A}"/>
              </a:ext>
            </a:extLst>
          </p:cNvPr>
          <p:cNvSpPr txBox="1"/>
          <p:nvPr/>
        </p:nvSpPr>
        <p:spPr>
          <a:xfrm>
            <a:off x="6144099" y="176342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7400640-5316-B9BC-AD03-DA811D6167CA}"/>
              </a:ext>
            </a:extLst>
          </p:cNvPr>
          <p:cNvSpPr txBox="1"/>
          <p:nvPr/>
        </p:nvSpPr>
        <p:spPr>
          <a:xfrm>
            <a:off x="7950999" y="1707993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EA0137C8-A685-543D-DB51-E4E3B285AA1F}"/>
              </a:ext>
            </a:extLst>
          </p:cNvPr>
          <p:cNvSpPr txBox="1"/>
          <p:nvPr/>
        </p:nvSpPr>
        <p:spPr>
          <a:xfrm>
            <a:off x="7950999" y="1735870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708FEE9A-C16D-63A7-C47C-F156ADB1290E}"/>
              </a:ext>
            </a:extLst>
          </p:cNvPr>
          <p:cNvSpPr txBox="1"/>
          <p:nvPr/>
        </p:nvSpPr>
        <p:spPr>
          <a:xfrm>
            <a:off x="7950999" y="176374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BEBD88C3-A1FC-C210-4659-0F68854BB9D0}"/>
              </a:ext>
            </a:extLst>
          </p:cNvPr>
          <p:cNvSpPr txBox="1"/>
          <p:nvPr/>
        </p:nvSpPr>
        <p:spPr>
          <a:xfrm>
            <a:off x="9605550" y="170767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6F116196-AC42-7DD4-9E36-70FEAF4DF4AC}"/>
              </a:ext>
            </a:extLst>
          </p:cNvPr>
          <p:cNvSpPr txBox="1"/>
          <p:nvPr/>
        </p:nvSpPr>
        <p:spPr>
          <a:xfrm>
            <a:off x="9605550" y="1735548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E8C544B5-385D-0FC4-F044-1342B3EB8C81}"/>
              </a:ext>
            </a:extLst>
          </p:cNvPr>
          <p:cNvSpPr txBox="1"/>
          <p:nvPr/>
        </p:nvSpPr>
        <p:spPr>
          <a:xfrm>
            <a:off x="9605550" y="176342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458" name="Google Shape;100;p2">
            <a:extLst>
              <a:ext uri="{FF2B5EF4-FFF2-40B4-BE49-F238E27FC236}">
                <a16:creationId xmlns:a16="http://schemas.microsoft.com/office/drawing/2014/main" id="{A8F86627-9F98-DCD4-4108-1286CAB27A28}"/>
              </a:ext>
            </a:extLst>
          </p:cNvPr>
          <p:cNvSpPr txBox="1"/>
          <p:nvPr/>
        </p:nvSpPr>
        <p:spPr>
          <a:xfrm>
            <a:off x="1202059" y="16401329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459" name="Google Shape;100;p2">
            <a:extLst>
              <a:ext uri="{FF2B5EF4-FFF2-40B4-BE49-F238E27FC236}">
                <a16:creationId xmlns:a16="http://schemas.microsoft.com/office/drawing/2014/main" id="{092062A8-B9CE-6BEC-418B-64C667D77613}"/>
              </a:ext>
            </a:extLst>
          </p:cNvPr>
          <p:cNvSpPr txBox="1"/>
          <p:nvPr/>
        </p:nvSpPr>
        <p:spPr>
          <a:xfrm>
            <a:off x="4489546" y="1639588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460" name="Google Shape;100;p2">
            <a:extLst>
              <a:ext uri="{FF2B5EF4-FFF2-40B4-BE49-F238E27FC236}">
                <a16:creationId xmlns:a16="http://schemas.microsoft.com/office/drawing/2014/main" id="{F0FB8291-7C7A-4B1C-34EC-56FF99D98B52}"/>
              </a:ext>
            </a:extLst>
          </p:cNvPr>
          <p:cNvSpPr txBox="1"/>
          <p:nvPr/>
        </p:nvSpPr>
        <p:spPr>
          <a:xfrm>
            <a:off x="7950998" y="1639756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E4496D7F-30B5-C5D1-EA8C-7050A7995304}"/>
              </a:ext>
            </a:extLst>
          </p:cNvPr>
          <p:cNvCxnSpPr>
            <a:cxnSpLocks/>
          </p:cNvCxnSpPr>
          <p:nvPr/>
        </p:nvCxnSpPr>
        <p:spPr>
          <a:xfrm>
            <a:off x="4232365" y="16064002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46073452-2C82-02DD-ABF9-1F686A905B09}"/>
              </a:ext>
            </a:extLst>
          </p:cNvPr>
          <p:cNvCxnSpPr>
            <a:cxnSpLocks/>
          </p:cNvCxnSpPr>
          <p:nvPr/>
        </p:nvCxnSpPr>
        <p:spPr>
          <a:xfrm>
            <a:off x="7673608" y="16064002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Rectangle 462">
            <a:extLst>
              <a:ext uri="{FF2B5EF4-FFF2-40B4-BE49-F238E27FC236}">
                <a16:creationId xmlns:a16="http://schemas.microsoft.com/office/drawing/2014/main" id="{736E8A2E-1D4D-A523-E019-5FA2F38A3E13}"/>
              </a:ext>
            </a:extLst>
          </p:cNvPr>
          <p:cNvSpPr/>
          <p:nvPr/>
        </p:nvSpPr>
        <p:spPr>
          <a:xfrm>
            <a:off x="779459" y="1817431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D2E6479-54B7-597C-B3AF-8DB9336CD706}"/>
              </a:ext>
            </a:extLst>
          </p:cNvPr>
          <p:cNvSpPr txBox="1"/>
          <p:nvPr/>
        </p:nvSpPr>
        <p:spPr>
          <a:xfrm>
            <a:off x="1202059" y="1792490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5F7C4D37-703C-AD2E-51D9-544F98E02DC1}"/>
              </a:ext>
            </a:extLst>
          </p:cNvPr>
          <p:cNvSpPr txBox="1"/>
          <p:nvPr/>
        </p:nvSpPr>
        <p:spPr>
          <a:xfrm>
            <a:off x="1202059" y="1820366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2231D6C4-F935-AC3C-EDEE-059060A3543D}"/>
              </a:ext>
            </a:extLst>
          </p:cNvPr>
          <p:cNvSpPr txBox="1"/>
          <p:nvPr/>
        </p:nvSpPr>
        <p:spPr>
          <a:xfrm>
            <a:off x="2856610" y="1792169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BBC390F7-F917-FF1D-8364-49F5290D2CE1}"/>
              </a:ext>
            </a:extLst>
          </p:cNvPr>
          <p:cNvSpPr txBox="1"/>
          <p:nvPr/>
        </p:nvSpPr>
        <p:spPr>
          <a:xfrm>
            <a:off x="2856610" y="1820045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C79B2101-B595-1EDB-FDC2-7572477AEB99}"/>
              </a:ext>
            </a:extLst>
          </p:cNvPr>
          <p:cNvSpPr txBox="1"/>
          <p:nvPr/>
        </p:nvSpPr>
        <p:spPr>
          <a:xfrm>
            <a:off x="4489546" y="1792490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DA870C9F-6BB1-C08F-8168-364A048F1E5D}"/>
              </a:ext>
            </a:extLst>
          </p:cNvPr>
          <p:cNvSpPr txBox="1"/>
          <p:nvPr/>
        </p:nvSpPr>
        <p:spPr>
          <a:xfrm>
            <a:off x="4489546" y="1820366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7E6660B9-D235-183E-2D28-50002A9F6B21}"/>
              </a:ext>
            </a:extLst>
          </p:cNvPr>
          <p:cNvSpPr txBox="1"/>
          <p:nvPr/>
        </p:nvSpPr>
        <p:spPr>
          <a:xfrm>
            <a:off x="6144097" y="1792169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AFC47C53-2952-D00D-7B1F-9AEB42F1250C}"/>
              </a:ext>
            </a:extLst>
          </p:cNvPr>
          <p:cNvSpPr txBox="1"/>
          <p:nvPr/>
        </p:nvSpPr>
        <p:spPr>
          <a:xfrm>
            <a:off x="6144097" y="1820045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C3BDE615-88DB-82A3-B7D6-A43F8E4A5A60}"/>
              </a:ext>
            </a:extLst>
          </p:cNvPr>
          <p:cNvSpPr txBox="1"/>
          <p:nvPr/>
        </p:nvSpPr>
        <p:spPr>
          <a:xfrm>
            <a:off x="7950997" y="1792490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36323FB4-D728-978A-2F99-4178939BC6A9}"/>
              </a:ext>
            </a:extLst>
          </p:cNvPr>
          <p:cNvSpPr txBox="1"/>
          <p:nvPr/>
        </p:nvSpPr>
        <p:spPr>
          <a:xfrm>
            <a:off x="7950997" y="1820366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5D667C21-CEB7-07D5-37C4-2E4C734C1CDF}"/>
              </a:ext>
            </a:extLst>
          </p:cNvPr>
          <p:cNvSpPr txBox="1"/>
          <p:nvPr/>
        </p:nvSpPr>
        <p:spPr>
          <a:xfrm>
            <a:off x="9605548" y="1792169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EE8475E0-69FC-FAA6-8CE7-F2981C823CAB}"/>
              </a:ext>
            </a:extLst>
          </p:cNvPr>
          <p:cNvSpPr txBox="1"/>
          <p:nvPr/>
        </p:nvSpPr>
        <p:spPr>
          <a:xfrm>
            <a:off x="9605548" y="1820045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89" y="5487565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87623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75" y="715355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75" y="7430885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75" y="770821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985536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15224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42824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3" y="7704257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98026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731343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1006525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39223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731343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1006525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4" y="1224843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3194</TotalTime>
  <Words>606</Words>
  <Application>Microsoft Macintosh PowerPoint</Application>
  <PresentationFormat>Custom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66</cp:revision>
  <dcterms:created xsi:type="dcterms:W3CDTF">2025-02-28T16:34:04Z</dcterms:created>
  <dcterms:modified xsi:type="dcterms:W3CDTF">2026-05-06T10:47:18Z</dcterms:modified>
</cp:coreProperties>
</file>