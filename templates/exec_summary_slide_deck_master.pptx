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7"/>
  </p:notesMasterIdLst>
  <p:sldIdLst>
    <p:sldId id="257" r:id="rId2"/>
    <p:sldId id="270" r:id="rId3"/>
    <p:sldId id="258" r:id="rId4"/>
    <p:sldId id="259" r:id="rId5"/>
    <p:sldId id="260" r:id="rId6"/>
  </p:sldIdLst>
  <p:sldSz cx="12192000" cy="6858000"/>
  <p:notesSz cx="6858000" cy="9144000"/>
  <p:embeddedFontLst>
    <p:embeddedFont>
      <p:font typeface="Inter" panose="02000503000000020004" pitchFamily="2" charset="0"/>
      <p:regular r:id="rId8"/>
      <p:bold r:id="rId8"/>
      <p:italic r:id="rId9"/>
      <p:boldItalic r:id="rId9"/>
    </p:embeddedFont>
    <p:embeddedFont>
      <p:font typeface="Inter Medium" panose="02000503000000020004" pitchFamily="2" charset="0"/>
      <p:regular r:id="rId10"/>
      <p:italic r:id="rId11"/>
    </p:embeddedFont>
    <p:embeddedFont>
      <p:font typeface="Inter SemiBold" panose="02000503000000020004" pitchFamily="2" charset="0"/>
      <p:regular r:id="rId9"/>
      <p:bold r:id="rId9"/>
      <p:italic r:id="rId9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25"/>
    <p:restoredTop sz="96846"/>
  </p:normalViewPr>
  <p:slideViewPr>
    <p:cSldViewPr snapToGrid="0">
      <p:cViewPr varScale="1">
        <p:scale>
          <a:sx n="160" d="100"/>
          <a:sy n="160" d="100"/>
        </p:scale>
        <p:origin x="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77212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4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5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56652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889532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1318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42820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889532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51318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428204"/>
            <a:ext cx="606713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Screen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On Screen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3021</TotalTime>
  <Words>685</Words>
  <Application>Microsoft Macintosh PowerPoint</Application>
  <PresentationFormat>Widescreen</PresentationFormat>
  <Paragraphs>105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Inter</vt:lpstr>
      <vt:lpstr>Aptos</vt:lpstr>
      <vt:lpstr>Calibri</vt:lpstr>
      <vt:lpstr>Inter SemiBold</vt:lpstr>
      <vt:lpstr>Calibri Light</vt:lpstr>
      <vt:lpstr>Inter Medium</vt:lpstr>
      <vt:lpstr>Arial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49</cp:revision>
  <dcterms:created xsi:type="dcterms:W3CDTF">2025-02-28T16:34:04Z</dcterms:created>
  <dcterms:modified xsi:type="dcterms:W3CDTF">2026-05-06T13:37:39Z</dcterms:modified>
</cp:coreProperties>
</file>