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7"/>
  </p:notesMasterIdLst>
  <p:sldIdLst>
    <p:sldId id="257" r:id="rId2"/>
    <p:sldId id="270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Inter" panose="02000503000000020004" pitchFamily="2" charset="0"/>
      <p:regular r:id="rId8"/>
      <p:bold r:id="rId8"/>
      <p:italic r:id="rId9"/>
      <p:boldItalic r:id="rId9"/>
    </p:embeddedFont>
    <p:embeddedFont>
      <p:font typeface="Inter SemiBold" panose="02000503000000020004" pitchFamily="2" charset="0"/>
      <p:regular r:id="rId9"/>
      <p:bold r:id="rId9"/>
      <p:italic r:id="rId9"/>
      <p:boldItalic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66"/>
    <p:restoredTop sz="96846"/>
  </p:normalViewPr>
  <p:slideViewPr>
    <p:cSldViewPr snapToGrid="0">
      <p:cViewPr>
        <p:scale>
          <a:sx n="160" d="100"/>
          <a:sy n="160" d="100"/>
        </p:scale>
        <p:origin x="448" y="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77212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56652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88953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1318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42820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889532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51318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428204"/>
            <a:ext cx="606713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335F98EB-3D05-0D49-9D58-1BB21BA27C70}"/>
              </a:ext>
            </a:extLst>
          </p:cNvPr>
          <p:cNvSpPr txBox="1"/>
          <p:nvPr/>
        </p:nvSpPr>
        <p:spPr>
          <a:xfrm>
            <a:off x="865560" y="5060859"/>
            <a:ext cx="1182981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On Screen</a:t>
            </a:r>
            <a:endParaRPr sz="10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1" name="Google Shape;100;p2">
            <a:extLst>
              <a:ext uri="{FF2B5EF4-FFF2-40B4-BE49-F238E27FC236}">
                <a16:creationId xmlns:a16="http://schemas.microsoft.com/office/drawing/2014/main" id="{F0AAAB79-0D76-12DC-D0CA-7B28A4A2BB76}"/>
              </a:ext>
            </a:extLst>
          </p:cNvPr>
          <p:cNvSpPr txBox="1"/>
          <p:nvPr/>
        </p:nvSpPr>
        <p:spPr>
          <a:xfrm>
            <a:off x="865561" y="5337239"/>
            <a:ext cx="1182980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6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3" name="Google Shape;110;p2">
            <a:extLst>
              <a:ext uri="{FF2B5EF4-FFF2-40B4-BE49-F238E27FC236}">
                <a16:creationId xmlns:a16="http://schemas.microsoft.com/office/drawing/2014/main" id="{89243F56-2ACB-A106-4B66-78BF77A766E5}"/>
              </a:ext>
            </a:extLst>
          </p:cNvPr>
          <p:cNvSpPr txBox="1"/>
          <p:nvPr/>
        </p:nvSpPr>
        <p:spPr>
          <a:xfrm>
            <a:off x="2477879" y="4488397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</a:t>
            </a:r>
          </a:p>
        </p:txBody>
      </p:sp>
      <p:sp>
        <p:nvSpPr>
          <p:cNvPr id="20" name="Google Shape;114;p2">
            <a:extLst>
              <a:ext uri="{FF2B5EF4-FFF2-40B4-BE49-F238E27FC236}">
                <a16:creationId xmlns:a16="http://schemas.microsoft.com/office/drawing/2014/main" id="{9F2789DE-6830-FF18-4805-08BE68CA53F9}"/>
              </a:ext>
            </a:extLst>
          </p:cNvPr>
          <p:cNvSpPr txBox="1"/>
          <p:nvPr/>
        </p:nvSpPr>
        <p:spPr>
          <a:xfrm>
            <a:off x="2477880" y="5060859"/>
            <a:ext cx="79979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1" name="Google Shape;100;p2">
            <a:extLst>
              <a:ext uri="{FF2B5EF4-FFF2-40B4-BE49-F238E27FC236}">
                <a16:creationId xmlns:a16="http://schemas.microsoft.com/office/drawing/2014/main" id="{B47C0383-7560-54DC-73C7-27A69272A9C6}"/>
              </a:ext>
            </a:extLst>
          </p:cNvPr>
          <p:cNvSpPr txBox="1"/>
          <p:nvPr/>
        </p:nvSpPr>
        <p:spPr>
          <a:xfrm>
            <a:off x="2477879" y="5337239"/>
            <a:ext cx="1157991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6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23" name="Google Shape;110;p2">
            <a:extLst>
              <a:ext uri="{FF2B5EF4-FFF2-40B4-BE49-F238E27FC236}">
                <a16:creationId xmlns:a16="http://schemas.microsoft.com/office/drawing/2014/main" id="{C53AA131-320A-667B-8BB2-DE4FD14EE295}"/>
              </a:ext>
            </a:extLst>
          </p:cNvPr>
          <p:cNvSpPr txBox="1"/>
          <p:nvPr/>
        </p:nvSpPr>
        <p:spPr>
          <a:xfrm>
            <a:off x="4157321" y="4488397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</a:t>
            </a:r>
          </a:p>
        </p:txBody>
      </p:sp>
      <p:sp>
        <p:nvSpPr>
          <p:cNvPr id="24" name="Google Shape;114;p2">
            <a:extLst>
              <a:ext uri="{FF2B5EF4-FFF2-40B4-BE49-F238E27FC236}">
                <a16:creationId xmlns:a16="http://schemas.microsoft.com/office/drawing/2014/main" id="{E5850BCC-77FB-A7C8-0B4C-76A050D4AD0B}"/>
              </a:ext>
            </a:extLst>
          </p:cNvPr>
          <p:cNvSpPr txBox="1"/>
          <p:nvPr/>
        </p:nvSpPr>
        <p:spPr>
          <a:xfrm>
            <a:off x="4157322" y="5060859"/>
            <a:ext cx="15119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45A3A93D-3559-379D-6696-0ADE8611FB84}"/>
              </a:ext>
            </a:extLst>
          </p:cNvPr>
          <p:cNvSpPr txBox="1"/>
          <p:nvPr/>
        </p:nvSpPr>
        <p:spPr>
          <a:xfrm>
            <a:off x="4157322" y="5337239"/>
            <a:ext cx="1286524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6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26" name="Google Shape;110;p2">
            <a:extLst>
              <a:ext uri="{FF2B5EF4-FFF2-40B4-BE49-F238E27FC236}">
                <a16:creationId xmlns:a16="http://schemas.microsoft.com/office/drawing/2014/main" id="{79BF37FE-F959-66FE-D3E1-83E6A836723E}"/>
              </a:ext>
            </a:extLst>
          </p:cNvPr>
          <p:cNvSpPr txBox="1"/>
          <p:nvPr/>
        </p:nvSpPr>
        <p:spPr>
          <a:xfrm>
            <a:off x="6199120" y="4488397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</a:t>
            </a:r>
          </a:p>
        </p:txBody>
      </p:sp>
      <p:sp>
        <p:nvSpPr>
          <p:cNvPr id="27" name="Google Shape;114;p2">
            <a:extLst>
              <a:ext uri="{FF2B5EF4-FFF2-40B4-BE49-F238E27FC236}">
                <a16:creationId xmlns:a16="http://schemas.microsoft.com/office/drawing/2014/main" id="{D5F7CC16-D0EE-A9D8-B7FE-13CA0EB3D4E8}"/>
              </a:ext>
            </a:extLst>
          </p:cNvPr>
          <p:cNvSpPr txBox="1"/>
          <p:nvPr/>
        </p:nvSpPr>
        <p:spPr>
          <a:xfrm>
            <a:off x="6199120" y="5060859"/>
            <a:ext cx="577991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6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8" name="Google Shape;100;p2">
            <a:extLst>
              <a:ext uri="{FF2B5EF4-FFF2-40B4-BE49-F238E27FC236}">
                <a16:creationId xmlns:a16="http://schemas.microsoft.com/office/drawing/2014/main" id="{F3F95303-CD41-59F6-EE55-A7D7C8D002D0}"/>
              </a:ext>
            </a:extLst>
          </p:cNvPr>
          <p:cNvSpPr txBox="1"/>
          <p:nvPr/>
        </p:nvSpPr>
        <p:spPr>
          <a:xfrm>
            <a:off x="6199121" y="5337239"/>
            <a:ext cx="1079294" cy="184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6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E31A250B-BE19-5D85-5A26-5C98F9CEA99A}"/>
              </a:ext>
            </a:extLst>
          </p:cNvPr>
          <p:cNvSpPr txBox="1"/>
          <p:nvPr/>
        </p:nvSpPr>
        <p:spPr>
          <a:xfrm>
            <a:off x="865560" y="4488397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sz="2400" b="1" spc="10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Viewability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sz="2400" b="1" spc="10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sz="2400" b="1" spc="10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sz="2400" b="1" spc="10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3013</TotalTime>
  <Words>649</Words>
  <Application>Microsoft Macintosh PowerPoint</Application>
  <PresentationFormat>Widescreen</PresentationFormat>
  <Paragraphs>105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Inter</vt:lpstr>
      <vt:lpstr>Aptos</vt:lpstr>
      <vt:lpstr>Calibri</vt:lpstr>
      <vt:lpstr>Inter SemiBold</vt:lpstr>
      <vt:lpstr>Calibri Light</vt:lpstr>
      <vt:lpstr>Arial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47</cp:revision>
  <dcterms:created xsi:type="dcterms:W3CDTF">2025-02-28T16:34:04Z</dcterms:created>
  <dcterms:modified xsi:type="dcterms:W3CDTF">2026-05-06T11:04:04Z</dcterms:modified>
</cp:coreProperties>
</file>