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7"/>
  </p:notesMasterIdLst>
  <p:sldIdLst>
    <p:sldId id="257" r:id="rId2"/>
    <p:sldId id="270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 panose="02000503000000020004" pitchFamily="2" charset="0"/>
      <p:regular r:id="rId8"/>
      <p:bold r:id="rId8"/>
      <p:italic r:id="rId9"/>
      <p:boldItalic r:id="rId9"/>
    </p:embeddedFont>
    <p:embeddedFont>
      <p:font typeface="Inter SemiBold" panose="02000503000000020004" pitchFamily="2" charset="0"/>
      <p:regular r:id="rId9"/>
      <p:bold r:id="rId9"/>
      <p:italic r:id="rId9"/>
      <p:boldItalic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15"/>
    <p:restoredTop sz="96846"/>
  </p:normalViewPr>
  <p:slideViewPr>
    <p:cSldViewPr snapToGrid="0">
      <p:cViewPr varScale="1">
        <p:scale>
          <a:sx n="169" d="100"/>
          <a:sy n="169" d="100"/>
        </p:scale>
        <p:origin x="208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E4379F5-0F99-CC1F-5D52-406A1A2F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7B81FA1-929C-6E7B-FD55-009A84A0E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6A3BB61-F19A-6B23-B61F-CE5B573EF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0056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BCE807B-C725-14D2-FA50-9378D8A4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1BB93DB-096D-6ECF-6B3D-252FA7678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4F6ABFEA-C8C9-FC5E-B460-7BDF932A0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159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DEE5BE9-C022-2902-D6EC-E617CD60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B98B5F-C607-F755-3B0A-645234740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B4EA7F6-0BBB-95FB-3528-5BD2B43AB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2731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F9BD079A-0CA4-B5B2-BE3B-10717B31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63EF83B-B644-99DD-5BA5-BC962F427E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EDDAC16-97E5-40E3-EAFE-F6D8BE546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525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"/>
            <a:ext cx="8231633" cy="5835739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1" y="0"/>
            <a:ext cx="4019883" cy="4062874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40" y="3776610"/>
            <a:ext cx="3339661" cy="3081391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A3C809-8884-C073-8DDD-F5F13F73C7C2}"/>
              </a:ext>
            </a:extLst>
          </p:cNvPr>
          <p:cNvSpPr txBox="1"/>
          <p:nvPr/>
        </p:nvSpPr>
        <p:spPr>
          <a:xfrm>
            <a:off x="912806" y="2823848"/>
            <a:ext cx="7721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4400" b="1" dirty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{{CAMPAIGN_NAME}}</a:t>
            </a:r>
          </a:p>
        </p:txBody>
      </p:sp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C2CC8670-E627-9F57-A56E-7375926521CC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6617DC7-0D0C-DFA0-69FC-6C73202E743F}"/>
              </a:ext>
            </a:extLst>
          </p:cNvPr>
          <p:cNvSpPr txBox="1"/>
          <p:nvPr/>
        </p:nvSpPr>
        <p:spPr>
          <a:xfrm>
            <a:off x="912806" y="36840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C84B0C-1331-35DD-876F-83D6A1200A90}"/>
              </a:ext>
            </a:extLst>
          </p:cNvPr>
          <p:cNvSpPr txBox="1"/>
          <p:nvPr/>
        </p:nvSpPr>
        <p:spPr>
          <a:xfrm>
            <a:off x="912806" y="5060740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E24635-5279-F802-23C1-F8DB01ACF5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73" y="1821879"/>
            <a:ext cx="1758433" cy="289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109149D-8748-E223-26D6-7FD62A661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F8121C4-452E-EFE8-1A14-F7DD32CDC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9" b="51379"/>
          <a:stretch>
            <a:fillRect/>
          </a:stretch>
        </p:blipFill>
        <p:spPr>
          <a:xfrm>
            <a:off x="779456" y="3885794"/>
            <a:ext cx="9040819" cy="2419731"/>
          </a:xfrm>
          <a:custGeom>
            <a:avLst/>
            <a:gdLst>
              <a:gd name="csX0" fmla="*/ 155637 w 9040819"/>
              <a:gd name="csY0" fmla="*/ 0 h 2419731"/>
              <a:gd name="csX1" fmla="*/ 7470739 w 9040819"/>
              <a:gd name="csY1" fmla="*/ 0 h 2419731"/>
              <a:gd name="csX2" fmla="*/ 7470739 w 9040819"/>
              <a:gd name="csY2" fmla="*/ 1823438 h 2419731"/>
              <a:gd name="csX3" fmla="*/ 7830161 w 9040819"/>
              <a:gd name="csY3" fmla="*/ 2182860 h 2419731"/>
              <a:gd name="csX4" fmla="*/ 9040819 w 9040819"/>
              <a:gd name="csY4" fmla="*/ 2182860 h 2419731"/>
              <a:gd name="csX5" fmla="*/ 9040819 w 9040819"/>
              <a:gd name="csY5" fmla="*/ 2264094 h 2419731"/>
              <a:gd name="csX6" fmla="*/ 8885182 w 9040819"/>
              <a:gd name="csY6" fmla="*/ 2419731 h 2419731"/>
              <a:gd name="csX7" fmla="*/ 155637 w 9040819"/>
              <a:gd name="csY7" fmla="*/ 2419731 h 2419731"/>
              <a:gd name="csX8" fmla="*/ 0 w 9040819"/>
              <a:gd name="csY8" fmla="*/ 2264094 h 2419731"/>
              <a:gd name="csX9" fmla="*/ 0 w 9040819"/>
              <a:gd name="csY9" fmla="*/ 155637 h 2419731"/>
              <a:gd name="csX10" fmla="*/ 155637 w 9040819"/>
              <a:gd name="csY10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40819" h="2419731">
                <a:moveTo>
                  <a:pt x="155637" y="0"/>
                </a:moveTo>
                <a:lnTo>
                  <a:pt x="7470739" y="0"/>
                </a:lnTo>
                <a:lnTo>
                  <a:pt x="7470739" y="1823438"/>
                </a:lnTo>
                <a:cubicBezTo>
                  <a:pt x="7470739" y="2021941"/>
                  <a:pt x="7631658" y="2182860"/>
                  <a:pt x="7830161" y="2182860"/>
                </a:cubicBezTo>
                <a:lnTo>
                  <a:pt x="9040819" y="2182860"/>
                </a:lnTo>
                <a:lnTo>
                  <a:pt x="9040819" y="2264094"/>
                </a:lnTo>
                <a:cubicBezTo>
                  <a:pt x="9040819" y="2350050"/>
                  <a:pt x="8971138" y="2419731"/>
                  <a:pt x="8885182" y="2419731"/>
                </a:cubicBezTo>
                <a:lnTo>
                  <a:pt x="155637" y="2419731"/>
                </a:lnTo>
                <a:cubicBezTo>
                  <a:pt x="69681" y="2419731"/>
                  <a:pt x="0" y="2350050"/>
                  <a:pt x="0" y="2264094"/>
                </a:cubicBezTo>
                <a:lnTo>
                  <a:pt x="0" y="155637"/>
                </a:lnTo>
                <a:cubicBezTo>
                  <a:pt x="0" y="69681"/>
                  <a:pt x="69681" y="0"/>
                  <a:pt x="155637" y="0"/>
                </a:cubicBezTo>
                <a:close/>
              </a:path>
            </a:pathLst>
          </a:custGeom>
        </p:spPr>
      </p:pic>
      <p:pic>
        <p:nvPicPr>
          <p:cNvPr id="32" name="Picture 2">
            <a:extLst>
              <a:ext uri="{FF2B5EF4-FFF2-40B4-BE49-F238E27FC236}">
                <a16:creationId xmlns:a16="http://schemas.microsoft.com/office/drawing/2014/main" id="{CFD4EBE0-D11C-20FC-AE72-96BFA70C4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12" y="4114429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4F6EAA-A51E-83B5-703D-75E73C84091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Analysis.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8C8BB7F5-38A7-45B6-550F-20410ECBE7C1}"/>
              </a:ext>
            </a:extLst>
          </p:cNvPr>
          <p:cNvPicPr/>
          <p:nvPr/>
        </p:nvPicPr>
        <p:blipFill>
          <a:blip r:embed="rId5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93FFF07-1980-93A4-3E8F-C89A9B8ABD3B}"/>
              </a:ext>
            </a:extLst>
          </p:cNvPr>
          <p:cNvSpPr txBox="1"/>
          <p:nvPr/>
        </p:nvSpPr>
        <p:spPr>
          <a:xfrm>
            <a:off x="912807" y="2352992"/>
            <a:ext cx="6045777" cy="2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74E7C9-26D7-090F-7641-4EF1642608D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pic>
        <p:nvPicPr>
          <p:cNvPr id="40" name="Picture 39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5A60D5C6-C7AD-14AD-8F7D-74927F99FF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5405" b="12112"/>
          <a:stretch>
            <a:fillRect/>
          </a:stretch>
        </p:blipFill>
        <p:spPr>
          <a:xfrm>
            <a:off x="6803128" y="0"/>
            <a:ext cx="5388871" cy="68580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E3E9159-E213-0FF4-47BC-0428A38BBBD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64" name="Google Shape;100;p2">
            <a:extLst>
              <a:ext uri="{FF2B5EF4-FFF2-40B4-BE49-F238E27FC236}">
                <a16:creationId xmlns:a16="http://schemas.microsoft.com/office/drawing/2014/main" id="{2EA6224F-32A6-82E6-15A7-0AAD9BF06285}"/>
              </a:ext>
            </a:extLst>
          </p:cNvPr>
          <p:cNvSpPr txBox="1"/>
          <p:nvPr/>
        </p:nvSpPr>
        <p:spPr>
          <a:xfrm>
            <a:off x="3175127" y="422130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92CC0-BCF8-9A6F-306F-0D677F03F262}"/>
              </a:ext>
            </a:extLst>
          </p:cNvPr>
          <p:cNvSpPr txBox="1"/>
          <p:nvPr/>
        </p:nvSpPr>
        <p:spPr>
          <a:xfrm>
            <a:off x="912815" y="3473344"/>
            <a:ext cx="63574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8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20130-D8B3-342B-2DAB-62B62D680690}"/>
              </a:ext>
            </a:extLst>
          </p:cNvPr>
          <p:cNvSpPr txBox="1"/>
          <p:nvPr/>
        </p:nvSpPr>
        <p:spPr>
          <a:xfrm>
            <a:off x="2070789" y="3473344"/>
            <a:ext cx="5199517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81961-5F0A-19C8-A47A-7B680C9C1E74}"/>
              </a:ext>
            </a:extLst>
          </p:cNvPr>
          <p:cNvSpPr txBox="1"/>
          <p:nvPr/>
        </p:nvSpPr>
        <p:spPr>
          <a:xfrm>
            <a:off x="3175127" y="4624103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DF271C-3FFF-79F6-C5EC-268BAD7E6DD1}"/>
              </a:ext>
            </a:extLst>
          </p:cNvPr>
          <p:cNvSpPr txBox="1"/>
          <p:nvPr/>
        </p:nvSpPr>
        <p:spPr>
          <a:xfrm>
            <a:off x="4302556" y="4624102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B16D45-ECCE-BB74-60BC-A91E954722EC}"/>
              </a:ext>
            </a:extLst>
          </p:cNvPr>
          <p:cNvSpPr txBox="1"/>
          <p:nvPr/>
        </p:nvSpPr>
        <p:spPr>
          <a:xfrm>
            <a:off x="3175127" y="4901428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68C54B-BA75-8ED7-265D-25C0544D8348}"/>
              </a:ext>
            </a:extLst>
          </p:cNvPr>
          <p:cNvSpPr txBox="1"/>
          <p:nvPr/>
        </p:nvSpPr>
        <p:spPr>
          <a:xfrm>
            <a:off x="3175127" y="5178754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A246-2369-80B8-4173-E2C26D35839E}"/>
              </a:ext>
            </a:extLst>
          </p:cNvPr>
          <p:cNvSpPr txBox="1"/>
          <p:nvPr/>
        </p:nvSpPr>
        <p:spPr>
          <a:xfrm>
            <a:off x="3175127" y="5456080"/>
            <a:ext cx="10782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31EDFE-3C21-1A20-208C-ED6A556482AF}"/>
              </a:ext>
            </a:extLst>
          </p:cNvPr>
          <p:cNvSpPr txBox="1"/>
          <p:nvPr/>
        </p:nvSpPr>
        <p:spPr>
          <a:xfrm>
            <a:off x="3175127" y="5733405"/>
            <a:ext cx="13814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8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8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AB9EE1-EA60-46C0-A3B2-B6457C06C249}"/>
              </a:ext>
            </a:extLst>
          </p:cNvPr>
          <p:cNvSpPr txBox="1"/>
          <p:nvPr/>
        </p:nvSpPr>
        <p:spPr>
          <a:xfrm>
            <a:off x="4302556" y="4900110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6DC6A-8E2B-F3C5-AC1C-906B3818973F}"/>
              </a:ext>
            </a:extLst>
          </p:cNvPr>
          <p:cNvSpPr txBox="1"/>
          <p:nvPr/>
        </p:nvSpPr>
        <p:spPr>
          <a:xfrm>
            <a:off x="4302556" y="5176118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595A23-8191-F8C9-820C-0D1AA636C19D}"/>
              </a:ext>
            </a:extLst>
          </p:cNvPr>
          <p:cNvSpPr txBox="1"/>
          <p:nvPr/>
        </p:nvSpPr>
        <p:spPr>
          <a:xfrm>
            <a:off x="4302555" y="5452126"/>
            <a:ext cx="37463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0031E1-5009-46EA-F4F5-A246F66A0854}"/>
              </a:ext>
            </a:extLst>
          </p:cNvPr>
          <p:cNvSpPr txBox="1"/>
          <p:nvPr/>
        </p:nvSpPr>
        <p:spPr>
          <a:xfrm>
            <a:off x="4302556" y="5728133"/>
            <a:ext cx="3331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</p:spTree>
    <p:extLst>
      <p:ext uri="{BB962C8B-B14F-4D97-AF65-F5344CB8AC3E}">
        <p14:creationId xmlns:p14="http://schemas.microsoft.com/office/powerpoint/2010/main" val="3941262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F307703-5343-D572-57EE-5939ED01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517105F4-D94F-A596-6F41-0D277307F423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15B84D8-CFFF-7F1F-BBBF-DC82832806C2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672A96-8412-EA5F-3764-F6F6D8AE63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3796" y="735722"/>
            <a:ext cx="2623452" cy="5386556"/>
          </a:xfrm>
          <a:prstGeom prst="rect">
            <a:avLst/>
          </a:prstGeom>
        </p:spPr>
      </p:pic>
      <p:sp>
        <p:nvSpPr>
          <p:cNvPr id="35" name="Google Shape;100;p2">
            <a:extLst>
              <a:ext uri="{FF2B5EF4-FFF2-40B4-BE49-F238E27FC236}">
                <a16:creationId xmlns:a16="http://schemas.microsoft.com/office/drawing/2014/main" id="{63BF9193-6F12-DBD0-29BE-37069E46BBC1}"/>
              </a:ext>
            </a:extLst>
          </p:cNvPr>
          <p:cNvSpPr txBox="1"/>
          <p:nvPr/>
        </p:nvSpPr>
        <p:spPr>
          <a:xfrm>
            <a:off x="912807" y="256652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36" name="Google Shape;100;p2">
            <a:extLst>
              <a:ext uri="{FF2B5EF4-FFF2-40B4-BE49-F238E27FC236}">
                <a16:creationId xmlns:a16="http://schemas.microsoft.com/office/drawing/2014/main" id="{61D545D2-AC03-3149-DDD4-229FC7A951F1}"/>
              </a:ext>
            </a:extLst>
          </p:cNvPr>
          <p:cNvSpPr txBox="1"/>
          <p:nvPr/>
        </p:nvSpPr>
        <p:spPr>
          <a:xfrm>
            <a:off x="912807" y="409089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Key Figures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822680-5B03-67BD-2AD4-473976DAE73C}"/>
              </a:ext>
            </a:extLst>
          </p:cNvPr>
          <p:cNvSpPr txBox="1"/>
          <p:nvPr/>
        </p:nvSpPr>
        <p:spPr>
          <a:xfrm>
            <a:off x="912807" y="1190708"/>
            <a:ext cx="6216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Snapshot.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1CCD4F-7B60-85EC-F67B-B91CD37F2A25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49C25-B95E-C181-E344-6D157D7EA3D0}"/>
              </a:ext>
            </a:extLst>
          </p:cNvPr>
          <p:cNvSpPr txBox="1"/>
          <p:nvPr/>
        </p:nvSpPr>
        <p:spPr>
          <a:xfrm>
            <a:off x="912807" y="2889532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8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A7F5C-D155-CD08-2EF9-D1E4EDA38538}"/>
              </a:ext>
            </a:extLst>
          </p:cNvPr>
          <p:cNvSpPr txBox="1"/>
          <p:nvPr/>
        </p:nvSpPr>
        <p:spPr>
          <a:xfrm>
            <a:off x="912807" y="3151318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8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FF70F-7184-153C-759A-285F93656E5A}"/>
              </a:ext>
            </a:extLst>
          </p:cNvPr>
          <p:cNvSpPr txBox="1"/>
          <p:nvPr/>
        </p:nvSpPr>
        <p:spPr>
          <a:xfrm>
            <a:off x="912807" y="3428204"/>
            <a:ext cx="1230318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8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1B0B-4DEE-604F-910A-A2F42E19A5B9}"/>
              </a:ext>
            </a:extLst>
          </p:cNvPr>
          <p:cNvSpPr txBox="1"/>
          <p:nvPr/>
        </p:nvSpPr>
        <p:spPr>
          <a:xfrm>
            <a:off x="1851549" y="2889532"/>
            <a:ext cx="57804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D30C6-3997-0B17-DF4E-246E3046DD38}"/>
              </a:ext>
            </a:extLst>
          </p:cNvPr>
          <p:cNvSpPr txBox="1"/>
          <p:nvPr/>
        </p:nvSpPr>
        <p:spPr>
          <a:xfrm>
            <a:off x="1845329" y="3151318"/>
            <a:ext cx="5780422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E58121-7FAC-98D9-8C4D-BC13F939BA69}"/>
              </a:ext>
            </a:extLst>
          </p:cNvPr>
          <p:cNvSpPr txBox="1"/>
          <p:nvPr/>
        </p:nvSpPr>
        <p:spPr>
          <a:xfrm>
            <a:off x="1558616" y="3428204"/>
            <a:ext cx="6067135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8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10" name="Google Shape;114;p2">
            <a:extLst>
              <a:ext uri="{FF2B5EF4-FFF2-40B4-BE49-F238E27FC236}">
                <a16:creationId xmlns:a16="http://schemas.microsoft.com/office/drawing/2014/main" id="{335F98EB-3D05-0D49-9D58-1BB21BA27C70}"/>
              </a:ext>
            </a:extLst>
          </p:cNvPr>
          <p:cNvSpPr txBox="1"/>
          <p:nvPr/>
        </p:nvSpPr>
        <p:spPr>
          <a:xfrm>
            <a:off x="865560" y="5060859"/>
            <a:ext cx="118298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0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1" name="Google Shape;100;p2">
            <a:extLst>
              <a:ext uri="{FF2B5EF4-FFF2-40B4-BE49-F238E27FC236}">
                <a16:creationId xmlns:a16="http://schemas.microsoft.com/office/drawing/2014/main" id="{F0AAAB79-0D76-12DC-D0CA-7B28A4A2BB76}"/>
              </a:ext>
            </a:extLst>
          </p:cNvPr>
          <p:cNvSpPr txBox="1"/>
          <p:nvPr/>
        </p:nvSpPr>
        <p:spPr>
          <a:xfrm>
            <a:off x="865561" y="5337239"/>
            <a:ext cx="1182980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6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13" name="Google Shape;110;p2">
            <a:extLst>
              <a:ext uri="{FF2B5EF4-FFF2-40B4-BE49-F238E27FC236}">
                <a16:creationId xmlns:a16="http://schemas.microsoft.com/office/drawing/2014/main" id="{89243F56-2ACB-A106-4B66-78BF77A766E5}"/>
              </a:ext>
            </a:extLst>
          </p:cNvPr>
          <p:cNvSpPr txBox="1"/>
          <p:nvPr/>
        </p:nvSpPr>
        <p:spPr>
          <a:xfrm>
            <a:off x="2477879" y="448839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20" name="Google Shape;114;p2">
            <a:extLst>
              <a:ext uri="{FF2B5EF4-FFF2-40B4-BE49-F238E27FC236}">
                <a16:creationId xmlns:a16="http://schemas.microsoft.com/office/drawing/2014/main" id="{9F2789DE-6830-FF18-4805-08BE68CA53F9}"/>
              </a:ext>
            </a:extLst>
          </p:cNvPr>
          <p:cNvSpPr txBox="1"/>
          <p:nvPr/>
        </p:nvSpPr>
        <p:spPr>
          <a:xfrm>
            <a:off x="2477880" y="5060859"/>
            <a:ext cx="79979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0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1" name="Google Shape;100;p2">
            <a:extLst>
              <a:ext uri="{FF2B5EF4-FFF2-40B4-BE49-F238E27FC236}">
                <a16:creationId xmlns:a16="http://schemas.microsoft.com/office/drawing/2014/main" id="{B47C0383-7560-54DC-73C7-27A69272A9C6}"/>
              </a:ext>
            </a:extLst>
          </p:cNvPr>
          <p:cNvSpPr txBox="1"/>
          <p:nvPr/>
        </p:nvSpPr>
        <p:spPr>
          <a:xfrm>
            <a:off x="2477879" y="5337239"/>
            <a:ext cx="1157991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6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23" name="Google Shape;110;p2">
            <a:extLst>
              <a:ext uri="{FF2B5EF4-FFF2-40B4-BE49-F238E27FC236}">
                <a16:creationId xmlns:a16="http://schemas.microsoft.com/office/drawing/2014/main" id="{C53AA131-320A-667B-8BB2-DE4FD14EE295}"/>
              </a:ext>
            </a:extLst>
          </p:cNvPr>
          <p:cNvSpPr txBox="1"/>
          <p:nvPr/>
        </p:nvSpPr>
        <p:spPr>
          <a:xfrm>
            <a:off x="4157321" y="448839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24" name="Google Shape;114;p2">
            <a:extLst>
              <a:ext uri="{FF2B5EF4-FFF2-40B4-BE49-F238E27FC236}">
                <a16:creationId xmlns:a16="http://schemas.microsoft.com/office/drawing/2014/main" id="{E5850BCC-77FB-A7C8-0B4C-76A050D4AD0B}"/>
              </a:ext>
            </a:extLst>
          </p:cNvPr>
          <p:cNvSpPr txBox="1"/>
          <p:nvPr/>
        </p:nvSpPr>
        <p:spPr>
          <a:xfrm>
            <a:off x="4157322" y="5060859"/>
            <a:ext cx="15119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0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5" name="Google Shape;100;p2">
            <a:extLst>
              <a:ext uri="{FF2B5EF4-FFF2-40B4-BE49-F238E27FC236}">
                <a16:creationId xmlns:a16="http://schemas.microsoft.com/office/drawing/2014/main" id="{45A3A93D-3559-379D-6696-0ADE8611FB84}"/>
              </a:ext>
            </a:extLst>
          </p:cNvPr>
          <p:cNvSpPr txBox="1"/>
          <p:nvPr/>
        </p:nvSpPr>
        <p:spPr>
          <a:xfrm>
            <a:off x="4157322" y="5337239"/>
            <a:ext cx="1286524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6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26" name="Google Shape;110;p2">
            <a:extLst>
              <a:ext uri="{FF2B5EF4-FFF2-40B4-BE49-F238E27FC236}">
                <a16:creationId xmlns:a16="http://schemas.microsoft.com/office/drawing/2014/main" id="{79BF37FE-F959-66FE-D3E1-83E6A836723E}"/>
              </a:ext>
            </a:extLst>
          </p:cNvPr>
          <p:cNvSpPr txBox="1"/>
          <p:nvPr/>
        </p:nvSpPr>
        <p:spPr>
          <a:xfrm>
            <a:off x="6199120" y="448839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27" name="Google Shape;114;p2">
            <a:extLst>
              <a:ext uri="{FF2B5EF4-FFF2-40B4-BE49-F238E27FC236}">
                <a16:creationId xmlns:a16="http://schemas.microsoft.com/office/drawing/2014/main" id="{D5F7CC16-D0EE-A9D8-B7FE-13CA0EB3D4E8}"/>
              </a:ext>
            </a:extLst>
          </p:cNvPr>
          <p:cNvSpPr txBox="1"/>
          <p:nvPr/>
        </p:nvSpPr>
        <p:spPr>
          <a:xfrm>
            <a:off x="6199120" y="5060859"/>
            <a:ext cx="577991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0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3F95303-CD41-59F6-EE55-A7D7C8D002D0}"/>
              </a:ext>
            </a:extLst>
          </p:cNvPr>
          <p:cNvSpPr txBox="1"/>
          <p:nvPr/>
        </p:nvSpPr>
        <p:spPr>
          <a:xfrm>
            <a:off x="6199121" y="5337239"/>
            <a:ext cx="1079294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6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30" name="Google Shape;110;p2">
            <a:extLst>
              <a:ext uri="{FF2B5EF4-FFF2-40B4-BE49-F238E27FC236}">
                <a16:creationId xmlns:a16="http://schemas.microsoft.com/office/drawing/2014/main" id="{E31A250B-BE19-5D85-5A26-5C98F9CEA99A}"/>
              </a:ext>
            </a:extLst>
          </p:cNvPr>
          <p:cNvSpPr txBox="1"/>
          <p:nvPr/>
        </p:nvSpPr>
        <p:spPr>
          <a:xfrm>
            <a:off x="865560" y="448839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</p:spTree>
    <p:extLst>
      <p:ext uri="{BB962C8B-B14F-4D97-AF65-F5344CB8AC3E}">
        <p14:creationId xmlns:p14="http://schemas.microsoft.com/office/powerpoint/2010/main" val="88783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C908CF0F-3F8E-2350-F033-2CA9E9E0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F3C0C457-0289-0DD7-AC3E-1DDAF6B8CFA0}"/>
              </a:ext>
            </a:extLst>
          </p:cNvPr>
          <p:cNvPicPr/>
          <p:nvPr/>
        </p:nvPicPr>
        <p:blipFill>
          <a:blip r:embed="rId3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10D7011-CA98-70D0-8AB8-F6D5FFCA667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 Overview.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8600E18F-AF80-7E82-C354-9717CEF499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372" b="52847"/>
          <a:stretch>
            <a:fillRect/>
          </a:stretch>
        </p:blipFill>
        <p:spPr>
          <a:xfrm>
            <a:off x="779455" y="2649122"/>
            <a:ext cx="10632989" cy="1243369"/>
          </a:xfrm>
          <a:prstGeom prst="roundRect">
            <a:avLst>
              <a:gd name="adj" fmla="val 18220"/>
            </a:avLst>
          </a:prstGeom>
        </p:spPr>
      </p:pic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227D681-39B0-8514-F604-F67A836A651E}"/>
              </a:ext>
            </a:extLst>
          </p:cNvPr>
          <p:cNvGrpSpPr/>
          <p:nvPr/>
        </p:nvGrpSpPr>
        <p:grpSpPr>
          <a:xfrm>
            <a:off x="1202055" y="2916675"/>
            <a:ext cx="2317179" cy="1812521"/>
            <a:chOff x="1202055" y="2954114"/>
            <a:chExt cx="2317179" cy="1812521"/>
          </a:xfrm>
        </p:grpSpPr>
        <p:sp>
          <p:nvSpPr>
            <p:cNvPr id="124" name="Google Shape;100;p2">
              <a:extLst>
                <a:ext uri="{FF2B5EF4-FFF2-40B4-BE49-F238E27FC236}">
                  <a16:creationId xmlns:a16="http://schemas.microsoft.com/office/drawing/2014/main" id="{437ED21B-256C-7751-B7B7-0569E2EA4EB1}"/>
                </a:ext>
              </a:extLst>
            </p:cNvPr>
            <p:cNvSpPr txBox="1"/>
            <p:nvPr/>
          </p:nvSpPr>
          <p:spPr>
            <a:xfrm>
              <a:off x="1202057" y="3197015"/>
              <a:ext cx="1752548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{{DELIVERED_IMPRESSIONS}}</a:t>
              </a:r>
            </a:p>
          </p:txBody>
        </p:sp>
        <p:sp>
          <p:nvSpPr>
            <p:cNvPr id="125" name="Google Shape;100;p2">
              <a:extLst>
                <a:ext uri="{FF2B5EF4-FFF2-40B4-BE49-F238E27FC236}">
                  <a16:creationId xmlns:a16="http://schemas.microsoft.com/office/drawing/2014/main" id="{1AD03DB7-8BF6-C322-4CAD-B0CE9AFBCEF2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Impressions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761F9BA-E8C6-0EB6-43D5-0CC9383447D1}"/>
              </a:ext>
            </a:extLst>
          </p:cNvPr>
          <p:cNvGrpSpPr/>
          <p:nvPr/>
        </p:nvGrpSpPr>
        <p:grpSpPr>
          <a:xfrm>
            <a:off x="3175357" y="2916675"/>
            <a:ext cx="2317179" cy="1812521"/>
            <a:chOff x="1202055" y="2954114"/>
            <a:chExt cx="2317179" cy="1812521"/>
          </a:xfrm>
        </p:grpSpPr>
        <p:sp>
          <p:nvSpPr>
            <p:cNvPr id="168" name="Google Shape;100;p2">
              <a:extLst>
                <a:ext uri="{FF2B5EF4-FFF2-40B4-BE49-F238E27FC236}">
                  <a16:creationId xmlns:a16="http://schemas.microsoft.com/office/drawing/2014/main" id="{0B815B41-7342-8A0C-6F35-DF4E9599F245}"/>
                </a:ext>
              </a:extLst>
            </p:cNvPr>
            <p:cNvSpPr txBox="1"/>
            <p:nvPr/>
          </p:nvSpPr>
          <p:spPr>
            <a:xfrm>
              <a:off x="1202057" y="3197015"/>
              <a:ext cx="1752548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{{IO_OVERALL_IMPRESSIONS}}</a:t>
              </a:r>
            </a:p>
          </p:txBody>
        </p:sp>
        <p:sp>
          <p:nvSpPr>
            <p:cNvPr id="169" name="Google Shape;100;p2">
              <a:extLst>
                <a:ext uri="{FF2B5EF4-FFF2-40B4-BE49-F238E27FC236}">
                  <a16:creationId xmlns:a16="http://schemas.microsoft.com/office/drawing/2014/main" id="{EA12E97F-B89B-0A71-F1FB-13BC6B51F1D2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IO Overall Impressions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DA7D512-2099-2778-4ABB-AF49C464ACD0}"/>
              </a:ext>
            </a:extLst>
          </p:cNvPr>
          <p:cNvGrpSpPr/>
          <p:nvPr/>
        </p:nvGrpSpPr>
        <p:grpSpPr>
          <a:xfrm>
            <a:off x="5148659" y="2916675"/>
            <a:ext cx="2317179" cy="1812521"/>
            <a:chOff x="1202055" y="2954114"/>
            <a:chExt cx="2317179" cy="1812521"/>
          </a:xfrm>
        </p:grpSpPr>
        <p:sp>
          <p:nvSpPr>
            <p:cNvPr id="171" name="Google Shape;100;p2">
              <a:extLst>
                <a:ext uri="{FF2B5EF4-FFF2-40B4-BE49-F238E27FC236}">
                  <a16:creationId xmlns:a16="http://schemas.microsoft.com/office/drawing/2014/main" id="{AEADC4FD-B7F4-78CE-B3D9-15E87C9423D2}"/>
                </a:ext>
              </a:extLst>
            </p:cNvPr>
            <p:cNvSpPr txBox="1"/>
            <p:nvPr/>
          </p:nvSpPr>
          <p:spPr>
            <a:xfrm>
              <a:off x="1202057" y="3197015"/>
              <a:ext cx="1880292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{{ADDED_VALUE_IMPRESSIONS}}</a:t>
              </a:r>
            </a:p>
          </p:txBody>
        </p:sp>
        <p:sp>
          <p:nvSpPr>
            <p:cNvPr id="172" name="Google Shape;100;p2">
              <a:extLst>
                <a:ext uri="{FF2B5EF4-FFF2-40B4-BE49-F238E27FC236}">
                  <a16:creationId xmlns:a16="http://schemas.microsoft.com/office/drawing/2014/main" id="{9E6E572A-2A41-F21A-A9FD-3C4E428F1E98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Delivered Overall AV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B575351-2A6E-D4FB-EF00-6C3B1197F899}"/>
              </a:ext>
            </a:extLst>
          </p:cNvPr>
          <p:cNvGrpSpPr/>
          <p:nvPr/>
        </p:nvGrpSpPr>
        <p:grpSpPr>
          <a:xfrm>
            <a:off x="7121961" y="2916675"/>
            <a:ext cx="2317179" cy="1812521"/>
            <a:chOff x="1202055" y="2954114"/>
            <a:chExt cx="2317179" cy="1812521"/>
          </a:xfrm>
        </p:grpSpPr>
        <p:sp>
          <p:nvSpPr>
            <p:cNvPr id="174" name="Google Shape;100;p2">
              <a:extLst>
                <a:ext uri="{FF2B5EF4-FFF2-40B4-BE49-F238E27FC236}">
                  <a16:creationId xmlns:a16="http://schemas.microsoft.com/office/drawing/2014/main" id="{FC0350E0-FFF5-F11A-CA51-CB2E02AF3B28}"/>
                </a:ext>
              </a:extLst>
            </p:cNvPr>
            <p:cNvSpPr txBox="1"/>
            <p:nvPr/>
          </p:nvSpPr>
          <p:spPr>
            <a:xfrm>
              <a:off x="1202057" y="3197015"/>
              <a:ext cx="1880292" cy="1569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{{DELIVERY_WITH_AV_PERCENT}}</a:t>
              </a:r>
            </a:p>
          </p:txBody>
        </p:sp>
        <p:sp>
          <p:nvSpPr>
            <p:cNvPr id="175" name="Google Shape;100;p2">
              <a:extLst>
                <a:ext uri="{FF2B5EF4-FFF2-40B4-BE49-F238E27FC236}">
                  <a16:creationId xmlns:a16="http://schemas.microsoft.com/office/drawing/2014/main" id="{3FB33B2F-E46C-2236-B32D-E8C924870A1B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Delivery incl. AV Imps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D446BD3-447A-5244-B034-CC8A9288B58F}"/>
              </a:ext>
            </a:extLst>
          </p:cNvPr>
          <p:cNvGrpSpPr/>
          <p:nvPr/>
        </p:nvGrpSpPr>
        <p:grpSpPr>
          <a:xfrm>
            <a:off x="9095264" y="2916675"/>
            <a:ext cx="2317179" cy="1443189"/>
            <a:chOff x="1202055" y="2954114"/>
            <a:chExt cx="2317179" cy="1443189"/>
          </a:xfrm>
        </p:grpSpPr>
        <p:sp>
          <p:nvSpPr>
            <p:cNvPr id="177" name="Google Shape;100;p2">
              <a:extLst>
                <a:ext uri="{FF2B5EF4-FFF2-40B4-BE49-F238E27FC236}">
                  <a16:creationId xmlns:a16="http://schemas.microsoft.com/office/drawing/2014/main" id="{2451EEA5-9613-C8F2-6FEE-BD3B82420BCE}"/>
                </a:ext>
              </a:extLst>
            </p:cNvPr>
            <p:cNvSpPr txBox="1"/>
            <p:nvPr/>
          </p:nvSpPr>
          <p:spPr>
            <a:xfrm>
              <a:off x="1202057" y="3197015"/>
              <a:ext cx="2041797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24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{{ADDED_VALUE_WORTH}}</a:t>
              </a:r>
            </a:p>
          </p:txBody>
        </p:sp>
        <p:sp>
          <p:nvSpPr>
            <p:cNvPr id="178" name="Google Shape;100;p2">
              <a:extLst>
                <a:ext uri="{FF2B5EF4-FFF2-40B4-BE49-F238E27FC236}">
                  <a16:creationId xmlns:a16="http://schemas.microsoft.com/office/drawing/2014/main" id="{904048A9-1819-8ED2-C1DE-DA313A6D2D0C}"/>
                </a:ext>
              </a:extLst>
            </p:cNvPr>
            <p:cNvSpPr txBox="1"/>
            <p:nvPr/>
          </p:nvSpPr>
          <p:spPr>
            <a:xfrm>
              <a:off x="1202055" y="2954114"/>
              <a:ext cx="2317179" cy="230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>
                <a:defRPr/>
              </a:pPr>
              <a:r>
                <a:rPr lang="en-GB" sz="900" b="1" spc="40" dirty="0">
                  <a:solidFill>
                    <a:schemeClr val="accent6"/>
                  </a:solidFill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  <a:sym typeface="Inter"/>
                </a:rPr>
                <a:t>Worth of Added Value</a:t>
              </a:r>
            </a:p>
          </p:txBody>
        </p:sp>
      </p:grpSp>
      <p:sp>
        <p:nvSpPr>
          <p:cNvPr id="179" name="Google Shape;110;p2">
            <a:extLst>
              <a:ext uri="{FF2B5EF4-FFF2-40B4-BE49-F238E27FC236}">
                <a16:creationId xmlns:a16="http://schemas.microsoft.com/office/drawing/2014/main" id="{07400FB6-90D6-DD7C-1FA8-8C6A226F5D2A}"/>
              </a:ext>
            </a:extLst>
          </p:cNvPr>
          <p:cNvSpPr txBox="1"/>
          <p:nvPr/>
        </p:nvSpPr>
        <p:spPr>
          <a:xfrm>
            <a:off x="912806" y="4241049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180" name="Google Shape;114;p2">
            <a:extLst>
              <a:ext uri="{FF2B5EF4-FFF2-40B4-BE49-F238E27FC236}">
                <a16:creationId xmlns:a16="http://schemas.microsoft.com/office/drawing/2014/main" id="{E2F4A70F-7D05-D263-246C-12CF32CDA7E0}"/>
              </a:ext>
            </a:extLst>
          </p:cNvPr>
          <p:cNvSpPr txBox="1"/>
          <p:nvPr/>
        </p:nvSpPr>
        <p:spPr>
          <a:xfrm>
            <a:off x="912806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1" name="Google Shape;100;p2">
            <a:extLst>
              <a:ext uri="{FF2B5EF4-FFF2-40B4-BE49-F238E27FC236}">
                <a16:creationId xmlns:a16="http://schemas.microsoft.com/office/drawing/2014/main" id="{4332E3B9-950D-33CC-B93A-918D1B49494E}"/>
              </a:ext>
            </a:extLst>
          </p:cNvPr>
          <p:cNvSpPr txBox="1"/>
          <p:nvPr/>
        </p:nvSpPr>
        <p:spPr>
          <a:xfrm>
            <a:off x="912806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184" name="Google Shape;110;p2">
            <a:extLst>
              <a:ext uri="{FF2B5EF4-FFF2-40B4-BE49-F238E27FC236}">
                <a16:creationId xmlns:a16="http://schemas.microsoft.com/office/drawing/2014/main" id="{ADC148F4-7A27-7326-5581-7EB3E6FD9B6C}"/>
              </a:ext>
            </a:extLst>
          </p:cNvPr>
          <p:cNvSpPr txBox="1"/>
          <p:nvPr/>
        </p:nvSpPr>
        <p:spPr>
          <a:xfrm>
            <a:off x="3677683" y="4241049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185" name="Google Shape;114;p2">
            <a:extLst>
              <a:ext uri="{FF2B5EF4-FFF2-40B4-BE49-F238E27FC236}">
                <a16:creationId xmlns:a16="http://schemas.microsoft.com/office/drawing/2014/main" id="{965AF407-43F9-8F6B-008A-BF60086CA2CC}"/>
              </a:ext>
            </a:extLst>
          </p:cNvPr>
          <p:cNvSpPr txBox="1"/>
          <p:nvPr/>
        </p:nvSpPr>
        <p:spPr>
          <a:xfrm>
            <a:off x="367768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86" name="Google Shape;100;p2">
            <a:extLst>
              <a:ext uri="{FF2B5EF4-FFF2-40B4-BE49-F238E27FC236}">
                <a16:creationId xmlns:a16="http://schemas.microsoft.com/office/drawing/2014/main" id="{6E895654-4DB6-F292-3CF0-4247ECCFC79A}"/>
              </a:ext>
            </a:extLst>
          </p:cNvPr>
          <p:cNvSpPr txBox="1"/>
          <p:nvPr/>
        </p:nvSpPr>
        <p:spPr>
          <a:xfrm>
            <a:off x="367768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188" name="Google Shape;110;p2">
            <a:extLst>
              <a:ext uri="{FF2B5EF4-FFF2-40B4-BE49-F238E27FC236}">
                <a16:creationId xmlns:a16="http://schemas.microsoft.com/office/drawing/2014/main" id="{996D3852-3E71-70FB-4CD5-44F22CBF9B97}"/>
              </a:ext>
            </a:extLst>
          </p:cNvPr>
          <p:cNvSpPr txBox="1"/>
          <p:nvPr/>
        </p:nvSpPr>
        <p:spPr>
          <a:xfrm>
            <a:off x="6386473" y="4241049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189" name="Google Shape;114;p2">
            <a:extLst>
              <a:ext uri="{FF2B5EF4-FFF2-40B4-BE49-F238E27FC236}">
                <a16:creationId xmlns:a16="http://schemas.microsoft.com/office/drawing/2014/main" id="{66C176A2-C2EF-FEFC-B0CE-4D83E4CEBEC4}"/>
              </a:ext>
            </a:extLst>
          </p:cNvPr>
          <p:cNvSpPr txBox="1"/>
          <p:nvPr/>
        </p:nvSpPr>
        <p:spPr>
          <a:xfrm>
            <a:off x="6386473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0" name="Google Shape;100;p2">
            <a:extLst>
              <a:ext uri="{FF2B5EF4-FFF2-40B4-BE49-F238E27FC236}">
                <a16:creationId xmlns:a16="http://schemas.microsoft.com/office/drawing/2014/main" id="{BA24F17D-C13E-6A9D-251E-F0549CEC04ED}"/>
              </a:ext>
            </a:extLst>
          </p:cNvPr>
          <p:cNvSpPr txBox="1"/>
          <p:nvPr/>
        </p:nvSpPr>
        <p:spPr>
          <a:xfrm>
            <a:off x="6386473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192" name="Google Shape;110;p2">
            <a:extLst>
              <a:ext uri="{FF2B5EF4-FFF2-40B4-BE49-F238E27FC236}">
                <a16:creationId xmlns:a16="http://schemas.microsoft.com/office/drawing/2014/main" id="{0DEDBA84-CF37-F670-9BA4-5B77ADCF4D57}"/>
              </a:ext>
            </a:extLst>
          </p:cNvPr>
          <p:cNvSpPr txBox="1"/>
          <p:nvPr/>
        </p:nvSpPr>
        <p:spPr>
          <a:xfrm>
            <a:off x="9095264" y="4241049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193" name="Google Shape;114;p2">
            <a:extLst>
              <a:ext uri="{FF2B5EF4-FFF2-40B4-BE49-F238E27FC236}">
                <a16:creationId xmlns:a16="http://schemas.microsoft.com/office/drawing/2014/main" id="{EB826935-FE1D-7ED9-7C0D-D33C09AF51C3}"/>
              </a:ext>
            </a:extLst>
          </p:cNvPr>
          <p:cNvSpPr txBox="1"/>
          <p:nvPr/>
        </p:nvSpPr>
        <p:spPr>
          <a:xfrm>
            <a:off x="9095264" y="4813518"/>
            <a:ext cx="2041799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000" b="1" spc="4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4" name="Google Shape;100;p2">
            <a:extLst>
              <a:ext uri="{FF2B5EF4-FFF2-40B4-BE49-F238E27FC236}">
                <a16:creationId xmlns:a16="http://schemas.microsoft.com/office/drawing/2014/main" id="{0EDC1E7A-D597-03F3-5186-DC1D3E1EE78A}"/>
              </a:ext>
            </a:extLst>
          </p:cNvPr>
          <p:cNvSpPr txBox="1"/>
          <p:nvPr/>
        </p:nvSpPr>
        <p:spPr>
          <a:xfrm>
            <a:off x="9095264" y="5048794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757E9655-1FDE-6334-90D5-744EA0DE60E0}"/>
              </a:ext>
            </a:extLst>
          </p:cNvPr>
          <p:cNvSpPr txBox="1"/>
          <p:nvPr/>
        </p:nvSpPr>
        <p:spPr>
          <a:xfrm>
            <a:off x="912806" y="5636513"/>
            <a:ext cx="9949158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196" name="Graphic 195">
            <a:extLst>
              <a:ext uri="{FF2B5EF4-FFF2-40B4-BE49-F238E27FC236}">
                <a16:creationId xmlns:a16="http://schemas.microsoft.com/office/drawing/2014/main" id="{AC02443C-456A-2FBD-DFEF-57E9FBDD56CC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8CADAA74-067E-ECC4-AADA-EA9DEF08BD8D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</p:spTree>
    <p:extLst>
      <p:ext uri="{BB962C8B-B14F-4D97-AF65-F5344CB8AC3E}">
        <p14:creationId xmlns:p14="http://schemas.microsoft.com/office/powerpoint/2010/main" val="227169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7680020-BF16-78A4-408B-8F148776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794EE9-B653-B70E-D50D-7C201543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55" y="2649123"/>
            <a:ext cx="10632989" cy="3164448"/>
          </a:xfrm>
          <a:prstGeom prst="roundRect">
            <a:avLst>
              <a:gd name="adj" fmla="val 7425"/>
            </a:avLst>
          </a:prstGeom>
        </p:spPr>
      </p:pic>
      <p:pic>
        <p:nvPicPr>
          <p:cNvPr id="6" name="Picture 5" descr="A black and grey gradient&#10;&#10;Description automatically generated">
            <a:extLst>
              <a:ext uri="{FF2B5EF4-FFF2-40B4-BE49-F238E27FC236}">
                <a16:creationId xmlns:a16="http://schemas.microsoft.com/office/drawing/2014/main" id="{F79EC21A-9645-3FF9-0774-151A43DFA437}"/>
              </a:ext>
            </a:extLst>
          </p:cNvPr>
          <p:cNvPicPr/>
          <p:nvPr/>
        </p:nvPicPr>
        <p:blipFill>
          <a:blip r:embed="rId4"/>
          <a:srcRect t="43945" b="55489"/>
          <a:stretch/>
        </p:blipFill>
        <p:spPr>
          <a:xfrm>
            <a:off x="1" y="6789802"/>
            <a:ext cx="12191999" cy="68947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E525B08F-1561-EFA1-CD60-FEC62A7F4F50}"/>
              </a:ext>
            </a:extLst>
          </p:cNvPr>
          <p:cNvSpPr/>
          <p:nvPr/>
        </p:nvSpPr>
        <p:spPr>
          <a:xfrm>
            <a:off x="779456" y="3960440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507C1D-9C84-103D-CA2A-3760F349D72E}"/>
              </a:ext>
            </a:extLst>
          </p:cNvPr>
          <p:cNvSpPr/>
          <p:nvPr/>
        </p:nvSpPr>
        <p:spPr>
          <a:xfrm>
            <a:off x="779456" y="4524417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E34AB7-75D7-1E19-675C-8C6089243C7A}"/>
              </a:ext>
            </a:extLst>
          </p:cNvPr>
          <p:cNvSpPr txBox="1"/>
          <p:nvPr/>
        </p:nvSpPr>
        <p:spPr>
          <a:xfrm>
            <a:off x="912806" y="1190708"/>
            <a:ext cx="893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  <a:endParaRPr kumimoji="0" lang="en-US" sz="3600" b="1" i="0" u="none" strike="noStrike" kern="1200" cap="none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Google Shape;100;p2">
            <a:extLst>
              <a:ext uri="{FF2B5EF4-FFF2-40B4-BE49-F238E27FC236}">
                <a16:creationId xmlns:a16="http://schemas.microsoft.com/office/drawing/2014/main" id="{2D6798EB-88DC-2948-458A-FF1DECFDA41F}"/>
              </a:ext>
            </a:extLst>
          </p:cNvPr>
          <p:cNvSpPr txBox="1"/>
          <p:nvPr/>
        </p:nvSpPr>
        <p:spPr>
          <a:xfrm>
            <a:off x="1202057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24" name="Google Shape;100;p2">
            <a:extLst>
              <a:ext uri="{FF2B5EF4-FFF2-40B4-BE49-F238E27FC236}">
                <a16:creationId xmlns:a16="http://schemas.microsoft.com/office/drawing/2014/main" id="{8560B845-5C4C-819E-3CED-B31CC4A595B0}"/>
              </a:ext>
            </a:extLst>
          </p:cNvPr>
          <p:cNvSpPr txBox="1"/>
          <p:nvPr/>
        </p:nvSpPr>
        <p:spPr>
          <a:xfrm>
            <a:off x="1202055" y="3627159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38" name="Google Shape;100;p2">
            <a:extLst>
              <a:ext uri="{FF2B5EF4-FFF2-40B4-BE49-F238E27FC236}">
                <a16:creationId xmlns:a16="http://schemas.microsoft.com/office/drawing/2014/main" id="{A64B883A-9B7A-E373-D924-06D3CDF9661B}"/>
              </a:ext>
            </a:extLst>
          </p:cNvPr>
          <p:cNvSpPr txBox="1"/>
          <p:nvPr/>
        </p:nvSpPr>
        <p:spPr>
          <a:xfrm>
            <a:off x="448954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58" name="Google Shape;100;p2">
            <a:extLst>
              <a:ext uri="{FF2B5EF4-FFF2-40B4-BE49-F238E27FC236}">
                <a16:creationId xmlns:a16="http://schemas.microsoft.com/office/drawing/2014/main" id="{EED14822-642F-1355-719D-7B8CDE594FB4}"/>
              </a:ext>
            </a:extLst>
          </p:cNvPr>
          <p:cNvSpPr txBox="1"/>
          <p:nvPr/>
        </p:nvSpPr>
        <p:spPr>
          <a:xfrm>
            <a:off x="7950993" y="298030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7E2EF-591B-A4EC-5312-B2F5AC0B45EA}"/>
              </a:ext>
            </a:extLst>
          </p:cNvPr>
          <p:cNvSpPr txBox="1"/>
          <p:nvPr/>
        </p:nvSpPr>
        <p:spPr>
          <a:xfrm>
            <a:off x="1202056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9FFD6-7A51-C108-EE97-B1B7E6BCCA55}"/>
              </a:ext>
            </a:extLst>
          </p:cNvPr>
          <p:cNvSpPr txBox="1"/>
          <p:nvPr/>
        </p:nvSpPr>
        <p:spPr>
          <a:xfrm>
            <a:off x="1202056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261A85-B458-DBAB-9E89-0AC0CF6BC5A4}"/>
              </a:ext>
            </a:extLst>
          </p:cNvPr>
          <p:cNvSpPr txBox="1"/>
          <p:nvPr/>
        </p:nvSpPr>
        <p:spPr>
          <a:xfrm>
            <a:off x="1202056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39D7CE-2244-875C-8411-73964604DCB1}"/>
              </a:ext>
            </a:extLst>
          </p:cNvPr>
          <p:cNvSpPr txBox="1"/>
          <p:nvPr/>
        </p:nvSpPr>
        <p:spPr>
          <a:xfrm>
            <a:off x="2751780" y="3993032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4CE92C-1CAA-2B61-710D-A6CB17692C59}"/>
              </a:ext>
            </a:extLst>
          </p:cNvPr>
          <p:cNvSpPr txBox="1"/>
          <p:nvPr/>
        </p:nvSpPr>
        <p:spPr>
          <a:xfrm>
            <a:off x="2751780" y="427179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5090F5-0436-1DA9-E882-4ACBCBD54D85}"/>
              </a:ext>
            </a:extLst>
          </p:cNvPr>
          <p:cNvSpPr txBox="1"/>
          <p:nvPr/>
        </p:nvSpPr>
        <p:spPr>
          <a:xfrm>
            <a:off x="2751780" y="455055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3E21DC-A564-6F66-99EE-EA88699CD01F}"/>
              </a:ext>
            </a:extLst>
          </p:cNvPr>
          <p:cNvSpPr txBox="1"/>
          <p:nvPr/>
        </p:nvSpPr>
        <p:spPr>
          <a:xfrm>
            <a:off x="4489543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403574-CB29-9AE3-B925-AFA752EF0084}"/>
              </a:ext>
            </a:extLst>
          </p:cNvPr>
          <p:cNvSpPr txBox="1"/>
          <p:nvPr/>
        </p:nvSpPr>
        <p:spPr>
          <a:xfrm>
            <a:off x="4489543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D9F97D0-4F9B-487D-76C3-CFCE125B755B}"/>
              </a:ext>
            </a:extLst>
          </p:cNvPr>
          <p:cNvSpPr txBox="1"/>
          <p:nvPr/>
        </p:nvSpPr>
        <p:spPr>
          <a:xfrm>
            <a:off x="4489543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15" name="Google Shape;100;p2">
            <a:extLst>
              <a:ext uri="{FF2B5EF4-FFF2-40B4-BE49-F238E27FC236}">
                <a16:creationId xmlns:a16="http://schemas.microsoft.com/office/drawing/2014/main" id="{B98DDE7F-0145-C0A0-FF26-7C2678A515E0}"/>
              </a:ext>
            </a:extLst>
          </p:cNvPr>
          <p:cNvSpPr txBox="1"/>
          <p:nvPr/>
        </p:nvSpPr>
        <p:spPr>
          <a:xfrm>
            <a:off x="1202054" y="3317636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116" name="Google Shape;100;p2">
            <a:extLst>
              <a:ext uri="{FF2B5EF4-FFF2-40B4-BE49-F238E27FC236}">
                <a16:creationId xmlns:a16="http://schemas.microsoft.com/office/drawing/2014/main" id="{A04454C7-600A-BFC9-2399-9F0D57FCA73F}"/>
              </a:ext>
            </a:extLst>
          </p:cNvPr>
          <p:cNvSpPr txBox="1"/>
          <p:nvPr/>
        </p:nvSpPr>
        <p:spPr>
          <a:xfrm>
            <a:off x="4489541" y="331219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117" name="Google Shape;100;p2">
            <a:extLst>
              <a:ext uri="{FF2B5EF4-FFF2-40B4-BE49-F238E27FC236}">
                <a16:creationId xmlns:a16="http://schemas.microsoft.com/office/drawing/2014/main" id="{D8BB70E6-A496-60A9-8BC6-8536EE60B1FD}"/>
              </a:ext>
            </a:extLst>
          </p:cNvPr>
          <p:cNvSpPr txBox="1"/>
          <p:nvPr/>
        </p:nvSpPr>
        <p:spPr>
          <a:xfrm>
            <a:off x="7950993" y="3313873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BFA502E-20CC-78A7-8059-3B1112A1FC46}"/>
              </a:ext>
            </a:extLst>
          </p:cNvPr>
          <p:cNvCxnSpPr>
            <a:cxnSpLocks/>
          </p:cNvCxnSpPr>
          <p:nvPr/>
        </p:nvCxnSpPr>
        <p:spPr>
          <a:xfrm>
            <a:off x="4232365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1A87CD-8298-DFC8-CDCF-1D374D95D21C}"/>
              </a:ext>
            </a:extLst>
          </p:cNvPr>
          <p:cNvCxnSpPr>
            <a:cxnSpLocks/>
          </p:cNvCxnSpPr>
          <p:nvPr/>
        </p:nvCxnSpPr>
        <p:spPr>
          <a:xfrm>
            <a:off x="7673608" y="2980309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614ADBD-ACA5-C790-3A68-7C8991D292DF}"/>
              </a:ext>
            </a:extLst>
          </p:cNvPr>
          <p:cNvSpPr/>
          <p:nvPr/>
        </p:nvSpPr>
        <p:spPr>
          <a:xfrm>
            <a:off x="779454" y="509061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A3B57-A61D-5563-9739-C251ADCE71B2}"/>
              </a:ext>
            </a:extLst>
          </p:cNvPr>
          <p:cNvSpPr txBox="1"/>
          <p:nvPr/>
        </p:nvSpPr>
        <p:spPr>
          <a:xfrm>
            <a:off x="1202054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F9291-E868-766E-42FB-9DFC97A3EB8A}"/>
              </a:ext>
            </a:extLst>
          </p:cNvPr>
          <p:cNvSpPr txBox="1"/>
          <p:nvPr/>
        </p:nvSpPr>
        <p:spPr>
          <a:xfrm>
            <a:off x="1202054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2401A-F8E2-7026-4F81-F5FDA0039927}"/>
              </a:ext>
            </a:extLst>
          </p:cNvPr>
          <p:cNvSpPr txBox="1"/>
          <p:nvPr/>
        </p:nvSpPr>
        <p:spPr>
          <a:xfrm>
            <a:off x="2751778" y="4837998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5950C-91C5-95E5-0AF0-519A0AEF35E8}"/>
              </a:ext>
            </a:extLst>
          </p:cNvPr>
          <p:cNvSpPr txBox="1"/>
          <p:nvPr/>
        </p:nvSpPr>
        <p:spPr>
          <a:xfrm>
            <a:off x="2751778" y="5116761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A7A844-7DA5-6B14-81A9-CA4F8170FBF1}"/>
              </a:ext>
            </a:extLst>
          </p:cNvPr>
          <p:cNvSpPr txBox="1"/>
          <p:nvPr/>
        </p:nvSpPr>
        <p:spPr>
          <a:xfrm>
            <a:off x="4489541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00BF1-D510-E360-A0E6-51D0EF615AF3}"/>
              </a:ext>
            </a:extLst>
          </p:cNvPr>
          <p:cNvSpPr txBox="1"/>
          <p:nvPr/>
        </p:nvSpPr>
        <p:spPr>
          <a:xfrm>
            <a:off x="4489541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5D961685-A2B3-1B34-25CC-84A939682C3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85542" y="6603218"/>
            <a:ext cx="582050" cy="9585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5AB34EF-EC7A-0E35-6CF3-D8433E218743}"/>
              </a:ext>
            </a:extLst>
          </p:cNvPr>
          <p:cNvSpPr txBox="1"/>
          <p:nvPr/>
        </p:nvSpPr>
        <p:spPr>
          <a:xfrm>
            <a:off x="912807" y="1864768"/>
            <a:ext cx="4168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{{CAMPAIGN_NAME}}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D18E6-08AE-57C9-A81C-2D807ACB483A}"/>
              </a:ext>
            </a:extLst>
          </p:cNvPr>
          <p:cNvSpPr txBox="1"/>
          <p:nvPr/>
        </p:nvSpPr>
        <p:spPr>
          <a:xfrm>
            <a:off x="6195016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B51DB-D8BE-43FD-CEFB-C23F982478B0}"/>
              </a:ext>
            </a:extLst>
          </p:cNvPr>
          <p:cNvSpPr txBox="1"/>
          <p:nvPr/>
        </p:nvSpPr>
        <p:spPr>
          <a:xfrm>
            <a:off x="6195016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204D2F-54D2-84FF-F3A8-79BFD768573D}"/>
              </a:ext>
            </a:extLst>
          </p:cNvPr>
          <p:cNvSpPr txBox="1"/>
          <p:nvPr/>
        </p:nvSpPr>
        <p:spPr>
          <a:xfrm>
            <a:off x="6195016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9E289-D8FA-A6BF-BC28-27C06F159323}"/>
              </a:ext>
            </a:extLst>
          </p:cNvPr>
          <p:cNvSpPr txBox="1"/>
          <p:nvPr/>
        </p:nvSpPr>
        <p:spPr>
          <a:xfrm>
            <a:off x="6195014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29BF5-A1EE-573D-CB72-B43A4A052340}"/>
              </a:ext>
            </a:extLst>
          </p:cNvPr>
          <p:cNvSpPr txBox="1"/>
          <p:nvPr/>
        </p:nvSpPr>
        <p:spPr>
          <a:xfrm>
            <a:off x="6195014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D4FC57-51D4-3F54-5AC6-C00FE6A0BC29}"/>
              </a:ext>
            </a:extLst>
          </p:cNvPr>
          <p:cNvSpPr txBox="1"/>
          <p:nvPr/>
        </p:nvSpPr>
        <p:spPr>
          <a:xfrm>
            <a:off x="7950995" y="399624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E10DA1-6DBF-1C15-5D1D-7A6B274664DC}"/>
              </a:ext>
            </a:extLst>
          </p:cNvPr>
          <p:cNvSpPr txBox="1"/>
          <p:nvPr/>
        </p:nvSpPr>
        <p:spPr>
          <a:xfrm>
            <a:off x="7950995" y="427500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EA8C13-5B7E-30E8-0682-D79F167AA2C3}"/>
              </a:ext>
            </a:extLst>
          </p:cNvPr>
          <p:cNvSpPr txBox="1"/>
          <p:nvPr/>
        </p:nvSpPr>
        <p:spPr>
          <a:xfrm>
            <a:off x="7950995" y="455377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4232B7-3D76-10A9-8299-0934F72AC632}"/>
              </a:ext>
            </a:extLst>
          </p:cNvPr>
          <p:cNvSpPr txBox="1"/>
          <p:nvPr/>
        </p:nvSpPr>
        <p:spPr>
          <a:xfrm>
            <a:off x="7950993" y="484121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C18479-15EE-FF81-47E9-B43B4F91125C}"/>
              </a:ext>
            </a:extLst>
          </p:cNvPr>
          <p:cNvSpPr txBox="1"/>
          <p:nvPr/>
        </p:nvSpPr>
        <p:spPr>
          <a:xfrm>
            <a:off x="7950993" y="511997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68F52-8ECC-765D-8885-E7866815127D}"/>
              </a:ext>
            </a:extLst>
          </p:cNvPr>
          <p:cNvSpPr txBox="1"/>
          <p:nvPr/>
        </p:nvSpPr>
        <p:spPr>
          <a:xfrm>
            <a:off x="9656468" y="4006000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B2E4E5-36F2-F01D-450D-B8CE5197C403}"/>
              </a:ext>
            </a:extLst>
          </p:cNvPr>
          <p:cNvSpPr txBox="1"/>
          <p:nvPr/>
        </p:nvSpPr>
        <p:spPr>
          <a:xfrm>
            <a:off x="9656468" y="4284764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FA57F5-B7CB-645A-9EDE-F5B65EA5BD8D}"/>
              </a:ext>
            </a:extLst>
          </p:cNvPr>
          <p:cNvSpPr txBox="1"/>
          <p:nvPr/>
        </p:nvSpPr>
        <p:spPr>
          <a:xfrm>
            <a:off x="9656468" y="4563527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66467C-76F3-7A7B-D504-17F2747596F4}"/>
              </a:ext>
            </a:extLst>
          </p:cNvPr>
          <p:cNvSpPr txBox="1"/>
          <p:nvPr/>
        </p:nvSpPr>
        <p:spPr>
          <a:xfrm>
            <a:off x="9656466" y="4850966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A7C1AF-B2B9-4FD6-5508-9B6DFD86ED28}"/>
              </a:ext>
            </a:extLst>
          </p:cNvPr>
          <p:cNvSpPr txBox="1"/>
          <p:nvPr/>
        </p:nvSpPr>
        <p:spPr>
          <a:xfrm>
            <a:off x="9656466" y="5129729"/>
            <a:ext cx="1223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</p:spTree>
    <p:extLst>
      <p:ext uri="{BB962C8B-B14F-4D97-AF65-F5344CB8AC3E}">
        <p14:creationId xmlns:p14="http://schemas.microsoft.com/office/powerpoint/2010/main" val="422441004"/>
      </p:ext>
    </p:extLst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3017</TotalTime>
  <Words>685</Words>
  <Application>Microsoft Macintosh PowerPoint</Application>
  <PresentationFormat>Widescreen</PresentationFormat>
  <Paragraphs>105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48</cp:revision>
  <dcterms:created xsi:type="dcterms:W3CDTF">2025-02-28T16:34:04Z</dcterms:created>
  <dcterms:modified xsi:type="dcterms:W3CDTF">2026-05-06T11:49:18Z</dcterms:modified>
</cp:coreProperties>
</file>