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96" r:id="rId1"/>
  </p:sldMasterIdLst>
  <p:notesMasterIdLst>
    <p:notesMasterId r:id="rId3"/>
  </p:notesMasterIdLst>
  <p:sldIdLst>
    <p:sldId id="257" r:id="rId2"/>
  </p:sldIdLst>
  <p:sldSz cx="12192000" cy="20880388"/>
  <p:notesSz cx="6858000" cy="9144000"/>
  <p:embeddedFontLst>
    <p:embeddedFont>
      <p:font typeface="Inter" panose="02000503000000020004" pitchFamily="2" charset="0"/>
      <p:regular r:id="rId4"/>
      <p:bold r:id="rId4"/>
      <p:italic r:id="rId5"/>
      <p:boldItalic r:id="rId5"/>
    </p:embeddedFont>
    <p:embeddedFont>
      <p:font typeface="Inter SemiBold" panose="02000503000000020004" pitchFamily="2" charset="0"/>
      <p:regular r:id="rId5"/>
      <p:bold r:id="rId5"/>
      <p:italic r:id="rId5"/>
      <p:boldItalic r:id="rId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363FF"/>
    <a:srgbClr val="EDF1FA"/>
    <a:srgbClr val="F4AD58"/>
    <a:srgbClr val="7E47F6"/>
    <a:srgbClr val="FFFFFF"/>
    <a:srgbClr val="99DFFC"/>
    <a:srgbClr val="FFC09B"/>
    <a:srgbClr val="743DD5"/>
    <a:srgbClr val="F59AC1"/>
    <a:srgbClr val="C1A8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600"/>
    <p:restoredTop sz="96846"/>
  </p:normalViewPr>
  <p:slideViewPr>
    <p:cSldViewPr snapToGrid="0">
      <p:cViewPr>
        <p:scale>
          <a:sx n="71" d="100"/>
          <a:sy n="71" d="100"/>
        </p:scale>
        <p:origin x="1504" y="-13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5" Type="http://schemas.openxmlformats.org/officeDocument/2006/relationships/font" Target="fonts/font2.fntdata"/><Relationship Id="rId10" Type="http://schemas.openxmlformats.org/officeDocument/2006/relationships/tableStyles" Target="tableStyles.xml"/><Relationship Id="rId4" Type="http://schemas.openxmlformats.org/officeDocument/2006/relationships/font" Target="fonts/font1.fntdata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687F88-BEAB-6644-B915-00A943FB8A4E}" type="datetimeFigureOut">
              <a:rPr lang="en-US" smtClean="0"/>
              <a:t>4/20/26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28888" y="1143000"/>
            <a:ext cx="1800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FD7DA0-5E00-7349-828C-9EC62B1785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903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528888" y="1143000"/>
            <a:ext cx="18002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3417234"/>
            <a:ext cx="9144000" cy="7269469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10967040"/>
            <a:ext cx="9144000" cy="5041259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6591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12878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5205605"/>
            <a:ext cx="10515600" cy="8685660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13973432"/>
            <a:ext cx="10515600" cy="4567584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5534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5558440"/>
            <a:ext cx="5181600" cy="1324841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5558440"/>
            <a:ext cx="5181600" cy="1324841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4/20/26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2688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1111690"/>
            <a:ext cx="10515600" cy="403591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91" y="5118600"/>
            <a:ext cx="5157787" cy="250854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91" y="7627146"/>
            <a:ext cx="5157787" cy="1121837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5118600"/>
            <a:ext cx="5183188" cy="250854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7627146"/>
            <a:ext cx="5183188" cy="1121837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4/20/26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5056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4/20/26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2191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4/20/26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9755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1392028"/>
            <a:ext cx="3932237" cy="487209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3006394"/>
            <a:ext cx="6172200" cy="1483861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6264119"/>
            <a:ext cx="3932237" cy="1160505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4/20/26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632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1392028"/>
            <a:ext cx="3932237" cy="487209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3006394"/>
            <a:ext cx="6172200" cy="14838610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6264119"/>
            <a:ext cx="3932237" cy="1160505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4/20/26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4495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4253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1111689"/>
            <a:ext cx="2628900" cy="17695164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111689"/>
            <a:ext cx="7734300" cy="17695164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4023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/>
          <p:cNvSpPr>
            <a:spLocks noGrp="1"/>
          </p:cNvSpPr>
          <p:nvPr>
            <p:ph type="pic" sz="quarter" idx="10" hasCustomPrompt="1"/>
          </p:nvPr>
        </p:nvSpPr>
        <p:spPr>
          <a:xfrm>
            <a:off x="2668694" y="6"/>
            <a:ext cx="8231633" cy="17767934"/>
          </a:xfrm>
          <a:custGeom>
            <a:avLst/>
            <a:gdLst>
              <a:gd name="connsiteX0" fmla="*/ 0 w 8231633"/>
              <a:gd name="connsiteY0" fmla="*/ 0 h 5835739"/>
              <a:gd name="connsiteX1" fmla="*/ 4791789 w 8231633"/>
              <a:gd name="connsiteY1" fmla="*/ 0 h 5835739"/>
              <a:gd name="connsiteX2" fmla="*/ 8231633 w 8231633"/>
              <a:gd name="connsiteY2" fmla="*/ 3439845 h 5835739"/>
              <a:gd name="connsiteX3" fmla="*/ 5835739 w 8231633"/>
              <a:gd name="connsiteY3" fmla="*/ 5835739 h 5835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31633" h="5835739">
                <a:moveTo>
                  <a:pt x="0" y="0"/>
                </a:moveTo>
                <a:lnTo>
                  <a:pt x="4791789" y="0"/>
                </a:lnTo>
                <a:lnTo>
                  <a:pt x="8231633" y="3439845"/>
                </a:lnTo>
                <a:lnTo>
                  <a:pt x="5835739" y="5835739"/>
                </a:lnTo>
                <a:close/>
              </a:path>
            </a:pathLst>
          </a:custGeom>
          <a:pattFill prst="pct5">
            <a:fgClr>
              <a:schemeClr val="bg1">
                <a:lumMod val="75000"/>
              </a:schemeClr>
            </a:fgClr>
            <a:bgClr>
              <a:schemeClr val="bg1"/>
            </a:bgClr>
          </a:pattFill>
        </p:spPr>
        <p:txBody>
          <a:bodyPr wrap="square" lIns="71309" tIns="35655" rIns="71309" bIns="35655" anchor="ctr">
            <a:noAutofit/>
          </a:bodyPr>
          <a:lstStyle>
            <a:lvl1pPr algn="ctr">
              <a:defRPr sz="900"/>
            </a:lvl1pPr>
          </a:lstStyle>
          <a:p>
            <a:r>
              <a:rPr lang="en-US"/>
              <a:t>Drag and Drop image</a:t>
            </a:r>
          </a:p>
        </p:txBody>
      </p:sp>
      <p:sp>
        <p:nvSpPr>
          <p:cNvPr id="21" name="Picture Placeholder 20"/>
          <p:cNvSpPr>
            <a:spLocks noGrp="1"/>
          </p:cNvSpPr>
          <p:nvPr>
            <p:ph type="pic" sz="quarter" idx="12" hasCustomPrompt="1"/>
          </p:nvPr>
        </p:nvSpPr>
        <p:spPr>
          <a:xfrm>
            <a:off x="8172123" y="1"/>
            <a:ext cx="4019883" cy="12370135"/>
          </a:xfrm>
          <a:custGeom>
            <a:avLst/>
            <a:gdLst>
              <a:gd name="connsiteX0" fmla="*/ 4019882 w 4019883"/>
              <a:gd name="connsiteY0" fmla="*/ 2818042 h 4062873"/>
              <a:gd name="connsiteX1" fmla="*/ 4019882 w 4019883"/>
              <a:gd name="connsiteY1" fmla="*/ 4062873 h 4062873"/>
              <a:gd name="connsiteX2" fmla="*/ 3397466 w 4019883"/>
              <a:gd name="connsiteY2" fmla="*/ 3440458 h 4062873"/>
              <a:gd name="connsiteX3" fmla="*/ 0 w 4019883"/>
              <a:gd name="connsiteY3" fmla="*/ 0 h 4062873"/>
              <a:gd name="connsiteX4" fmla="*/ 4019883 w 4019883"/>
              <a:gd name="connsiteY4" fmla="*/ 0 h 4062873"/>
              <a:gd name="connsiteX5" fmla="*/ 4019883 w 4019883"/>
              <a:gd name="connsiteY5" fmla="*/ 2131129 h 4062873"/>
              <a:gd name="connsiteX6" fmla="*/ 3075506 w 4019883"/>
              <a:gd name="connsiteY6" fmla="*/ 3075506 h 40628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19883" h="4062873">
                <a:moveTo>
                  <a:pt x="4019882" y="2818042"/>
                </a:moveTo>
                <a:lnTo>
                  <a:pt x="4019882" y="4062873"/>
                </a:lnTo>
                <a:lnTo>
                  <a:pt x="3397466" y="3440458"/>
                </a:lnTo>
                <a:close/>
                <a:moveTo>
                  <a:pt x="0" y="0"/>
                </a:moveTo>
                <a:lnTo>
                  <a:pt x="4019883" y="0"/>
                </a:lnTo>
                <a:lnTo>
                  <a:pt x="4019883" y="2131129"/>
                </a:lnTo>
                <a:lnTo>
                  <a:pt x="3075506" y="3075506"/>
                </a:lnTo>
                <a:close/>
              </a:path>
            </a:pathLst>
          </a:custGeom>
          <a:pattFill prst="pct5">
            <a:fgClr>
              <a:schemeClr val="bg1">
                <a:lumMod val="75000"/>
              </a:schemeClr>
            </a:fgClr>
            <a:bgClr>
              <a:schemeClr val="bg1"/>
            </a:bgClr>
          </a:pattFill>
        </p:spPr>
        <p:txBody>
          <a:bodyPr wrap="square" lIns="71309" tIns="35655" rIns="71309" bIns="35655" anchor="ctr">
            <a:noAutofit/>
          </a:bodyPr>
          <a:lstStyle>
            <a:lvl1pPr algn="ctr">
              <a:defRPr sz="900"/>
            </a:lvl1pPr>
          </a:lstStyle>
          <a:p>
            <a:r>
              <a:rPr lang="en-US"/>
              <a:t>Drag and Drop image</a:t>
            </a:r>
          </a:p>
        </p:txBody>
      </p:sp>
      <p:sp>
        <p:nvSpPr>
          <p:cNvPr id="20" name="Picture Placeholder 19"/>
          <p:cNvSpPr>
            <a:spLocks noGrp="1"/>
          </p:cNvSpPr>
          <p:nvPr>
            <p:ph type="pic" sz="quarter" idx="13" hasCustomPrompt="1"/>
          </p:nvPr>
        </p:nvSpPr>
        <p:spPr>
          <a:xfrm>
            <a:off x="8852356" y="11498558"/>
            <a:ext cx="3339661" cy="9381838"/>
          </a:xfrm>
          <a:custGeom>
            <a:avLst/>
            <a:gdLst>
              <a:gd name="connsiteX0" fmla="*/ 2395894 w 3339661"/>
              <a:gd name="connsiteY0" fmla="*/ 0 h 3081391"/>
              <a:gd name="connsiteX1" fmla="*/ 3339661 w 3339661"/>
              <a:gd name="connsiteY1" fmla="*/ 943767 h 3081391"/>
              <a:gd name="connsiteX2" fmla="*/ 3339661 w 3339661"/>
              <a:gd name="connsiteY2" fmla="*/ 3081391 h 3081391"/>
              <a:gd name="connsiteX3" fmla="*/ 685497 w 3339661"/>
              <a:gd name="connsiteY3" fmla="*/ 3081391 h 3081391"/>
              <a:gd name="connsiteX4" fmla="*/ 0 w 3339661"/>
              <a:gd name="connsiteY4" fmla="*/ 2395894 h 30813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39661" h="3081391">
                <a:moveTo>
                  <a:pt x="2395894" y="0"/>
                </a:moveTo>
                <a:lnTo>
                  <a:pt x="3339661" y="943767"/>
                </a:lnTo>
                <a:lnTo>
                  <a:pt x="3339661" y="3081391"/>
                </a:lnTo>
                <a:lnTo>
                  <a:pt x="685497" y="3081391"/>
                </a:lnTo>
                <a:lnTo>
                  <a:pt x="0" y="2395894"/>
                </a:lnTo>
                <a:close/>
              </a:path>
            </a:pathLst>
          </a:custGeom>
          <a:pattFill prst="pct5">
            <a:fgClr>
              <a:schemeClr val="bg1">
                <a:lumMod val="75000"/>
              </a:schemeClr>
            </a:fgClr>
            <a:bgClr>
              <a:schemeClr val="bg1"/>
            </a:bgClr>
          </a:pattFill>
        </p:spPr>
        <p:txBody>
          <a:bodyPr wrap="square" lIns="71309" tIns="35655" rIns="71309" bIns="35655" anchor="ctr">
            <a:noAutofit/>
          </a:bodyPr>
          <a:lstStyle>
            <a:lvl1pPr algn="ctr">
              <a:defRPr sz="900"/>
            </a:lvl1pPr>
          </a:lstStyle>
          <a:p>
            <a:r>
              <a:rPr lang="en-US"/>
              <a:t>Drag and Drop image</a:t>
            </a:r>
          </a:p>
        </p:txBody>
      </p:sp>
    </p:spTree>
    <p:extLst>
      <p:ext uri="{BB962C8B-B14F-4D97-AF65-F5344CB8AC3E}">
        <p14:creationId xmlns:p14="http://schemas.microsoft.com/office/powerpoint/2010/main" val="42066713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1111690"/>
            <a:ext cx="10515600" cy="40359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5558440"/>
            <a:ext cx="10515600" cy="132484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19353028"/>
            <a:ext cx="2743200" cy="11116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E0EE29-3307-AF4D-AEA0-7A98CB5648C5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19353028"/>
            <a:ext cx="4114800" cy="11116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19353028"/>
            <a:ext cx="2743200" cy="11116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812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Picture 172">
            <a:extLst>
              <a:ext uri="{FF2B5EF4-FFF2-40B4-BE49-F238E27FC236}">
                <a16:creationId xmlns:a16="http://schemas.microsoft.com/office/drawing/2014/main" id="{82D2A7DF-8846-A138-D72D-685128F437F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8372" b="52847"/>
          <a:stretch>
            <a:fillRect/>
          </a:stretch>
        </p:blipFill>
        <p:spPr>
          <a:xfrm>
            <a:off x="779463" y="5719549"/>
            <a:ext cx="10632989" cy="2419731"/>
          </a:xfrm>
          <a:prstGeom prst="roundRect">
            <a:avLst>
              <a:gd name="adj" fmla="val 7492"/>
            </a:avLst>
          </a:prstGeom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497E04D6-01E3-00D9-786B-A70C81FE6A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 t="89" b="89"/>
          <a:stretch/>
        </p:blipFill>
        <p:spPr bwMode="auto">
          <a:xfrm>
            <a:off x="1036320" y="5948184"/>
            <a:ext cx="1962463" cy="1962463"/>
          </a:xfrm>
          <a:prstGeom prst="roundRect">
            <a:avLst>
              <a:gd name="adj" fmla="val 4729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96F3EDD-F6E9-8AF0-564C-B8D206515E44}"/>
              </a:ext>
            </a:extLst>
          </p:cNvPr>
          <p:cNvSpPr txBox="1"/>
          <p:nvPr/>
        </p:nvSpPr>
        <p:spPr>
          <a:xfrm>
            <a:off x="912806" y="2692416"/>
            <a:ext cx="67608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spc="100" dirty="0">
                <a:solidFill>
                  <a:srgbClr val="000000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{{CAMPAIGN_NAME}}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69B8960-DCA3-D697-BB3B-22CB18B8003C}"/>
              </a:ext>
            </a:extLst>
          </p:cNvPr>
          <p:cNvSpPr txBox="1"/>
          <p:nvPr/>
        </p:nvSpPr>
        <p:spPr>
          <a:xfrm>
            <a:off x="912815" y="3976372"/>
            <a:ext cx="6045777" cy="8990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Lorem ipsum dolor sit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amet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,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consectetur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adipiscing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elit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, sed do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eiusmod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tempor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incididunt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ut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labore et dolore magna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aliqua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. Ut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enim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ad minim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veniam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, quis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nostrud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exercitation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ullamco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laboris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nisi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ut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aliquip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ex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ea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commodo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consequat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. Duis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aute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irure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dolor in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reprehenderit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in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voluptate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velit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esse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cillum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dolore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eu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fugiat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nulla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pariatur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14E817D-0999-74F3-1AB9-79B6F14853F7}"/>
              </a:ext>
            </a:extLst>
          </p:cNvPr>
          <p:cNvSpPr txBox="1"/>
          <p:nvPr/>
        </p:nvSpPr>
        <p:spPr>
          <a:xfrm>
            <a:off x="912815" y="3366472"/>
            <a:ext cx="41685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spc="6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</a:rPr>
              <a:t>PCA Reporting Results</a:t>
            </a:r>
          </a:p>
        </p:txBody>
      </p:sp>
      <p:pic>
        <p:nvPicPr>
          <p:cNvPr id="12" name="Picture 11" descr="A hand holding a cell phone&#10;&#10;AI-generated content may be incorrect.">
            <a:extLst>
              <a:ext uri="{FF2B5EF4-FFF2-40B4-BE49-F238E27FC236}">
                <a16:creationId xmlns:a16="http://schemas.microsoft.com/office/drawing/2014/main" id="{44620540-83D2-7EEE-B3E4-00B37A3478D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25405" b="12112"/>
          <a:stretch>
            <a:fillRect/>
          </a:stretch>
        </p:blipFill>
        <p:spPr>
          <a:xfrm>
            <a:off x="6803134" y="1281273"/>
            <a:ext cx="5388871" cy="6858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1877BB3-3DA1-2BA1-B635-FE2A2AE7D1C9}"/>
              </a:ext>
            </a:extLst>
          </p:cNvPr>
          <p:cNvSpPr txBox="1"/>
          <p:nvPr/>
        </p:nvSpPr>
        <p:spPr>
          <a:xfrm>
            <a:off x="3272075" y="6408628"/>
            <a:ext cx="107826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lphaUcPeriod"/>
            </a:pPr>
            <a:r>
              <a:rPr lang="en-GB" sz="900" b="1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Client:</a:t>
            </a:r>
            <a:endParaRPr lang="en-GB" sz="900" spc="30" dirty="0">
              <a:solidFill>
                <a:schemeClr val="accent6"/>
              </a:solidFill>
              <a:latin typeface="Inter" panose="02000503000000020004" pitchFamily="2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15" name="Google Shape;100;p2">
            <a:extLst>
              <a:ext uri="{FF2B5EF4-FFF2-40B4-BE49-F238E27FC236}">
                <a16:creationId xmlns:a16="http://schemas.microsoft.com/office/drawing/2014/main" id="{361060F7-BE5E-7180-1ECD-3981993CD5A1}"/>
              </a:ext>
            </a:extLst>
          </p:cNvPr>
          <p:cNvSpPr txBox="1"/>
          <p:nvPr/>
        </p:nvSpPr>
        <p:spPr>
          <a:xfrm>
            <a:off x="3268344" y="6004396"/>
            <a:ext cx="2262320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4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Campaign Details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6C7A446-84B0-7527-2758-458BB9DF01F4}"/>
              </a:ext>
            </a:extLst>
          </p:cNvPr>
          <p:cNvSpPr txBox="1"/>
          <p:nvPr/>
        </p:nvSpPr>
        <p:spPr>
          <a:xfrm>
            <a:off x="912815" y="5067358"/>
            <a:ext cx="6357491" cy="2859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900" b="1" spc="3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Creative Formats:</a:t>
            </a:r>
            <a:endParaRPr lang="en-GB" sz="900" b="1" spc="30" dirty="0">
              <a:solidFill>
                <a:schemeClr val="tx2"/>
              </a:solidFill>
              <a:latin typeface="Inter" panose="02000503000000020004" pitchFamily="2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pic>
        <p:nvPicPr>
          <p:cNvPr id="25" name="Graphic 24">
            <a:extLst>
              <a:ext uri="{FF2B5EF4-FFF2-40B4-BE49-F238E27FC236}">
                <a16:creationId xmlns:a16="http://schemas.microsoft.com/office/drawing/2014/main" id="{1B8D04BB-CC69-BF0F-959E-06F149356D0B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46977" y="1459303"/>
            <a:ext cx="1758433" cy="289576"/>
          </a:xfrm>
          <a:prstGeom prst="rect">
            <a:avLst/>
          </a:prstGeom>
        </p:spPr>
      </p:pic>
      <p:sp>
        <p:nvSpPr>
          <p:cNvPr id="170" name="TextBox 169">
            <a:extLst>
              <a:ext uri="{FF2B5EF4-FFF2-40B4-BE49-F238E27FC236}">
                <a16:creationId xmlns:a16="http://schemas.microsoft.com/office/drawing/2014/main" id="{5FDB919F-7A60-830C-4095-8801FE804202}"/>
              </a:ext>
            </a:extLst>
          </p:cNvPr>
          <p:cNvSpPr txBox="1"/>
          <p:nvPr/>
        </p:nvSpPr>
        <p:spPr>
          <a:xfrm>
            <a:off x="912806" y="8925398"/>
            <a:ext cx="123031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lphaUcPeriod"/>
            </a:pPr>
            <a:r>
              <a:rPr lang="en-GB" sz="900" b="1" spc="3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Overview:</a:t>
            </a:r>
            <a:endParaRPr lang="en-GB" sz="900" spc="30" dirty="0">
              <a:solidFill>
                <a:schemeClr val="tx2"/>
              </a:solidFill>
              <a:latin typeface="Inter" panose="02000503000000020004" pitchFamily="2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171" name="Google Shape;100;p2">
            <a:extLst>
              <a:ext uri="{FF2B5EF4-FFF2-40B4-BE49-F238E27FC236}">
                <a16:creationId xmlns:a16="http://schemas.microsoft.com/office/drawing/2014/main" id="{7955899C-956F-858B-FD70-51340F98C5D9}"/>
              </a:ext>
            </a:extLst>
          </p:cNvPr>
          <p:cNvSpPr txBox="1"/>
          <p:nvPr/>
        </p:nvSpPr>
        <p:spPr>
          <a:xfrm>
            <a:off x="912807" y="8512888"/>
            <a:ext cx="2929728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400" b="1" spc="4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Campaign Objectives</a:t>
            </a: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3D866094-5B16-0046-4510-A0A995B5F66E}"/>
              </a:ext>
            </a:extLst>
          </p:cNvPr>
          <p:cNvSpPr txBox="1"/>
          <p:nvPr/>
        </p:nvSpPr>
        <p:spPr>
          <a:xfrm>
            <a:off x="912812" y="2400193"/>
            <a:ext cx="41685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spc="60" dirty="0"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</a:rPr>
              <a:t>{{CAMPAIGN_PERIOD}}</a:t>
            </a:r>
          </a:p>
        </p:txBody>
      </p:sp>
      <p:pic>
        <p:nvPicPr>
          <p:cNvPr id="191" name="Picture 190">
            <a:extLst>
              <a:ext uri="{FF2B5EF4-FFF2-40B4-BE49-F238E27FC236}">
                <a16:creationId xmlns:a16="http://schemas.microsoft.com/office/drawing/2014/main" id="{C1768E79-06A2-8A91-E143-6439DDEE0F0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8372" b="52847"/>
          <a:stretch>
            <a:fillRect/>
          </a:stretch>
        </p:blipFill>
        <p:spPr>
          <a:xfrm>
            <a:off x="779463" y="10188904"/>
            <a:ext cx="10632989" cy="1243369"/>
          </a:xfrm>
          <a:prstGeom prst="roundRect">
            <a:avLst>
              <a:gd name="adj" fmla="val 13262"/>
            </a:avLst>
          </a:prstGeom>
        </p:spPr>
      </p:pic>
      <p:sp>
        <p:nvSpPr>
          <p:cNvPr id="193" name="Google Shape;100;p2">
            <a:extLst>
              <a:ext uri="{FF2B5EF4-FFF2-40B4-BE49-F238E27FC236}">
                <a16:creationId xmlns:a16="http://schemas.microsoft.com/office/drawing/2014/main" id="{4C9CE555-4145-AB33-4262-69CD4FA2529A}"/>
              </a:ext>
            </a:extLst>
          </p:cNvPr>
          <p:cNvSpPr txBox="1"/>
          <p:nvPr/>
        </p:nvSpPr>
        <p:spPr>
          <a:xfrm>
            <a:off x="1202057" y="10699358"/>
            <a:ext cx="2317178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24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{{DELIVERED_IMPRESSIONS}}</a:t>
            </a:r>
          </a:p>
        </p:txBody>
      </p:sp>
      <p:sp>
        <p:nvSpPr>
          <p:cNvPr id="194" name="Google Shape;100;p2">
            <a:extLst>
              <a:ext uri="{FF2B5EF4-FFF2-40B4-BE49-F238E27FC236}">
                <a16:creationId xmlns:a16="http://schemas.microsoft.com/office/drawing/2014/main" id="{83534DAE-21AE-B98F-4D15-5FBE4430A836}"/>
              </a:ext>
            </a:extLst>
          </p:cNvPr>
          <p:cNvSpPr txBox="1"/>
          <p:nvPr/>
        </p:nvSpPr>
        <p:spPr>
          <a:xfrm>
            <a:off x="1202055" y="10456457"/>
            <a:ext cx="2317179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9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Delivered Impressions</a:t>
            </a:r>
          </a:p>
        </p:txBody>
      </p:sp>
      <p:sp>
        <p:nvSpPr>
          <p:cNvPr id="196" name="Google Shape;100;p2">
            <a:extLst>
              <a:ext uri="{FF2B5EF4-FFF2-40B4-BE49-F238E27FC236}">
                <a16:creationId xmlns:a16="http://schemas.microsoft.com/office/drawing/2014/main" id="{2DE7AAA7-75CD-5055-95CE-C55D234B5444}"/>
              </a:ext>
            </a:extLst>
          </p:cNvPr>
          <p:cNvSpPr txBox="1"/>
          <p:nvPr/>
        </p:nvSpPr>
        <p:spPr>
          <a:xfrm>
            <a:off x="3175359" y="10699358"/>
            <a:ext cx="2317178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24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{{IO_OVERALL_IMPRESSIONS}}</a:t>
            </a:r>
          </a:p>
        </p:txBody>
      </p:sp>
      <p:sp>
        <p:nvSpPr>
          <p:cNvPr id="197" name="Google Shape;100;p2">
            <a:extLst>
              <a:ext uri="{FF2B5EF4-FFF2-40B4-BE49-F238E27FC236}">
                <a16:creationId xmlns:a16="http://schemas.microsoft.com/office/drawing/2014/main" id="{56E2863B-EA43-3185-C605-FFD3A65D50E9}"/>
              </a:ext>
            </a:extLst>
          </p:cNvPr>
          <p:cNvSpPr txBox="1"/>
          <p:nvPr/>
        </p:nvSpPr>
        <p:spPr>
          <a:xfrm>
            <a:off x="3175357" y="10456457"/>
            <a:ext cx="2317179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9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IO Overall Impressions</a:t>
            </a:r>
          </a:p>
        </p:txBody>
      </p:sp>
      <p:sp>
        <p:nvSpPr>
          <p:cNvPr id="199" name="Google Shape;100;p2">
            <a:extLst>
              <a:ext uri="{FF2B5EF4-FFF2-40B4-BE49-F238E27FC236}">
                <a16:creationId xmlns:a16="http://schemas.microsoft.com/office/drawing/2014/main" id="{662BD19F-F3D7-19B1-B0DE-0CCF66C29658}"/>
              </a:ext>
            </a:extLst>
          </p:cNvPr>
          <p:cNvSpPr txBox="1"/>
          <p:nvPr/>
        </p:nvSpPr>
        <p:spPr>
          <a:xfrm>
            <a:off x="5148661" y="10699358"/>
            <a:ext cx="2317178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24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{{ADDED_VALUE_IMPRESSIONS}}</a:t>
            </a:r>
          </a:p>
        </p:txBody>
      </p:sp>
      <p:sp>
        <p:nvSpPr>
          <p:cNvPr id="200" name="Google Shape;100;p2">
            <a:extLst>
              <a:ext uri="{FF2B5EF4-FFF2-40B4-BE49-F238E27FC236}">
                <a16:creationId xmlns:a16="http://schemas.microsoft.com/office/drawing/2014/main" id="{911B2425-FEDB-8D33-2C47-73E76C7D6DD8}"/>
              </a:ext>
            </a:extLst>
          </p:cNvPr>
          <p:cNvSpPr txBox="1"/>
          <p:nvPr/>
        </p:nvSpPr>
        <p:spPr>
          <a:xfrm>
            <a:off x="5148659" y="10456457"/>
            <a:ext cx="2317179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9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Delivered Overall AV</a:t>
            </a:r>
          </a:p>
        </p:txBody>
      </p:sp>
      <p:sp>
        <p:nvSpPr>
          <p:cNvPr id="202" name="Google Shape;100;p2">
            <a:extLst>
              <a:ext uri="{FF2B5EF4-FFF2-40B4-BE49-F238E27FC236}">
                <a16:creationId xmlns:a16="http://schemas.microsoft.com/office/drawing/2014/main" id="{4EC3A646-2CF9-FA10-1DA5-9E0692D8BD62}"/>
              </a:ext>
            </a:extLst>
          </p:cNvPr>
          <p:cNvSpPr txBox="1"/>
          <p:nvPr/>
        </p:nvSpPr>
        <p:spPr>
          <a:xfrm>
            <a:off x="7121963" y="10699358"/>
            <a:ext cx="2317178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24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{{DELIVERY_WITH_AV_PERCENT}}</a:t>
            </a:r>
          </a:p>
        </p:txBody>
      </p:sp>
      <p:sp>
        <p:nvSpPr>
          <p:cNvPr id="203" name="Google Shape;100;p2">
            <a:extLst>
              <a:ext uri="{FF2B5EF4-FFF2-40B4-BE49-F238E27FC236}">
                <a16:creationId xmlns:a16="http://schemas.microsoft.com/office/drawing/2014/main" id="{28FD479D-0F7C-CC6D-28DC-CAE7419C4249}"/>
              </a:ext>
            </a:extLst>
          </p:cNvPr>
          <p:cNvSpPr txBox="1"/>
          <p:nvPr/>
        </p:nvSpPr>
        <p:spPr>
          <a:xfrm>
            <a:off x="7121961" y="10456457"/>
            <a:ext cx="2317179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9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Delivery incl. AV Imps</a:t>
            </a:r>
          </a:p>
        </p:txBody>
      </p:sp>
      <p:sp>
        <p:nvSpPr>
          <p:cNvPr id="205" name="Google Shape;100;p2">
            <a:extLst>
              <a:ext uri="{FF2B5EF4-FFF2-40B4-BE49-F238E27FC236}">
                <a16:creationId xmlns:a16="http://schemas.microsoft.com/office/drawing/2014/main" id="{3C53EF09-D099-30E3-258A-CB5A9C8A834C}"/>
              </a:ext>
            </a:extLst>
          </p:cNvPr>
          <p:cNvSpPr txBox="1"/>
          <p:nvPr/>
        </p:nvSpPr>
        <p:spPr>
          <a:xfrm>
            <a:off x="9095266" y="10699358"/>
            <a:ext cx="2317178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24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{{ADDED_VALUE_WORTH}}</a:t>
            </a:r>
          </a:p>
        </p:txBody>
      </p:sp>
      <p:sp>
        <p:nvSpPr>
          <p:cNvPr id="206" name="Google Shape;100;p2">
            <a:extLst>
              <a:ext uri="{FF2B5EF4-FFF2-40B4-BE49-F238E27FC236}">
                <a16:creationId xmlns:a16="http://schemas.microsoft.com/office/drawing/2014/main" id="{8A439A24-0584-D96A-3078-49646094C207}"/>
              </a:ext>
            </a:extLst>
          </p:cNvPr>
          <p:cNvSpPr txBox="1"/>
          <p:nvPr/>
        </p:nvSpPr>
        <p:spPr>
          <a:xfrm>
            <a:off x="9095264" y="10456457"/>
            <a:ext cx="2317179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9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Worth of Added Value</a:t>
            </a:r>
          </a:p>
        </p:txBody>
      </p:sp>
      <p:sp>
        <p:nvSpPr>
          <p:cNvPr id="208" name="Google Shape;114;p2">
            <a:extLst>
              <a:ext uri="{FF2B5EF4-FFF2-40B4-BE49-F238E27FC236}">
                <a16:creationId xmlns:a16="http://schemas.microsoft.com/office/drawing/2014/main" id="{30BE65FB-D219-7525-988F-E15998C0304F}"/>
              </a:ext>
            </a:extLst>
          </p:cNvPr>
          <p:cNvSpPr txBox="1"/>
          <p:nvPr/>
        </p:nvSpPr>
        <p:spPr>
          <a:xfrm>
            <a:off x="912814" y="12353293"/>
            <a:ext cx="2041799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100" b="1" spc="6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On Screen</a:t>
            </a:r>
            <a:endParaRPr sz="1100" b="1" spc="60" dirty="0"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209" name="Google Shape;100;p2">
            <a:extLst>
              <a:ext uri="{FF2B5EF4-FFF2-40B4-BE49-F238E27FC236}">
                <a16:creationId xmlns:a16="http://schemas.microsoft.com/office/drawing/2014/main" id="{8051EDDC-BCF5-B326-3F06-A2CC0223F221}"/>
              </a:ext>
            </a:extLst>
          </p:cNvPr>
          <p:cNvSpPr txBox="1"/>
          <p:nvPr/>
        </p:nvSpPr>
        <p:spPr>
          <a:xfrm>
            <a:off x="912814" y="12629673"/>
            <a:ext cx="2041799" cy="215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800" b="1" spc="4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60 - 70% Benchmark</a:t>
            </a:r>
          </a:p>
        </p:txBody>
      </p:sp>
      <p:sp>
        <p:nvSpPr>
          <p:cNvPr id="210" name="Google Shape;110;p2">
            <a:extLst>
              <a:ext uri="{FF2B5EF4-FFF2-40B4-BE49-F238E27FC236}">
                <a16:creationId xmlns:a16="http://schemas.microsoft.com/office/drawing/2014/main" id="{FC9C987D-BF1E-8CF8-FBC6-3FE2EEDE349B}"/>
              </a:ext>
            </a:extLst>
          </p:cNvPr>
          <p:cNvSpPr txBox="1"/>
          <p:nvPr/>
        </p:nvSpPr>
        <p:spPr>
          <a:xfrm>
            <a:off x="3677691" y="11780831"/>
            <a:ext cx="2041799" cy="1569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GB" sz="3200" b="1" spc="100" dirty="0">
                <a:solidFill>
                  <a:schemeClr val="dk1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{{PERFORMANCE_CTR}}</a:t>
            </a:r>
          </a:p>
        </p:txBody>
      </p:sp>
      <p:sp>
        <p:nvSpPr>
          <p:cNvPr id="211" name="Google Shape;114;p2">
            <a:extLst>
              <a:ext uri="{FF2B5EF4-FFF2-40B4-BE49-F238E27FC236}">
                <a16:creationId xmlns:a16="http://schemas.microsoft.com/office/drawing/2014/main" id="{CB4A018C-BD50-69D7-ED7D-837A186CC2CF}"/>
              </a:ext>
            </a:extLst>
          </p:cNvPr>
          <p:cNvSpPr txBox="1"/>
          <p:nvPr/>
        </p:nvSpPr>
        <p:spPr>
          <a:xfrm>
            <a:off x="3677691" y="12353293"/>
            <a:ext cx="2041799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100" b="1" spc="6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CTR</a:t>
            </a:r>
            <a:endParaRPr sz="1100" b="1" spc="60" dirty="0"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212" name="Google Shape;100;p2">
            <a:extLst>
              <a:ext uri="{FF2B5EF4-FFF2-40B4-BE49-F238E27FC236}">
                <a16:creationId xmlns:a16="http://schemas.microsoft.com/office/drawing/2014/main" id="{6B45FF34-8DA9-1BA6-6858-6FCF60355964}"/>
              </a:ext>
            </a:extLst>
          </p:cNvPr>
          <p:cNvSpPr txBox="1"/>
          <p:nvPr/>
        </p:nvSpPr>
        <p:spPr>
          <a:xfrm>
            <a:off x="3677691" y="12629673"/>
            <a:ext cx="2041799" cy="215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800" b="1" spc="4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0.3-0.5 % Benchmark</a:t>
            </a:r>
          </a:p>
        </p:txBody>
      </p:sp>
      <p:sp>
        <p:nvSpPr>
          <p:cNvPr id="213" name="Google Shape;110;p2">
            <a:extLst>
              <a:ext uri="{FF2B5EF4-FFF2-40B4-BE49-F238E27FC236}">
                <a16:creationId xmlns:a16="http://schemas.microsoft.com/office/drawing/2014/main" id="{5D1413BA-9C89-2E2E-CCB5-F4F6CAA30712}"/>
              </a:ext>
            </a:extLst>
          </p:cNvPr>
          <p:cNvSpPr txBox="1"/>
          <p:nvPr/>
        </p:nvSpPr>
        <p:spPr>
          <a:xfrm>
            <a:off x="6386481" y="11780831"/>
            <a:ext cx="2041799" cy="2554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GB" sz="3200" b="1" spc="100" dirty="0">
                <a:solidFill>
                  <a:schemeClr val="dk1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{{PERFORMANCE_ENGAGEMENT_RATE}}</a:t>
            </a:r>
          </a:p>
        </p:txBody>
      </p:sp>
      <p:sp>
        <p:nvSpPr>
          <p:cNvPr id="214" name="Google Shape;114;p2">
            <a:extLst>
              <a:ext uri="{FF2B5EF4-FFF2-40B4-BE49-F238E27FC236}">
                <a16:creationId xmlns:a16="http://schemas.microsoft.com/office/drawing/2014/main" id="{7B472BA2-95FA-0DFB-BD4E-398076301548}"/>
              </a:ext>
            </a:extLst>
          </p:cNvPr>
          <p:cNvSpPr txBox="1"/>
          <p:nvPr/>
        </p:nvSpPr>
        <p:spPr>
          <a:xfrm>
            <a:off x="6386481" y="12353293"/>
            <a:ext cx="2041799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100" b="1" spc="6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Engagement Rate</a:t>
            </a:r>
            <a:endParaRPr sz="1100" b="1" spc="60" dirty="0"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215" name="Google Shape;100;p2">
            <a:extLst>
              <a:ext uri="{FF2B5EF4-FFF2-40B4-BE49-F238E27FC236}">
                <a16:creationId xmlns:a16="http://schemas.microsoft.com/office/drawing/2014/main" id="{51F0BB26-FA4C-F4C4-ADB0-00ABB4637BF6}"/>
              </a:ext>
            </a:extLst>
          </p:cNvPr>
          <p:cNvSpPr txBox="1"/>
          <p:nvPr/>
        </p:nvSpPr>
        <p:spPr>
          <a:xfrm>
            <a:off x="6386481" y="12629673"/>
            <a:ext cx="2041799" cy="215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800" b="1" spc="4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0.3 – 0.5% Benchmark</a:t>
            </a:r>
          </a:p>
        </p:txBody>
      </p:sp>
      <p:sp>
        <p:nvSpPr>
          <p:cNvPr id="216" name="Google Shape;110;p2">
            <a:extLst>
              <a:ext uri="{FF2B5EF4-FFF2-40B4-BE49-F238E27FC236}">
                <a16:creationId xmlns:a16="http://schemas.microsoft.com/office/drawing/2014/main" id="{278701CA-8AD8-ABB3-261A-D1721274CE1A}"/>
              </a:ext>
            </a:extLst>
          </p:cNvPr>
          <p:cNvSpPr txBox="1"/>
          <p:nvPr/>
        </p:nvSpPr>
        <p:spPr>
          <a:xfrm>
            <a:off x="9095272" y="11780831"/>
            <a:ext cx="2041799" cy="1569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GB" sz="3200" b="1" spc="100" dirty="0">
                <a:solidFill>
                  <a:schemeClr val="dk1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{{PERFORMANCE_VCR}}</a:t>
            </a:r>
          </a:p>
        </p:txBody>
      </p:sp>
      <p:sp>
        <p:nvSpPr>
          <p:cNvPr id="217" name="Google Shape;114;p2">
            <a:extLst>
              <a:ext uri="{FF2B5EF4-FFF2-40B4-BE49-F238E27FC236}">
                <a16:creationId xmlns:a16="http://schemas.microsoft.com/office/drawing/2014/main" id="{05BA72DF-79FA-EDC5-98EF-45C8998256ED}"/>
              </a:ext>
            </a:extLst>
          </p:cNvPr>
          <p:cNvSpPr txBox="1"/>
          <p:nvPr/>
        </p:nvSpPr>
        <p:spPr>
          <a:xfrm>
            <a:off x="9095272" y="12353293"/>
            <a:ext cx="2041799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100" b="1" spc="6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VCR</a:t>
            </a:r>
            <a:endParaRPr sz="1100" b="1" spc="60" dirty="0"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218" name="Google Shape;100;p2">
            <a:extLst>
              <a:ext uri="{FF2B5EF4-FFF2-40B4-BE49-F238E27FC236}">
                <a16:creationId xmlns:a16="http://schemas.microsoft.com/office/drawing/2014/main" id="{1B0D8144-00A3-7545-35B4-D6463CDE948F}"/>
              </a:ext>
            </a:extLst>
          </p:cNvPr>
          <p:cNvSpPr txBox="1"/>
          <p:nvPr/>
        </p:nvSpPr>
        <p:spPr>
          <a:xfrm>
            <a:off x="9095272" y="12629673"/>
            <a:ext cx="2041799" cy="215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800" b="1" spc="4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25 – 35% Benchmark</a:t>
            </a:r>
          </a:p>
        </p:txBody>
      </p:sp>
      <p:sp>
        <p:nvSpPr>
          <p:cNvPr id="232" name="TextBox 231">
            <a:extLst>
              <a:ext uri="{FF2B5EF4-FFF2-40B4-BE49-F238E27FC236}">
                <a16:creationId xmlns:a16="http://schemas.microsoft.com/office/drawing/2014/main" id="{63A6B494-2B29-7BA3-0F85-C73699EA4EFB}"/>
              </a:ext>
            </a:extLst>
          </p:cNvPr>
          <p:cNvSpPr txBox="1"/>
          <p:nvPr/>
        </p:nvSpPr>
        <p:spPr>
          <a:xfrm>
            <a:off x="912806" y="13176288"/>
            <a:ext cx="9949158" cy="483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Lorem ipsum dolor sit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amet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,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consectetur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adipiscing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elit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, sed do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eiusmod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tempor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incididunt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ut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labore et dolore magna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aliqua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. Ut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enim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ad minim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veniam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, quis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nostrud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exercitation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ullamco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laboris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nisi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ut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aliquip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ex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ea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commodo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consequat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. Duis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aute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irure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dolor in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reprehenderit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in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voluptate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velit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esse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cillum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dolore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eu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fugiat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nulla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pariatur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.</a:t>
            </a:r>
          </a:p>
        </p:txBody>
      </p:sp>
      <p:sp>
        <p:nvSpPr>
          <p:cNvPr id="238" name="TextBox 237">
            <a:extLst>
              <a:ext uri="{FF2B5EF4-FFF2-40B4-BE49-F238E27FC236}">
                <a16:creationId xmlns:a16="http://schemas.microsoft.com/office/drawing/2014/main" id="{03751B20-1F0B-CCE9-095F-8A4283D8A753}"/>
              </a:ext>
            </a:extLst>
          </p:cNvPr>
          <p:cNvSpPr txBox="1"/>
          <p:nvPr/>
        </p:nvSpPr>
        <p:spPr>
          <a:xfrm>
            <a:off x="912814" y="14559826"/>
            <a:ext cx="89382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2400" b="1" spc="100" dirty="0">
                <a:solidFill>
                  <a:srgbClr val="000000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Top Performing Titles.</a:t>
            </a:r>
          </a:p>
        </p:txBody>
      </p:sp>
      <p:pic>
        <p:nvPicPr>
          <p:cNvPr id="406" name="Picture 405" descr="A black and grey gradient&#10;&#10;Description automatically generated">
            <a:extLst>
              <a:ext uri="{FF2B5EF4-FFF2-40B4-BE49-F238E27FC236}">
                <a16:creationId xmlns:a16="http://schemas.microsoft.com/office/drawing/2014/main" id="{899E9A7F-698D-51AB-E29A-92B22C83EC14}"/>
              </a:ext>
            </a:extLst>
          </p:cNvPr>
          <p:cNvPicPr/>
          <p:nvPr/>
        </p:nvPicPr>
        <p:blipFill>
          <a:blip r:embed="rId7"/>
          <a:srcRect t="43945" b="55489"/>
          <a:stretch/>
        </p:blipFill>
        <p:spPr>
          <a:xfrm>
            <a:off x="9" y="20811441"/>
            <a:ext cx="12191999" cy="68947"/>
          </a:xfrm>
          <a:prstGeom prst="rect">
            <a:avLst/>
          </a:prstGeom>
        </p:spPr>
      </p:pic>
      <p:pic>
        <p:nvPicPr>
          <p:cNvPr id="407" name="Graphic 406">
            <a:extLst>
              <a:ext uri="{FF2B5EF4-FFF2-40B4-BE49-F238E27FC236}">
                <a16:creationId xmlns:a16="http://schemas.microsoft.com/office/drawing/2014/main" id="{EE0E1F4A-79CF-FF3E-9C42-2E5C983A835A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969908" y="20535935"/>
            <a:ext cx="897684" cy="14782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D52F1E4C-83D1-46AE-161C-7758EF60CA1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8373" b="23830"/>
          <a:stretch>
            <a:fillRect/>
          </a:stretch>
        </p:blipFill>
        <p:spPr>
          <a:xfrm>
            <a:off x="779460" y="15265210"/>
            <a:ext cx="10632989" cy="3164448"/>
          </a:xfrm>
          <a:prstGeom prst="roundRect">
            <a:avLst>
              <a:gd name="adj" fmla="val 7425"/>
            </a:avLst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39C9D38-5E15-E316-9784-8ADC8DB22355}"/>
              </a:ext>
            </a:extLst>
          </p:cNvPr>
          <p:cNvSpPr/>
          <p:nvPr/>
        </p:nvSpPr>
        <p:spPr>
          <a:xfrm>
            <a:off x="779461" y="16576527"/>
            <a:ext cx="10632989" cy="282828"/>
          </a:xfrm>
          <a:prstGeom prst="rect">
            <a:avLst/>
          </a:prstGeom>
          <a:solidFill>
            <a:schemeClr val="accent6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065C380-7BED-FDE7-DB0B-261604CD4061}"/>
              </a:ext>
            </a:extLst>
          </p:cNvPr>
          <p:cNvSpPr/>
          <p:nvPr/>
        </p:nvSpPr>
        <p:spPr>
          <a:xfrm>
            <a:off x="779461" y="17140504"/>
            <a:ext cx="10632989" cy="282828"/>
          </a:xfrm>
          <a:prstGeom prst="rect">
            <a:avLst/>
          </a:prstGeom>
          <a:solidFill>
            <a:schemeClr val="accent6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Google Shape;100;p2">
            <a:extLst>
              <a:ext uri="{FF2B5EF4-FFF2-40B4-BE49-F238E27FC236}">
                <a16:creationId xmlns:a16="http://schemas.microsoft.com/office/drawing/2014/main" id="{880F675D-F35C-B753-CFCE-B21E08FD9BA2}"/>
              </a:ext>
            </a:extLst>
          </p:cNvPr>
          <p:cNvSpPr txBox="1"/>
          <p:nvPr/>
        </p:nvSpPr>
        <p:spPr>
          <a:xfrm>
            <a:off x="1202057" y="15596401"/>
            <a:ext cx="2317178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20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CTR</a:t>
            </a:r>
          </a:p>
        </p:txBody>
      </p:sp>
      <p:sp>
        <p:nvSpPr>
          <p:cNvPr id="6" name="Google Shape;100;p2">
            <a:extLst>
              <a:ext uri="{FF2B5EF4-FFF2-40B4-BE49-F238E27FC236}">
                <a16:creationId xmlns:a16="http://schemas.microsoft.com/office/drawing/2014/main" id="{34D86CB1-5D22-C399-BDC8-AD9227E2A361}"/>
              </a:ext>
            </a:extLst>
          </p:cNvPr>
          <p:cNvSpPr txBox="1"/>
          <p:nvPr/>
        </p:nvSpPr>
        <p:spPr>
          <a:xfrm>
            <a:off x="1202060" y="16243246"/>
            <a:ext cx="2317179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1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Performers.</a:t>
            </a:r>
          </a:p>
        </p:txBody>
      </p:sp>
      <p:sp>
        <p:nvSpPr>
          <p:cNvPr id="9" name="Google Shape;100;p2">
            <a:extLst>
              <a:ext uri="{FF2B5EF4-FFF2-40B4-BE49-F238E27FC236}">
                <a16:creationId xmlns:a16="http://schemas.microsoft.com/office/drawing/2014/main" id="{72B6A2D6-6F0F-AD55-81FC-938CCDD40CE3}"/>
              </a:ext>
            </a:extLst>
          </p:cNvPr>
          <p:cNvSpPr txBox="1"/>
          <p:nvPr/>
        </p:nvSpPr>
        <p:spPr>
          <a:xfrm>
            <a:off x="4489543" y="15596401"/>
            <a:ext cx="2317178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20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VCR</a:t>
            </a:r>
          </a:p>
        </p:txBody>
      </p:sp>
      <p:sp>
        <p:nvSpPr>
          <p:cNvPr id="13" name="Google Shape;100;p2">
            <a:extLst>
              <a:ext uri="{FF2B5EF4-FFF2-40B4-BE49-F238E27FC236}">
                <a16:creationId xmlns:a16="http://schemas.microsoft.com/office/drawing/2014/main" id="{26C8C5EB-2EBE-539C-7E36-D511AB157838}"/>
              </a:ext>
            </a:extLst>
          </p:cNvPr>
          <p:cNvSpPr txBox="1"/>
          <p:nvPr/>
        </p:nvSpPr>
        <p:spPr>
          <a:xfrm>
            <a:off x="7950993" y="15596401"/>
            <a:ext cx="2317178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20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ER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4FF38AF-8866-0DD6-8355-7CA414E6D44E}"/>
              </a:ext>
            </a:extLst>
          </p:cNvPr>
          <p:cNvSpPr txBox="1"/>
          <p:nvPr/>
        </p:nvSpPr>
        <p:spPr>
          <a:xfrm>
            <a:off x="1202061" y="16612331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{{TOP_TITLES_CTR_1_NAME}}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A5BBA00-2D31-7448-A4C4-0CBE02831480}"/>
              </a:ext>
            </a:extLst>
          </p:cNvPr>
          <p:cNvSpPr txBox="1"/>
          <p:nvPr/>
        </p:nvSpPr>
        <p:spPr>
          <a:xfrm>
            <a:off x="1202061" y="16891095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{{TOP_TITLES_CTR_2_NAME}}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D1E2B55-2C5D-2E1A-A31D-61B020A3A6D5}"/>
              </a:ext>
            </a:extLst>
          </p:cNvPr>
          <p:cNvSpPr txBox="1"/>
          <p:nvPr/>
        </p:nvSpPr>
        <p:spPr>
          <a:xfrm>
            <a:off x="1202061" y="17169858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{{TOP_TITLES_CTR_3_NAME}}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DA11996-A3FC-8F08-63AE-4ACC6FD9D37C}"/>
              </a:ext>
            </a:extLst>
          </p:cNvPr>
          <p:cNvSpPr txBox="1"/>
          <p:nvPr/>
        </p:nvSpPr>
        <p:spPr>
          <a:xfrm>
            <a:off x="2856612" y="16609119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{{TOP_TITLES_CTR_1_VALUE}}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755F327-C27A-57F7-7DEB-0E6E56E5A050}"/>
              </a:ext>
            </a:extLst>
          </p:cNvPr>
          <p:cNvSpPr txBox="1"/>
          <p:nvPr/>
        </p:nvSpPr>
        <p:spPr>
          <a:xfrm>
            <a:off x="2856612" y="16887883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{{TOP_TITLES_CTR_2_VALUE}}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803E25B-45BB-A8D5-EA95-A5508B2A7E18}"/>
              </a:ext>
            </a:extLst>
          </p:cNvPr>
          <p:cNvSpPr txBox="1"/>
          <p:nvPr/>
        </p:nvSpPr>
        <p:spPr>
          <a:xfrm>
            <a:off x="2856612" y="17166646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{{TOP_TITLES_CTR_3_VALUE}}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1E735ED-5249-AD73-807D-2CC9DF6AA79E}"/>
              </a:ext>
            </a:extLst>
          </p:cNvPr>
          <p:cNvSpPr txBox="1"/>
          <p:nvPr/>
        </p:nvSpPr>
        <p:spPr>
          <a:xfrm>
            <a:off x="4489548" y="16612331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{{TOP_TITLES_VCR_1_NAME}}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BC7518E-877A-1E53-3CB8-3E138E3D7F2F}"/>
              </a:ext>
            </a:extLst>
          </p:cNvPr>
          <p:cNvSpPr txBox="1"/>
          <p:nvPr/>
        </p:nvSpPr>
        <p:spPr>
          <a:xfrm>
            <a:off x="4489548" y="16891095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{{TOP_TITLES_VCR_2_NAME}}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CF8F857-F083-62B4-8585-BC2B15A8A239}"/>
              </a:ext>
            </a:extLst>
          </p:cNvPr>
          <p:cNvSpPr txBox="1"/>
          <p:nvPr/>
        </p:nvSpPr>
        <p:spPr>
          <a:xfrm>
            <a:off x="4489548" y="17169858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{{TOP_TITLES_VCR_3_NAME}}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00071EF-E5CE-195D-D73C-FE0D8BE23E0E}"/>
              </a:ext>
            </a:extLst>
          </p:cNvPr>
          <p:cNvSpPr txBox="1"/>
          <p:nvPr/>
        </p:nvSpPr>
        <p:spPr>
          <a:xfrm>
            <a:off x="6144099" y="16609119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{{TOP_TITLES_VCR_1_VALUE}}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39EEC4D-76AE-4D58-A963-9BA7720419D3}"/>
              </a:ext>
            </a:extLst>
          </p:cNvPr>
          <p:cNvSpPr txBox="1"/>
          <p:nvPr/>
        </p:nvSpPr>
        <p:spPr>
          <a:xfrm>
            <a:off x="6144099" y="16887883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{{TOP_TITLES_VCR_2_VALUE}}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F2895B2-323A-E438-F38A-5B93EBDD1614}"/>
              </a:ext>
            </a:extLst>
          </p:cNvPr>
          <p:cNvSpPr txBox="1"/>
          <p:nvPr/>
        </p:nvSpPr>
        <p:spPr>
          <a:xfrm>
            <a:off x="6144099" y="17166646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{{TOP_TITLES_VCR_3_VALUE}}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DF48769-7F77-5A84-CDA4-B76A96559D57}"/>
              </a:ext>
            </a:extLst>
          </p:cNvPr>
          <p:cNvSpPr txBox="1"/>
          <p:nvPr/>
        </p:nvSpPr>
        <p:spPr>
          <a:xfrm>
            <a:off x="7950999" y="16612331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{{TOP_TITLES_ER_1_NAME}}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EEABB7E-B78E-F30F-15B4-5AC20E71516E}"/>
              </a:ext>
            </a:extLst>
          </p:cNvPr>
          <p:cNvSpPr txBox="1"/>
          <p:nvPr/>
        </p:nvSpPr>
        <p:spPr>
          <a:xfrm>
            <a:off x="7950999" y="16891095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{{TOP_TITLES_ER_2_NAME}}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91B420F-2F51-27C3-06CB-03A2A6B6DAED}"/>
              </a:ext>
            </a:extLst>
          </p:cNvPr>
          <p:cNvSpPr txBox="1"/>
          <p:nvPr/>
        </p:nvSpPr>
        <p:spPr>
          <a:xfrm>
            <a:off x="7950999" y="17169858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{{TOP_TITLES_ER_3_NAME}}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6A10234-59F1-D6C7-7C5D-9F27D24B417E}"/>
              </a:ext>
            </a:extLst>
          </p:cNvPr>
          <p:cNvSpPr txBox="1"/>
          <p:nvPr/>
        </p:nvSpPr>
        <p:spPr>
          <a:xfrm>
            <a:off x="9605550" y="16609119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{{TOP_TITLES_ER_1_VALUE}}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A066E4B-F70E-9A17-F560-3ADC0C6D7A12}"/>
              </a:ext>
            </a:extLst>
          </p:cNvPr>
          <p:cNvSpPr txBox="1"/>
          <p:nvPr/>
        </p:nvSpPr>
        <p:spPr>
          <a:xfrm>
            <a:off x="9605550" y="16887883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{{TOP_TITLES_ER_2_VALUE}}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16A492D-3A9D-9975-A99C-78E901A34151}"/>
              </a:ext>
            </a:extLst>
          </p:cNvPr>
          <p:cNvSpPr txBox="1"/>
          <p:nvPr/>
        </p:nvSpPr>
        <p:spPr>
          <a:xfrm>
            <a:off x="9605550" y="17166646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{{TOP_TITLES_ER_3_VALUE}}</a:t>
            </a:r>
          </a:p>
        </p:txBody>
      </p:sp>
      <p:sp>
        <p:nvSpPr>
          <p:cNvPr id="36" name="Google Shape;100;p2">
            <a:extLst>
              <a:ext uri="{FF2B5EF4-FFF2-40B4-BE49-F238E27FC236}">
                <a16:creationId xmlns:a16="http://schemas.microsoft.com/office/drawing/2014/main" id="{6B258D98-E031-7C33-ABC6-634C244F5483}"/>
              </a:ext>
            </a:extLst>
          </p:cNvPr>
          <p:cNvSpPr txBox="1"/>
          <p:nvPr/>
        </p:nvSpPr>
        <p:spPr>
          <a:xfrm>
            <a:off x="1202059" y="15933723"/>
            <a:ext cx="2317179" cy="200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700" b="1" spc="4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Click-through Rate</a:t>
            </a:r>
          </a:p>
        </p:txBody>
      </p:sp>
      <p:sp>
        <p:nvSpPr>
          <p:cNvPr id="37" name="Google Shape;100;p2">
            <a:extLst>
              <a:ext uri="{FF2B5EF4-FFF2-40B4-BE49-F238E27FC236}">
                <a16:creationId xmlns:a16="http://schemas.microsoft.com/office/drawing/2014/main" id="{3BB7BC25-AFB0-CDC5-3C8C-F9B37B020FA3}"/>
              </a:ext>
            </a:extLst>
          </p:cNvPr>
          <p:cNvSpPr txBox="1"/>
          <p:nvPr/>
        </p:nvSpPr>
        <p:spPr>
          <a:xfrm>
            <a:off x="4489546" y="15928280"/>
            <a:ext cx="2317179" cy="200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700" b="1" spc="4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Video Completion Rate</a:t>
            </a:r>
          </a:p>
        </p:txBody>
      </p:sp>
      <p:sp>
        <p:nvSpPr>
          <p:cNvPr id="38" name="Google Shape;100;p2">
            <a:extLst>
              <a:ext uri="{FF2B5EF4-FFF2-40B4-BE49-F238E27FC236}">
                <a16:creationId xmlns:a16="http://schemas.microsoft.com/office/drawing/2014/main" id="{575F9BFE-2234-7455-82A9-5369A61707A7}"/>
              </a:ext>
            </a:extLst>
          </p:cNvPr>
          <p:cNvSpPr txBox="1"/>
          <p:nvPr/>
        </p:nvSpPr>
        <p:spPr>
          <a:xfrm>
            <a:off x="7950998" y="15929960"/>
            <a:ext cx="2317179" cy="200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700" b="1" spc="4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Engagement Rate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70281289-CB0A-075F-E595-00CB382F27E0}"/>
              </a:ext>
            </a:extLst>
          </p:cNvPr>
          <p:cNvCxnSpPr>
            <a:cxnSpLocks/>
          </p:cNvCxnSpPr>
          <p:nvPr/>
        </p:nvCxnSpPr>
        <p:spPr>
          <a:xfrm>
            <a:off x="4232365" y="15596396"/>
            <a:ext cx="0" cy="2598370"/>
          </a:xfrm>
          <a:prstGeom prst="line">
            <a:avLst/>
          </a:prstGeom>
          <a:ln>
            <a:solidFill>
              <a:schemeClr val="accent6">
                <a:alpha val="29613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146E552E-FF61-033B-A8F4-A2329AD59B57}"/>
              </a:ext>
            </a:extLst>
          </p:cNvPr>
          <p:cNvCxnSpPr>
            <a:cxnSpLocks/>
          </p:cNvCxnSpPr>
          <p:nvPr/>
        </p:nvCxnSpPr>
        <p:spPr>
          <a:xfrm>
            <a:off x="7673608" y="15596396"/>
            <a:ext cx="0" cy="2598370"/>
          </a:xfrm>
          <a:prstGeom prst="line">
            <a:avLst/>
          </a:prstGeom>
          <a:ln>
            <a:solidFill>
              <a:schemeClr val="accent6">
                <a:alpha val="29613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CE486574-28D0-73B0-3CE6-7DCA68CC0577}"/>
              </a:ext>
            </a:extLst>
          </p:cNvPr>
          <p:cNvSpPr/>
          <p:nvPr/>
        </p:nvSpPr>
        <p:spPr>
          <a:xfrm>
            <a:off x="779459" y="17706706"/>
            <a:ext cx="10632989" cy="282828"/>
          </a:xfrm>
          <a:prstGeom prst="rect">
            <a:avLst/>
          </a:prstGeom>
          <a:solidFill>
            <a:schemeClr val="accent6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67C87AA-CAFF-4FA7-EA3F-5A4CD7B466FB}"/>
              </a:ext>
            </a:extLst>
          </p:cNvPr>
          <p:cNvSpPr txBox="1"/>
          <p:nvPr/>
        </p:nvSpPr>
        <p:spPr>
          <a:xfrm>
            <a:off x="1202059" y="17457297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{{TOP_TITLES_CTR_4_NAME}}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E2EB35C-6A2A-E2F1-3181-282F5B743950}"/>
              </a:ext>
            </a:extLst>
          </p:cNvPr>
          <p:cNvSpPr txBox="1"/>
          <p:nvPr/>
        </p:nvSpPr>
        <p:spPr>
          <a:xfrm>
            <a:off x="1202059" y="17736060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{{TOP_TITLES_CTR_5_NAME}}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67D18EE-634B-C348-1664-49F670F95991}"/>
              </a:ext>
            </a:extLst>
          </p:cNvPr>
          <p:cNvSpPr txBox="1"/>
          <p:nvPr/>
        </p:nvSpPr>
        <p:spPr>
          <a:xfrm>
            <a:off x="2856610" y="17454085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{{TOP_TITLES_CTR_4_VALUE}}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A12434F-80C3-498F-3771-62344CE277CF}"/>
              </a:ext>
            </a:extLst>
          </p:cNvPr>
          <p:cNvSpPr txBox="1"/>
          <p:nvPr/>
        </p:nvSpPr>
        <p:spPr>
          <a:xfrm>
            <a:off x="2856610" y="17732848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{{TOP_TITLES_CTR_5_VALUE}}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3115DD6-8640-B026-5BE3-B3214AEC1058}"/>
              </a:ext>
            </a:extLst>
          </p:cNvPr>
          <p:cNvSpPr txBox="1"/>
          <p:nvPr/>
        </p:nvSpPr>
        <p:spPr>
          <a:xfrm>
            <a:off x="4489546" y="17457297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{{TOP_TITLES_VCR_4_NAME}}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F53664C-EBBF-0D33-85B1-E9EF9DBD86B2}"/>
              </a:ext>
            </a:extLst>
          </p:cNvPr>
          <p:cNvSpPr txBox="1"/>
          <p:nvPr/>
        </p:nvSpPr>
        <p:spPr>
          <a:xfrm>
            <a:off x="4489546" y="17736060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{{TOP_TITLES_VCR_5_NAME}}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0CAD704-B09C-E9D5-2179-0270E5D28F84}"/>
              </a:ext>
            </a:extLst>
          </p:cNvPr>
          <p:cNvSpPr txBox="1"/>
          <p:nvPr/>
        </p:nvSpPr>
        <p:spPr>
          <a:xfrm>
            <a:off x="6144097" y="17454085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{{TOP_TITLES_VCR_4_VALUE}}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81C76CE-1E73-4A71-2729-1C73D7F60AD8}"/>
              </a:ext>
            </a:extLst>
          </p:cNvPr>
          <p:cNvSpPr txBox="1"/>
          <p:nvPr/>
        </p:nvSpPr>
        <p:spPr>
          <a:xfrm>
            <a:off x="6144097" y="17732848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{{TOP_TITLES_VCR_5_VALUE}}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9A5DF2A-B5C7-E0CE-7A84-A8F150CEB25F}"/>
              </a:ext>
            </a:extLst>
          </p:cNvPr>
          <p:cNvSpPr txBox="1"/>
          <p:nvPr/>
        </p:nvSpPr>
        <p:spPr>
          <a:xfrm>
            <a:off x="7950997" y="17457297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{{TOP_TITLES_ER_4_NAME}}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C69F0E8-6298-21FC-7EAD-4E8453A0AB8F}"/>
              </a:ext>
            </a:extLst>
          </p:cNvPr>
          <p:cNvSpPr txBox="1"/>
          <p:nvPr/>
        </p:nvSpPr>
        <p:spPr>
          <a:xfrm>
            <a:off x="7950997" y="17736060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{{TOP_TITLES_ER_5_NAME}}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7787260-5D12-A334-505D-2F1A2543B88B}"/>
              </a:ext>
            </a:extLst>
          </p:cNvPr>
          <p:cNvSpPr txBox="1"/>
          <p:nvPr/>
        </p:nvSpPr>
        <p:spPr>
          <a:xfrm>
            <a:off x="9605548" y="17454085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{{TOP_TITLES_ER_4_VALUE}}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27A3D66-40BD-90E4-1BBC-C989B865DC48}"/>
              </a:ext>
            </a:extLst>
          </p:cNvPr>
          <p:cNvSpPr txBox="1"/>
          <p:nvPr/>
        </p:nvSpPr>
        <p:spPr>
          <a:xfrm>
            <a:off x="9605548" y="17732848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{{TOP_TITLES_ER_5_VALUE}}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151BFE2-3D70-03A5-9298-0C0BFEEA6D29}"/>
              </a:ext>
            </a:extLst>
          </p:cNvPr>
          <p:cNvSpPr txBox="1"/>
          <p:nvPr/>
        </p:nvSpPr>
        <p:spPr>
          <a:xfrm>
            <a:off x="2070789" y="5064936"/>
            <a:ext cx="6357491" cy="2859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{{CAMPAIGN_FORMATS}}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19F1CB7-0C26-7358-EC08-DDA36FE3C04F}"/>
              </a:ext>
            </a:extLst>
          </p:cNvPr>
          <p:cNvSpPr txBox="1"/>
          <p:nvPr/>
        </p:nvSpPr>
        <p:spPr>
          <a:xfrm>
            <a:off x="4399504" y="6408627"/>
            <a:ext cx="333162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{{CLIENT_NAME}}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EEFE8C9-3449-F304-CA0A-08A3F1E9DBFE}"/>
              </a:ext>
            </a:extLst>
          </p:cNvPr>
          <p:cNvSpPr txBox="1"/>
          <p:nvPr/>
        </p:nvSpPr>
        <p:spPr>
          <a:xfrm>
            <a:off x="3272075" y="6685953"/>
            <a:ext cx="107826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lphaUcPeriod" startAt="2"/>
            </a:pPr>
            <a:r>
              <a:rPr lang="en-GB" sz="900" b="1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Campaign: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2975082-B32D-4276-280C-1801AD583ABC}"/>
              </a:ext>
            </a:extLst>
          </p:cNvPr>
          <p:cNvSpPr txBox="1"/>
          <p:nvPr/>
        </p:nvSpPr>
        <p:spPr>
          <a:xfrm>
            <a:off x="3272075" y="6963279"/>
            <a:ext cx="107826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lphaUcPeriod" startAt="3"/>
            </a:pPr>
            <a:r>
              <a:rPr lang="en-GB" sz="900" b="1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Markets:</a:t>
            </a:r>
            <a:endParaRPr lang="en-GB" sz="900" spc="30" dirty="0">
              <a:solidFill>
                <a:schemeClr val="accent6"/>
              </a:solidFill>
              <a:latin typeface="Inter" panose="02000503000000020004" pitchFamily="2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C20797A-2383-F5E1-310F-56DCB495B9F5}"/>
              </a:ext>
            </a:extLst>
          </p:cNvPr>
          <p:cNvSpPr txBox="1"/>
          <p:nvPr/>
        </p:nvSpPr>
        <p:spPr>
          <a:xfrm>
            <a:off x="3272075" y="7240605"/>
            <a:ext cx="107826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lphaUcPeriod" startAt="4"/>
            </a:pPr>
            <a:r>
              <a:rPr lang="en-GB" sz="900" b="1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Live Dates:</a:t>
            </a:r>
            <a:endParaRPr lang="en-GB" sz="900" spc="30" dirty="0">
              <a:solidFill>
                <a:schemeClr val="accent6"/>
              </a:solidFill>
              <a:latin typeface="Inter" panose="02000503000000020004" pitchFamily="2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BDE89A3-171F-1981-03BF-DF218B60AC3E}"/>
              </a:ext>
            </a:extLst>
          </p:cNvPr>
          <p:cNvSpPr txBox="1"/>
          <p:nvPr/>
        </p:nvSpPr>
        <p:spPr>
          <a:xfrm>
            <a:off x="3272075" y="7517930"/>
            <a:ext cx="13814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lphaUcPeriod" startAt="5"/>
            </a:pPr>
            <a:r>
              <a:rPr lang="en-GB" sz="900" b="1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Actual Spend:</a:t>
            </a:r>
            <a:endParaRPr lang="en-GB" sz="900" spc="30" dirty="0">
              <a:solidFill>
                <a:schemeClr val="accent6"/>
              </a:solidFill>
              <a:latin typeface="Inter" panose="02000503000000020004" pitchFamily="2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0CD5EF7-C32F-8EF2-16C2-FE0CC48C2350}"/>
              </a:ext>
            </a:extLst>
          </p:cNvPr>
          <p:cNvSpPr txBox="1"/>
          <p:nvPr/>
        </p:nvSpPr>
        <p:spPr>
          <a:xfrm>
            <a:off x="4399504" y="6684635"/>
            <a:ext cx="333162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{{CAMPAIGN_NAME}}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E9BCE1D-0714-AC91-64CF-FC15075A5E58}"/>
              </a:ext>
            </a:extLst>
          </p:cNvPr>
          <p:cNvSpPr txBox="1"/>
          <p:nvPr/>
        </p:nvSpPr>
        <p:spPr>
          <a:xfrm>
            <a:off x="4399504" y="6960643"/>
            <a:ext cx="333162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{{CAMPAIGN_MARKETS}}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130773B-64A8-CD63-29FD-5CB95B27D3BD}"/>
              </a:ext>
            </a:extLst>
          </p:cNvPr>
          <p:cNvSpPr txBox="1"/>
          <p:nvPr/>
        </p:nvSpPr>
        <p:spPr>
          <a:xfrm>
            <a:off x="4399503" y="7236651"/>
            <a:ext cx="37463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{{LIVE_DATES_FULL}}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C9EBDE1E-A306-6247-630C-3ED987E44BF4}"/>
              </a:ext>
            </a:extLst>
          </p:cNvPr>
          <p:cNvSpPr txBox="1"/>
          <p:nvPr/>
        </p:nvSpPr>
        <p:spPr>
          <a:xfrm>
            <a:off x="4399504" y="7512658"/>
            <a:ext cx="333162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{{CAMPAIGN_BUDGET}}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423842E1-9235-A563-43D6-B0AB0F7BA543}"/>
              </a:ext>
            </a:extLst>
          </p:cNvPr>
          <p:cNvSpPr txBox="1"/>
          <p:nvPr/>
        </p:nvSpPr>
        <p:spPr>
          <a:xfrm>
            <a:off x="912806" y="9260841"/>
            <a:ext cx="123031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lphaUcPeriod" startAt="2"/>
            </a:pPr>
            <a:r>
              <a:rPr lang="en-GB" sz="900" b="1" spc="3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Audience:</a:t>
            </a:r>
            <a:endParaRPr lang="en-GB" sz="900" spc="30" dirty="0">
              <a:solidFill>
                <a:schemeClr val="tx2"/>
              </a:solidFill>
              <a:latin typeface="Inter" panose="02000503000000020004" pitchFamily="2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4D21CD82-F867-8061-F9AA-561E8761CAFC}"/>
              </a:ext>
            </a:extLst>
          </p:cNvPr>
          <p:cNvSpPr txBox="1"/>
          <p:nvPr/>
        </p:nvSpPr>
        <p:spPr>
          <a:xfrm>
            <a:off x="912806" y="9596283"/>
            <a:ext cx="123031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lphaUcPeriod" startAt="3"/>
            </a:pPr>
            <a:r>
              <a:rPr lang="en-GB" sz="900" b="1" spc="3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KPIs</a:t>
            </a:r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: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391058EE-AC56-59F0-987A-DB8222D395BB}"/>
              </a:ext>
            </a:extLst>
          </p:cNvPr>
          <p:cNvSpPr txBox="1"/>
          <p:nvPr/>
        </p:nvSpPr>
        <p:spPr>
          <a:xfrm>
            <a:off x="1851548" y="8923865"/>
            <a:ext cx="965573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Lorem ipsum </a:t>
            </a:r>
            <a:r>
              <a:rPr lang="en-GB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dolor</a:t>
            </a:r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sit </a:t>
            </a:r>
            <a:r>
              <a:rPr lang="en-GB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amet</a:t>
            </a:r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, </a:t>
            </a:r>
            <a:r>
              <a:rPr lang="en-GB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consectetur</a:t>
            </a:r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adipiscing</a:t>
            </a:r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elit</a:t>
            </a:r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, </a:t>
            </a:r>
            <a:r>
              <a:rPr lang="en-GB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sed</a:t>
            </a:r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do </a:t>
            </a:r>
            <a:r>
              <a:rPr lang="en-GB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eiusmod</a:t>
            </a:r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tempor</a:t>
            </a:r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incididunt</a:t>
            </a:r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ut</a:t>
            </a:r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labore 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B66C8F0E-DCA9-897F-4D3A-4C04F4666F14}"/>
              </a:ext>
            </a:extLst>
          </p:cNvPr>
          <p:cNvSpPr txBox="1"/>
          <p:nvPr/>
        </p:nvSpPr>
        <p:spPr>
          <a:xfrm>
            <a:off x="1845328" y="9266633"/>
            <a:ext cx="965573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Audience Type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FD332454-A3BA-0E89-A8B8-3ECD7C9104F3}"/>
              </a:ext>
            </a:extLst>
          </p:cNvPr>
          <p:cNvSpPr txBox="1"/>
          <p:nvPr/>
        </p:nvSpPr>
        <p:spPr>
          <a:xfrm>
            <a:off x="1558615" y="9599020"/>
            <a:ext cx="965573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KPI 1, KPI 2, KPI 3</a:t>
            </a:r>
          </a:p>
        </p:txBody>
      </p:sp>
      <p:sp>
        <p:nvSpPr>
          <p:cNvPr id="207" name="Google Shape;110;p2">
            <a:extLst>
              <a:ext uri="{FF2B5EF4-FFF2-40B4-BE49-F238E27FC236}">
                <a16:creationId xmlns:a16="http://schemas.microsoft.com/office/drawing/2014/main" id="{C3051117-F59C-88EB-05DA-4AB2C597FE64}"/>
              </a:ext>
            </a:extLst>
          </p:cNvPr>
          <p:cNvSpPr txBox="1"/>
          <p:nvPr/>
        </p:nvSpPr>
        <p:spPr>
          <a:xfrm>
            <a:off x="912814" y="11780831"/>
            <a:ext cx="2041799" cy="2062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GB" sz="3200" b="1" spc="100" dirty="0">
                <a:solidFill>
                  <a:schemeClr val="dk1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{{PERFORMANCE_ON_SCREEN}}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OBKOI 2024 Colour Palette">
  <a:themeElements>
    <a:clrScheme name="MOBKOI_OneScreen 1">
      <a:dk1>
        <a:srgbClr val="000000"/>
      </a:dk1>
      <a:lt1>
        <a:srgbClr val="1D1D1D"/>
      </a:lt1>
      <a:dk2>
        <a:srgbClr val="565656"/>
      </a:dk2>
      <a:lt2>
        <a:srgbClr val="7E7E7E"/>
      </a:lt2>
      <a:accent1>
        <a:srgbClr val="A6A6A6"/>
      </a:accent1>
      <a:accent2>
        <a:srgbClr val="C7C7C7"/>
      </a:accent2>
      <a:accent3>
        <a:srgbClr val="8E93A1"/>
      </a:accent3>
      <a:accent4>
        <a:srgbClr val="306FDB"/>
      </a:accent4>
      <a:accent5>
        <a:srgbClr val="F2F2F2"/>
      </a:accent5>
      <a:accent6>
        <a:srgbClr val="FFFFFF"/>
      </a:accent6>
      <a:hlink>
        <a:srgbClr val="416ED3"/>
      </a:hlink>
      <a:folHlink>
        <a:srgbClr val="9D7AD9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BKOI_OneScreen" id="{C06E6BF5-ACE0-5B44-AA3E-CB88FB098B5B}" vid="{6EFA9A89-F561-2A4B-A65D-81DED623B75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MOBKOI_OneScreen</Template>
  <TotalTime>3176</TotalTime>
  <Words>659</Words>
  <Application>Microsoft Macintosh PowerPoint</Application>
  <PresentationFormat>Custom</PresentationFormat>
  <Paragraphs>85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Aptos</vt:lpstr>
      <vt:lpstr>Inter</vt:lpstr>
      <vt:lpstr>Calibri Light</vt:lpstr>
      <vt:lpstr>Inter SemiBold</vt:lpstr>
      <vt:lpstr>MOBKOI 2024 Colour Palette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Crittenden</dc:creator>
  <cp:lastModifiedBy>Daniel Crittenden</cp:lastModifiedBy>
  <cp:revision>64</cp:revision>
  <dcterms:created xsi:type="dcterms:W3CDTF">2025-02-28T16:34:04Z</dcterms:created>
  <dcterms:modified xsi:type="dcterms:W3CDTF">2026-04-20T13:42:16Z</dcterms:modified>
</cp:coreProperties>
</file>